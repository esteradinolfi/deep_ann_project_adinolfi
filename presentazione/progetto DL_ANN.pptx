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6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7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8.xml" ContentType="application/vnd.openxmlformats-officedocument.presentationml.notesSlide+xml"/>
  <Override PartName="/ppt/diagrams/data15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8.xml" ContentType="application/vnd.ms-office.drawingml.diagramDrawing+xml"/>
  <Override PartName="/ppt/notesSlides/notesSlide9.xml" ContentType="application/vnd.openxmlformats-officedocument.presentationml.notesSlide+xml"/>
  <Override PartName="/ppt/diagrams/data19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19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0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0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21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3.xml" ContentType="application/vnd.ms-office.drawingml.diagramDrawing+xml"/>
  <Override PartName="/ppt/notesSlides/notesSlide11.xml" ContentType="application/vnd.openxmlformats-officedocument.presentationml.notesSlide+xml"/>
  <Override PartName="/ppt/diagrams/data24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4.xml" ContentType="application/vnd.ms-office.drawingml.diagramDrawing+xml"/>
  <Override PartName="/ppt/diagrams/data36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5.xml" ContentType="application/vnd.ms-office.drawingml.diagramDrawing+xml"/>
  <Override PartName="/ppt/diagrams/data37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6.xml" ContentType="application/vnd.ms-office.drawingml.diagramDrawing+xml"/>
  <Override PartName="/ppt/diagrams/data38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37.xml" ContentType="application/vnd.ms-office.drawingml.diagramDrawing+xml"/>
  <Override PartName="/ppt/diagrams/data39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38.xml" ContentType="application/vnd.ms-office.drawingml.diagramDrawing+xml"/>
  <Override PartName="/ppt/diagrams/data40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39.xml" ContentType="application/vnd.ms-office.drawingml.diagramDrawing+xml"/>
  <Override PartName="/ppt/diagrams/data41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140.xml" ContentType="application/vnd.openxmlformats-officedocument.drawingml.diagramData+xml"/>
  <Override PartName="/ppt/diagrams/data200.xml" ContentType="application/vnd.openxmlformats-officedocument.drawingml.diagramData+xml"/>
  <Override PartName="/ppt/diagrams/data3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0" r:id="rId1"/>
  </p:sldMasterIdLst>
  <p:notesMasterIdLst>
    <p:notesMasterId r:id="rId34"/>
  </p:notesMasterIdLst>
  <p:sldIdLst>
    <p:sldId id="256" r:id="rId2"/>
    <p:sldId id="257" r:id="rId3"/>
    <p:sldId id="259" r:id="rId4"/>
    <p:sldId id="258" r:id="rId5"/>
    <p:sldId id="265" r:id="rId6"/>
    <p:sldId id="267" r:id="rId7"/>
    <p:sldId id="269" r:id="rId8"/>
    <p:sldId id="270" r:id="rId9"/>
    <p:sldId id="275" r:id="rId10"/>
    <p:sldId id="271" r:id="rId11"/>
    <p:sldId id="276" r:id="rId12"/>
    <p:sldId id="277" r:id="rId13"/>
    <p:sldId id="278" r:id="rId14"/>
    <p:sldId id="279" r:id="rId15"/>
    <p:sldId id="272" r:id="rId16"/>
    <p:sldId id="280" r:id="rId17"/>
    <p:sldId id="281" r:id="rId18"/>
    <p:sldId id="282" r:id="rId19"/>
    <p:sldId id="283" r:id="rId20"/>
    <p:sldId id="273" r:id="rId21"/>
    <p:sldId id="284" r:id="rId22"/>
    <p:sldId id="285" r:id="rId23"/>
    <p:sldId id="274" r:id="rId24"/>
    <p:sldId id="286" r:id="rId25"/>
    <p:sldId id="287" r:id="rId26"/>
    <p:sldId id="288" r:id="rId27"/>
    <p:sldId id="289" r:id="rId28"/>
    <p:sldId id="290" r:id="rId29"/>
    <p:sldId id="293" r:id="rId30"/>
    <p:sldId id="291" r:id="rId31"/>
    <p:sldId id="292" r:id="rId32"/>
    <p:sldId id="268" r:id="rId3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8895"/>
    <a:srgbClr val="FFFFCC"/>
    <a:srgbClr val="9D90A0"/>
    <a:srgbClr val="B2AAB3"/>
    <a:srgbClr val="C6DDF4"/>
    <a:srgbClr val="D1CCD2"/>
    <a:srgbClr val="FFCCCC"/>
    <a:srgbClr val="FF9999"/>
    <a:srgbClr val="CCECFF"/>
    <a:srgbClr val="85B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Stile con tema 1 - Color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A488322-F2BA-4B5B-9748-0D474271808F}" styleName="Stile medio 3 - Color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Stile scuro 1 - Color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8" autoAdjust="0"/>
    <p:restoredTop sz="82045" autoAdjust="0"/>
  </p:normalViewPr>
  <p:slideViewPr>
    <p:cSldViewPr snapToGrid="0">
      <p:cViewPr varScale="1">
        <p:scale>
          <a:sx n="64" d="100"/>
          <a:sy n="64" d="100"/>
        </p:scale>
        <p:origin x="374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it-IT" b="1" dirty="0"/>
              <a:t>Intensità del</a:t>
            </a:r>
            <a:r>
              <a:rPr lang="it-IT" b="1" baseline="0" dirty="0"/>
              <a:t> disturbo per tipo di minaccia</a:t>
            </a:r>
            <a:endParaRPr lang="it-IT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Economica</c:v>
                </c:pt>
              </c:strCache>
            </c:strRef>
          </c:tx>
          <c:spPr>
            <a:solidFill>
              <a:srgbClr val="FFFFCC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24.6</c:v>
                </c:pt>
                <c:pt idx="1">
                  <c:v>57.2</c:v>
                </c:pt>
                <c:pt idx="2">
                  <c:v>30.9</c:v>
                </c:pt>
                <c:pt idx="3">
                  <c:v>31.7</c:v>
                </c:pt>
                <c:pt idx="4">
                  <c:v>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3-48EF-A754-5C742C5C9422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IT/Sistema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32.5</c:v>
                </c:pt>
                <c:pt idx="1">
                  <c:v>17.5</c:v>
                </c:pt>
                <c:pt idx="2">
                  <c:v>34.299999999999997</c:v>
                </c:pt>
                <c:pt idx="3">
                  <c:v>37.9</c:v>
                </c:pt>
                <c:pt idx="4">
                  <c:v>13.3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E3-48EF-A754-5C742C5C9422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Legale</c:v>
                </c:pt>
              </c:strCache>
            </c:strRef>
          </c:tx>
          <c:spPr>
            <a:solidFill>
              <a:srgbClr val="FF9999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42.9</c:v>
                </c:pt>
                <c:pt idx="1">
                  <c:v>25.3</c:v>
                </c:pt>
                <c:pt idx="2">
                  <c:v>34.799999999999997</c:v>
                </c:pt>
                <c:pt idx="3">
                  <c:v>30.4</c:v>
                </c:pt>
                <c:pt idx="4">
                  <c:v>72.5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E3-48EF-A754-5C742C5C942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79988832"/>
        <c:axId val="1179986432"/>
      </c:barChart>
      <c:catAx>
        <c:axId val="1179988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6432"/>
        <c:crosses val="autoZero"/>
        <c:auto val="1"/>
        <c:lblAlgn val="ctr"/>
        <c:lblOffset val="100"/>
        <c:noMultiLvlLbl val="0"/>
      </c:catAx>
      <c:valAx>
        <c:axId val="1179986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330" b="0" i="0" u="none" strike="noStrike" kern="1200" baseline="0" dirty="0">
                    <a:solidFill>
                      <a:sysClr val="windowText" lastClr="000000"/>
                    </a:solidFill>
                  </a:rPr>
                  <a:t>% delle domande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it-IT" b="1" dirty="0"/>
              <a:t>Efficacia su validità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Economica</c:v>
                </c:pt>
              </c:strCache>
            </c:strRef>
          </c:tx>
          <c:spPr>
            <a:solidFill>
              <a:srgbClr val="FFFFCC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42.1</c:v>
                </c:pt>
                <c:pt idx="1">
                  <c:v>33.6</c:v>
                </c:pt>
                <c:pt idx="2">
                  <c:v>32.9</c:v>
                </c:pt>
                <c:pt idx="3">
                  <c:v>32.9</c:v>
                </c:pt>
                <c:pt idx="4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3-48EF-A754-5C742C5C9422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IT/Sistema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38.5</c:v>
                </c:pt>
                <c:pt idx="1">
                  <c:v>33.200000000000003</c:v>
                </c:pt>
                <c:pt idx="2">
                  <c:v>33.200000000000003</c:v>
                </c:pt>
                <c:pt idx="3">
                  <c:v>37.700000000000003</c:v>
                </c:pt>
                <c:pt idx="4">
                  <c:v>54.4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E3-48EF-A754-5C742C5C9422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Legale</c:v>
                </c:pt>
              </c:strCache>
            </c:strRef>
          </c:tx>
          <c:spPr>
            <a:solidFill>
              <a:srgbClr val="FF9999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19.399999999999999</c:v>
                </c:pt>
                <c:pt idx="1">
                  <c:v>33.200000000000003</c:v>
                </c:pt>
                <c:pt idx="2">
                  <c:v>33.9</c:v>
                </c:pt>
                <c:pt idx="3">
                  <c:v>29.4</c:v>
                </c:pt>
                <c:pt idx="4">
                  <c:v>26.4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E3-48EF-A754-5C742C5C942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79988832"/>
        <c:axId val="1179986432"/>
      </c:barChart>
      <c:catAx>
        <c:axId val="1179988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6432"/>
        <c:crosses val="autoZero"/>
        <c:auto val="1"/>
        <c:lblAlgn val="ctr"/>
        <c:lblOffset val="100"/>
        <c:noMultiLvlLbl val="0"/>
      </c:catAx>
      <c:valAx>
        <c:axId val="1179986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1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b="0" i="1"/>
                  <a:t>% delle domande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1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</a:defRPr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it-IT" b="1" dirty="0"/>
              <a:t>Efficacia su coerenza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Economica</c:v>
                </c:pt>
              </c:strCache>
            </c:strRef>
          </c:tx>
          <c:spPr>
            <a:solidFill>
              <a:srgbClr val="FFFFCC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41.3</c:v>
                </c:pt>
                <c:pt idx="1">
                  <c:v>28.9</c:v>
                </c:pt>
                <c:pt idx="2">
                  <c:v>32.6</c:v>
                </c:pt>
                <c:pt idx="3">
                  <c:v>33</c:v>
                </c:pt>
                <c:pt idx="4">
                  <c:v>20.399999999999999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3-48EF-A754-5C742C5C9422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IT/Sistema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38.5</c:v>
                </c:pt>
                <c:pt idx="1">
                  <c:v>41.6</c:v>
                </c:pt>
                <c:pt idx="2">
                  <c:v>36.9</c:v>
                </c:pt>
                <c:pt idx="3">
                  <c:v>40.799999999999997</c:v>
                </c:pt>
                <c:pt idx="4">
                  <c:v>50.2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E3-48EF-A754-5C742C5C9422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Legale</c:v>
                </c:pt>
              </c:strCache>
            </c:strRef>
          </c:tx>
          <c:spPr>
            <a:solidFill>
              <a:srgbClr val="FF9999"/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160M</c:v>
                </c:pt>
                <c:pt idx="1">
                  <c:v>1B</c:v>
                </c:pt>
                <c:pt idx="2">
                  <c:v>1.4B</c:v>
                </c:pt>
                <c:pt idx="3">
                  <c:v> 2.8B</c:v>
                </c:pt>
                <c:pt idx="4">
                  <c:v>6.9B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20.2</c:v>
                </c:pt>
                <c:pt idx="1">
                  <c:v>29.5</c:v>
                </c:pt>
                <c:pt idx="2">
                  <c:v>30.5</c:v>
                </c:pt>
                <c:pt idx="3">
                  <c:v>26.2</c:v>
                </c:pt>
                <c:pt idx="4">
                  <c:v>29.4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E3-48EF-A754-5C742C5C942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79988832"/>
        <c:axId val="1179986432"/>
      </c:barChart>
      <c:catAx>
        <c:axId val="1179988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6432"/>
        <c:crosses val="autoZero"/>
        <c:auto val="1"/>
        <c:lblAlgn val="ctr"/>
        <c:lblOffset val="100"/>
        <c:noMultiLvlLbl val="0"/>
      </c:catAx>
      <c:valAx>
        <c:axId val="1179986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% delle domande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79988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</a:defRPr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diagrams/_rels/data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0.png"/></Relationships>
</file>

<file path=ppt/diagrams/_rels/data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40.png"/><Relationship Id="rId1" Type="http://schemas.openxmlformats.org/officeDocument/2006/relationships/image" Target="../media/image230.png"/><Relationship Id="rId4" Type="http://schemas.openxmlformats.org/officeDocument/2006/relationships/image" Target="../media/image26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15B795-FCF5-4885-BB79-9CB3640DBCC5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it-IT"/>
        </a:p>
      </dgm:t>
    </dgm:pt>
    <dgm:pt modelId="{E197F7FF-0AA2-4AA7-8CE3-D816B3D8FB00}">
      <dgm:prSet custT="1"/>
      <dgm:spPr/>
      <dgm:t>
        <a:bodyPr/>
        <a:lstStyle/>
        <a:p>
          <a:r>
            <a:rPr lang="it-IT" sz="1600" dirty="0"/>
            <a:t>Fatica a rispettare il formato a scelta multipla dei questionari</a:t>
          </a:r>
        </a:p>
      </dgm:t>
    </dgm:pt>
    <dgm:pt modelId="{EFE6C5A9-D3A4-43AC-8991-FDA495A4F584}" type="parTrans" cxnId="{40796117-8458-4FE0-9CEA-7D549DB59874}">
      <dgm:prSet/>
      <dgm:spPr/>
      <dgm:t>
        <a:bodyPr/>
        <a:lstStyle/>
        <a:p>
          <a:endParaRPr lang="it-IT" sz="2400"/>
        </a:p>
      </dgm:t>
    </dgm:pt>
    <dgm:pt modelId="{BD78EAA0-82F3-4DAC-A42F-2838AAB304A0}" type="sibTrans" cxnId="{40796117-8458-4FE0-9CEA-7D549DB59874}">
      <dgm:prSet/>
      <dgm:spPr/>
      <dgm:t>
        <a:bodyPr/>
        <a:lstStyle/>
        <a:p>
          <a:endParaRPr lang="it-IT" sz="2400"/>
        </a:p>
      </dgm:t>
    </dgm:pt>
    <dgm:pt modelId="{2AC6CB73-DDEC-42BE-87CF-DB227E2C7CC3}">
      <dgm:prSet custT="1"/>
      <dgm:spPr/>
      <dgm:t>
        <a:bodyPr/>
        <a:lstStyle/>
        <a:p>
          <a:r>
            <a:rPr lang="it-IT" sz="1600" dirty="0"/>
            <a:t>Bias dovuti al RLHF (</a:t>
          </a:r>
          <a:r>
            <a:rPr lang="en-US" sz="1600" dirty="0"/>
            <a:t>Reinforcement Learning from Human Feedback</a:t>
          </a:r>
          <a:r>
            <a:rPr lang="it-IT" sz="1600" dirty="0"/>
            <a:t>) e all’obbligo sul formato</a:t>
          </a:r>
        </a:p>
      </dgm:t>
    </dgm:pt>
    <dgm:pt modelId="{4283A7A4-9971-4169-ABD8-21A781A0D788}" type="parTrans" cxnId="{25F8D70B-9BC7-4491-A17B-20923416CF7F}">
      <dgm:prSet/>
      <dgm:spPr/>
      <dgm:t>
        <a:bodyPr/>
        <a:lstStyle/>
        <a:p>
          <a:endParaRPr lang="it-IT" sz="2400"/>
        </a:p>
      </dgm:t>
    </dgm:pt>
    <dgm:pt modelId="{C73E8934-2231-41B3-B71B-61521E397F4E}" type="sibTrans" cxnId="{25F8D70B-9BC7-4491-A17B-20923416CF7F}">
      <dgm:prSet/>
      <dgm:spPr/>
      <dgm:t>
        <a:bodyPr/>
        <a:lstStyle/>
        <a:p>
          <a:endParaRPr lang="it-IT" sz="2400"/>
        </a:p>
      </dgm:t>
    </dgm:pt>
    <dgm:pt modelId="{1ECBE274-796E-4A75-B781-672DF2380CE1}">
      <dgm:prSet custT="1"/>
      <dgm:spPr/>
      <dgm:t>
        <a:bodyPr/>
        <a:lstStyle/>
        <a:p>
          <a:r>
            <a:rPr lang="it-IT" sz="1300" dirty="0"/>
            <a:t>Sovra-rappresentazione della popolazione con un alto livello di istruzione e orientamenti politici liberali</a:t>
          </a:r>
        </a:p>
      </dgm:t>
    </dgm:pt>
    <dgm:pt modelId="{9A5BA938-45BC-4CB7-A6CE-1EA9D41A65B8}" type="parTrans" cxnId="{9F0D8068-313A-4B4C-A370-EA56F230E3B6}">
      <dgm:prSet/>
      <dgm:spPr/>
      <dgm:t>
        <a:bodyPr/>
        <a:lstStyle/>
        <a:p>
          <a:endParaRPr lang="it-IT" sz="2400"/>
        </a:p>
      </dgm:t>
    </dgm:pt>
    <dgm:pt modelId="{F237C580-7B48-45FE-92E1-24CA2E57D7CE}" type="sibTrans" cxnId="{9F0D8068-313A-4B4C-A370-EA56F230E3B6}">
      <dgm:prSet/>
      <dgm:spPr/>
      <dgm:t>
        <a:bodyPr/>
        <a:lstStyle/>
        <a:p>
          <a:endParaRPr lang="it-IT" sz="2400"/>
        </a:p>
      </dgm:t>
    </dgm:pt>
    <dgm:pt modelId="{A5E0449E-939C-4032-82C8-75BA0F1E8F1A}">
      <dgm:prSet custT="1"/>
      <dgm:spPr/>
      <dgm:t>
        <a:bodyPr/>
        <a:lstStyle/>
        <a:p>
          <a:r>
            <a:rPr lang="it-IT" sz="1600"/>
            <a:t>Pew Research Center</a:t>
          </a:r>
          <a:endParaRPr lang="it-IT" sz="1600" dirty="0"/>
        </a:p>
      </dgm:t>
    </dgm:pt>
    <dgm:pt modelId="{C3238923-11B4-4328-8C23-B4FF5FEDB788}" type="parTrans" cxnId="{2D0B2B77-5E37-4ED4-A546-E82073DA06FE}">
      <dgm:prSet/>
      <dgm:spPr/>
      <dgm:t>
        <a:bodyPr/>
        <a:lstStyle/>
        <a:p>
          <a:endParaRPr lang="it-IT"/>
        </a:p>
      </dgm:t>
    </dgm:pt>
    <dgm:pt modelId="{BDB0862C-4E61-4286-943E-8AE612A8A222}" type="sibTrans" cxnId="{2D0B2B77-5E37-4ED4-A546-E82073DA06FE}">
      <dgm:prSet/>
      <dgm:spPr/>
      <dgm:t>
        <a:bodyPr/>
        <a:lstStyle/>
        <a:p>
          <a:endParaRPr lang="it-IT"/>
        </a:p>
      </dgm:t>
    </dgm:pt>
    <dgm:pt modelId="{F5B86932-DA70-491F-A884-29A3C0678FE9}" type="pres">
      <dgm:prSet presAssocID="{2B15B795-FCF5-4885-BB79-9CB3640DBCC5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F7C3998-95FE-4624-9A70-0B81A66C05C5}" type="pres">
      <dgm:prSet presAssocID="{E197F7FF-0AA2-4AA7-8CE3-D816B3D8FB00}" presName="hierRoot1" presStyleCnt="0">
        <dgm:presLayoutVars>
          <dgm:hierBranch val="init"/>
        </dgm:presLayoutVars>
      </dgm:prSet>
      <dgm:spPr/>
    </dgm:pt>
    <dgm:pt modelId="{B8A63E7C-4671-408A-A53B-90179F6B4159}" type="pres">
      <dgm:prSet presAssocID="{E197F7FF-0AA2-4AA7-8CE3-D816B3D8FB00}" presName="rootComposite1" presStyleCnt="0"/>
      <dgm:spPr/>
    </dgm:pt>
    <dgm:pt modelId="{A4266152-04CF-4166-A930-BEBF56B58869}" type="pres">
      <dgm:prSet presAssocID="{E197F7FF-0AA2-4AA7-8CE3-D816B3D8FB00}" presName="rootText1" presStyleLbl="alignAcc1" presStyleIdx="0" presStyleCnt="0">
        <dgm:presLayoutVars>
          <dgm:chPref val="3"/>
        </dgm:presLayoutVars>
      </dgm:prSet>
      <dgm:spPr/>
    </dgm:pt>
    <dgm:pt modelId="{6DEFFAA1-DD9D-49A2-94B7-80A530B38979}" type="pres">
      <dgm:prSet presAssocID="{E197F7FF-0AA2-4AA7-8CE3-D816B3D8FB00}" presName="topArc1" presStyleLbl="parChTrans1D1" presStyleIdx="0" presStyleCnt="8"/>
      <dgm:spPr/>
    </dgm:pt>
    <dgm:pt modelId="{CAD3FA9D-5A70-428E-924F-8A31F25FC4B5}" type="pres">
      <dgm:prSet presAssocID="{E197F7FF-0AA2-4AA7-8CE3-D816B3D8FB00}" presName="bottomArc1" presStyleLbl="parChTrans1D1" presStyleIdx="1" presStyleCnt="8"/>
      <dgm:spPr/>
    </dgm:pt>
    <dgm:pt modelId="{B86A25DD-BF19-4FA2-B3C6-CA5FB652B70A}" type="pres">
      <dgm:prSet presAssocID="{E197F7FF-0AA2-4AA7-8CE3-D816B3D8FB00}" presName="topConnNode1" presStyleLbl="node1" presStyleIdx="0" presStyleCnt="0"/>
      <dgm:spPr/>
    </dgm:pt>
    <dgm:pt modelId="{026020A8-CB53-4DEF-A0E0-257103E9DD53}" type="pres">
      <dgm:prSet presAssocID="{E197F7FF-0AA2-4AA7-8CE3-D816B3D8FB00}" presName="hierChild2" presStyleCnt="0"/>
      <dgm:spPr/>
    </dgm:pt>
    <dgm:pt modelId="{072259E9-0F75-40E6-9153-D757ABEA84A6}" type="pres">
      <dgm:prSet presAssocID="{C3238923-11B4-4328-8C23-B4FF5FEDB788}" presName="Name28" presStyleLbl="parChTrans1D2" presStyleIdx="0" presStyleCnt="2"/>
      <dgm:spPr/>
    </dgm:pt>
    <dgm:pt modelId="{4B4BA17E-C25F-4590-8836-DBD3D7E97CBF}" type="pres">
      <dgm:prSet presAssocID="{A5E0449E-939C-4032-82C8-75BA0F1E8F1A}" presName="hierRoot2" presStyleCnt="0">
        <dgm:presLayoutVars>
          <dgm:hierBranch val="init"/>
        </dgm:presLayoutVars>
      </dgm:prSet>
      <dgm:spPr/>
    </dgm:pt>
    <dgm:pt modelId="{62DA0521-1B1F-47FA-92C5-73F9ABBB510B}" type="pres">
      <dgm:prSet presAssocID="{A5E0449E-939C-4032-82C8-75BA0F1E8F1A}" presName="rootComposite2" presStyleCnt="0"/>
      <dgm:spPr/>
    </dgm:pt>
    <dgm:pt modelId="{738BAEAB-66A3-41A9-9B26-565E8447D58C}" type="pres">
      <dgm:prSet presAssocID="{A5E0449E-939C-4032-82C8-75BA0F1E8F1A}" presName="rootText2" presStyleLbl="alignAcc1" presStyleIdx="0" presStyleCnt="0">
        <dgm:presLayoutVars>
          <dgm:chPref val="3"/>
        </dgm:presLayoutVars>
      </dgm:prSet>
      <dgm:spPr/>
    </dgm:pt>
    <dgm:pt modelId="{561C0B00-337C-487C-B8BF-75EF88420756}" type="pres">
      <dgm:prSet presAssocID="{A5E0449E-939C-4032-82C8-75BA0F1E8F1A}" presName="topArc2" presStyleLbl="parChTrans1D1" presStyleIdx="2" presStyleCnt="8"/>
      <dgm:spPr/>
    </dgm:pt>
    <dgm:pt modelId="{18EC7488-6A7D-49C2-BC7B-53BF174F8D26}" type="pres">
      <dgm:prSet presAssocID="{A5E0449E-939C-4032-82C8-75BA0F1E8F1A}" presName="bottomArc2" presStyleLbl="parChTrans1D1" presStyleIdx="3" presStyleCnt="8"/>
      <dgm:spPr/>
    </dgm:pt>
    <dgm:pt modelId="{B0193D44-B5EC-4B44-B965-8E6DD255EA93}" type="pres">
      <dgm:prSet presAssocID="{A5E0449E-939C-4032-82C8-75BA0F1E8F1A}" presName="topConnNode2" presStyleLbl="node2" presStyleIdx="0" presStyleCnt="0"/>
      <dgm:spPr/>
    </dgm:pt>
    <dgm:pt modelId="{9C6E7C39-E16E-4CB1-AB04-AB737A1C5994}" type="pres">
      <dgm:prSet presAssocID="{A5E0449E-939C-4032-82C8-75BA0F1E8F1A}" presName="hierChild4" presStyleCnt="0"/>
      <dgm:spPr/>
    </dgm:pt>
    <dgm:pt modelId="{A048C475-241F-4A86-BF4A-9E512490847B}" type="pres">
      <dgm:prSet presAssocID="{A5E0449E-939C-4032-82C8-75BA0F1E8F1A}" presName="hierChild5" presStyleCnt="0"/>
      <dgm:spPr/>
    </dgm:pt>
    <dgm:pt modelId="{70B25983-7D49-4226-A541-19F761A3FBDF}" type="pres">
      <dgm:prSet presAssocID="{E197F7FF-0AA2-4AA7-8CE3-D816B3D8FB00}" presName="hierChild3" presStyleCnt="0"/>
      <dgm:spPr/>
    </dgm:pt>
    <dgm:pt modelId="{144BA4ED-EA82-4EB7-81CE-9323ECF92EB1}" type="pres">
      <dgm:prSet presAssocID="{2AC6CB73-DDEC-42BE-87CF-DB227E2C7CC3}" presName="hierRoot1" presStyleCnt="0">
        <dgm:presLayoutVars>
          <dgm:hierBranch val="init"/>
        </dgm:presLayoutVars>
      </dgm:prSet>
      <dgm:spPr/>
    </dgm:pt>
    <dgm:pt modelId="{F1F0F9E1-2FBE-47BB-B5DA-6F0C24EBEDC0}" type="pres">
      <dgm:prSet presAssocID="{2AC6CB73-DDEC-42BE-87CF-DB227E2C7CC3}" presName="rootComposite1" presStyleCnt="0"/>
      <dgm:spPr/>
    </dgm:pt>
    <dgm:pt modelId="{0B31A6E6-D9A2-4657-8E6E-09DF3FD80A68}" type="pres">
      <dgm:prSet presAssocID="{2AC6CB73-DDEC-42BE-87CF-DB227E2C7CC3}" presName="rootText1" presStyleLbl="alignAcc1" presStyleIdx="0" presStyleCnt="0">
        <dgm:presLayoutVars>
          <dgm:chPref val="3"/>
        </dgm:presLayoutVars>
      </dgm:prSet>
      <dgm:spPr/>
    </dgm:pt>
    <dgm:pt modelId="{2DE8982C-071D-43FF-A6CF-6B6407EA2CEE}" type="pres">
      <dgm:prSet presAssocID="{2AC6CB73-DDEC-42BE-87CF-DB227E2C7CC3}" presName="topArc1" presStyleLbl="parChTrans1D1" presStyleIdx="4" presStyleCnt="8"/>
      <dgm:spPr/>
    </dgm:pt>
    <dgm:pt modelId="{E68A121A-E4BD-435C-90F0-CE27AC8435E3}" type="pres">
      <dgm:prSet presAssocID="{2AC6CB73-DDEC-42BE-87CF-DB227E2C7CC3}" presName="bottomArc1" presStyleLbl="parChTrans1D1" presStyleIdx="5" presStyleCnt="8"/>
      <dgm:spPr/>
    </dgm:pt>
    <dgm:pt modelId="{9F72AF24-6742-41E4-83E4-EE6E54ED5D6D}" type="pres">
      <dgm:prSet presAssocID="{2AC6CB73-DDEC-42BE-87CF-DB227E2C7CC3}" presName="topConnNode1" presStyleLbl="node1" presStyleIdx="0" presStyleCnt="0"/>
      <dgm:spPr/>
    </dgm:pt>
    <dgm:pt modelId="{74D4FDCA-9BE6-4103-B796-2FFA0E7ABCA9}" type="pres">
      <dgm:prSet presAssocID="{2AC6CB73-DDEC-42BE-87CF-DB227E2C7CC3}" presName="hierChild2" presStyleCnt="0"/>
      <dgm:spPr/>
    </dgm:pt>
    <dgm:pt modelId="{E98809D1-EDE4-40D8-9CB9-C1A9FC3A1179}" type="pres">
      <dgm:prSet presAssocID="{9A5BA938-45BC-4CB7-A6CE-1EA9D41A65B8}" presName="Name28" presStyleLbl="parChTrans1D2" presStyleIdx="1" presStyleCnt="2"/>
      <dgm:spPr/>
    </dgm:pt>
    <dgm:pt modelId="{225CC2E0-FA24-42E3-8D18-ABC7BA60E2BE}" type="pres">
      <dgm:prSet presAssocID="{1ECBE274-796E-4A75-B781-672DF2380CE1}" presName="hierRoot2" presStyleCnt="0">
        <dgm:presLayoutVars>
          <dgm:hierBranch val="init"/>
        </dgm:presLayoutVars>
      </dgm:prSet>
      <dgm:spPr/>
    </dgm:pt>
    <dgm:pt modelId="{4B66B8CD-7678-4D33-8CFB-8035866AE1E4}" type="pres">
      <dgm:prSet presAssocID="{1ECBE274-796E-4A75-B781-672DF2380CE1}" presName="rootComposite2" presStyleCnt="0"/>
      <dgm:spPr/>
    </dgm:pt>
    <dgm:pt modelId="{327035E0-211F-481D-816B-DA38694E4548}" type="pres">
      <dgm:prSet presAssocID="{1ECBE274-796E-4A75-B781-672DF2380CE1}" presName="rootText2" presStyleLbl="alignAcc1" presStyleIdx="0" presStyleCnt="0">
        <dgm:presLayoutVars>
          <dgm:chPref val="3"/>
        </dgm:presLayoutVars>
      </dgm:prSet>
      <dgm:spPr/>
    </dgm:pt>
    <dgm:pt modelId="{72EF618D-9D99-45F1-8159-FAE7F08C098F}" type="pres">
      <dgm:prSet presAssocID="{1ECBE274-796E-4A75-B781-672DF2380CE1}" presName="topArc2" presStyleLbl="parChTrans1D1" presStyleIdx="6" presStyleCnt="8"/>
      <dgm:spPr/>
    </dgm:pt>
    <dgm:pt modelId="{9374B672-C0EB-4362-A4E2-1E22EE3334B0}" type="pres">
      <dgm:prSet presAssocID="{1ECBE274-796E-4A75-B781-672DF2380CE1}" presName="bottomArc2" presStyleLbl="parChTrans1D1" presStyleIdx="7" presStyleCnt="8"/>
      <dgm:spPr/>
    </dgm:pt>
    <dgm:pt modelId="{97D78805-96D2-41D2-B2A0-42DAAED9EA37}" type="pres">
      <dgm:prSet presAssocID="{1ECBE274-796E-4A75-B781-672DF2380CE1}" presName="topConnNode2" presStyleLbl="node2" presStyleIdx="0" presStyleCnt="0"/>
      <dgm:spPr/>
    </dgm:pt>
    <dgm:pt modelId="{D8AB4EA5-85AE-47CB-A58B-F93633025C9D}" type="pres">
      <dgm:prSet presAssocID="{1ECBE274-796E-4A75-B781-672DF2380CE1}" presName="hierChild4" presStyleCnt="0"/>
      <dgm:spPr/>
    </dgm:pt>
    <dgm:pt modelId="{300F4592-929E-42FB-B33D-73732AA48DDA}" type="pres">
      <dgm:prSet presAssocID="{1ECBE274-796E-4A75-B781-672DF2380CE1}" presName="hierChild5" presStyleCnt="0"/>
      <dgm:spPr/>
    </dgm:pt>
    <dgm:pt modelId="{78918AA8-B07C-4C25-B786-037054AC4965}" type="pres">
      <dgm:prSet presAssocID="{2AC6CB73-DDEC-42BE-87CF-DB227E2C7CC3}" presName="hierChild3" presStyleCnt="0"/>
      <dgm:spPr/>
    </dgm:pt>
  </dgm:ptLst>
  <dgm:cxnLst>
    <dgm:cxn modelId="{BD6FED07-0997-4CEC-8271-BB491F1A1CAB}" type="presOf" srcId="{2AC6CB73-DDEC-42BE-87CF-DB227E2C7CC3}" destId="{0B31A6E6-D9A2-4657-8E6E-09DF3FD80A68}" srcOrd="0" destOrd="0" presId="urn:microsoft.com/office/officeart/2008/layout/HalfCircleOrganizationChart"/>
    <dgm:cxn modelId="{FB318A0A-E84E-4E8F-B637-C6F9E2D168FC}" type="presOf" srcId="{1ECBE274-796E-4A75-B781-672DF2380CE1}" destId="{97D78805-96D2-41D2-B2A0-42DAAED9EA37}" srcOrd="1" destOrd="0" presId="urn:microsoft.com/office/officeart/2008/layout/HalfCircleOrganizationChart"/>
    <dgm:cxn modelId="{25F8D70B-9BC7-4491-A17B-20923416CF7F}" srcId="{2B15B795-FCF5-4885-BB79-9CB3640DBCC5}" destId="{2AC6CB73-DDEC-42BE-87CF-DB227E2C7CC3}" srcOrd="1" destOrd="0" parTransId="{4283A7A4-9971-4169-ABD8-21A781A0D788}" sibTransId="{C73E8934-2231-41B3-B71B-61521E397F4E}"/>
    <dgm:cxn modelId="{40796117-8458-4FE0-9CEA-7D549DB59874}" srcId="{2B15B795-FCF5-4885-BB79-9CB3640DBCC5}" destId="{E197F7FF-0AA2-4AA7-8CE3-D816B3D8FB00}" srcOrd="0" destOrd="0" parTransId="{EFE6C5A9-D3A4-43AC-8991-FDA495A4F584}" sibTransId="{BD78EAA0-82F3-4DAC-A42F-2838AAB304A0}"/>
    <dgm:cxn modelId="{F635381E-3E8C-4DD9-9DFC-5352DADE8C9E}" type="presOf" srcId="{C3238923-11B4-4328-8C23-B4FF5FEDB788}" destId="{072259E9-0F75-40E6-9153-D757ABEA84A6}" srcOrd="0" destOrd="0" presId="urn:microsoft.com/office/officeart/2008/layout/HalfCircleOrganizationChart"/>
    <dgm:cxn modelId="{9F0D8068-313A-4B4C-A370-EA56F230E3B6}" srcId="{2AC6CB73-DDEC-42BE-87CF-DB227E2C7CC3}" destId="{1ECBE274-796E-4A75-B781-672DF2380CE1}" srcOrd="0" destOrd="0" parTransId="{9A5BA938-45BC-4CB7-A6CE-1EA9D41A65B8}" sibTransId="{F237C580-7B48-45FE-92E1-24CA2E57D7CE}"/>
    <dgm:cxn modelId="{D628CA4C-77C4-495F-8894-72CB383E1E20}" type="presOf" srcId="{E197F7FF-0AA2-4AA7-8CE3-D816B3D8FB00}" destId="{B86A25DD-BF19-4FA2-B3C6-CA5FB652B70A}" srcOrd="1" destOrd="0" presId="urn:microsoft.com/office/officeart/2008/layout/HalfCircleOrganizationChart"/>
    <dgm:cxn modelId="{2D0B2B77-5E37-4ED4-A546-E82073DA06FE}" srcId="{E197F7FF-0AA2-4AA7-8CE3-D816B3D8FB00}" destId="{A5E0449E-939C-4032-82C8-75BA0F1E8F1A}" srcOrd="0" destOrd="0" parTransId="{C3238923-11B4-4328-8C23-B4FF5FEDB788}" sibTransId="{BDB0862C-4E61-4286-943E-8AE612A8A222}"/>
    <dgm:cxn modelId="{23C44979-8DEB-4BBF-954B-06DC91D6C4C5}" type="presOf" srcId="{1ECBE274-796E-4A75-B781-672DF2380CE1}" destId="{327035E0-211F-481D-816B-DA38694E4548}" srcOrd="0" destOrd="0" presId="urn:microsoft.com/office/officeart/2008/layout/HalfCircleOrganizationChart"/>
    <dgm:cxn modelId="{EE3A7689-A01E-4C8B-93AD-03995963D50E}" type="presOf" srcId="{A5E0449E-939C-4032-82C8-75BA0F1E8F1A}" destId="{B0193D44-B5EC-4B44-B965-8E6DD255EA93}" srcOrd="1" destOrd="0" presId="urn:microsoft.com/office/officeart/2008/layout/HalfCircleOrganizationChart"/>
    <dgm:cxn modelId="{A38F959F-F045-400D-9A57-9555410F361E}" type="presOf" srcId="{9A5BA938-45BC-4CB7-A6CE-1EA9D41A65B8}" destId="{E98809D1-EDE4-40D8-9CB9-C1A9FC3A1179}" srcOrd="0" destOrd="0" presId="urn:microsoft.com/office/officeart/2008/layout/HalfCircleOrganizationChart"/>
    <dgm:cxn modelId="{CB8D09A3-C3AC-4EF3-917F-A027D37D4102}" type="presOf" srcId="{2B15B795-FCF5-4885-BB79-9CB3640DBCC5}" destId="{F5B86932-DA70-491F-A884-29A3C0678FE9}" srcOrd="0" destOrd="0" presId="urn:microsoft.com/office/officeart/2008/layout/HalfCircleOrganizationChart"/>
    <dgm:cxn modelId="{D0D507B4-48EC-4899-9D5C-F8B338AC9F58}" type="presOf" srcId="{A5E0449E-939C-4032-82C8-75BA0F1E8F1A}" destId="{738BAEAB-66A3-41A9-9B26-565E8447D58C}" srcOrd="0" destOrd="0" presId="urn:microsoft.com/office/officeart/2008/layout/HalfCircleOrganizationChart"/>
    <dgm:cxn modelId="{83A5A6CC-F7BB-4172-BF5B-1C97836864EF}" type="presOf" srcId="{2AC6CB73-DDEC-42BE-87CF-DB227E2C7CC3}" destId="{9F72AF24-6742-41E4-83E4-EE6E54ED5D6D}" srcOrd="1" destOrd="0" presId="urn:microsoft.com/office/officeart/2008/layout/HalfCircleOrganizationChart"/>
    <dgm:cxn modelId="{140314EF-818E-4647-AD14-04D8772D3BDA}" type="presOf" srcId="{E197F7FF-0AA2-4AA7-8CE3-D816B3D8FB00}" destId="{A4266152-04CF-4166-A930-BEBF56B58869}" srcOrd="0" destOrd="0" presId="urn:microsoft.com/office/officeart/2008/layout/HalfCircleOrganizationChart"/>
    <dgm:cxn modelId="{F15725AA-0AC8-46AE-9BD9-6523691B7AB3}" type="presParOf" srcId="{F5B86932-DA70-491F-A884-29A3C0678FE9}" destId="{EF7C3998-95FE-4624-9A70-0B81A66C05C5}" srcOrd="0" destOrd="0" presId="urn:microsoft.com/office/officeart/2008/layout/HalfCircleOrganizationChart"/>
    <dgm:cxn modelId="{29B7DC14-DB02-4C6C-8E2D-32EA5988178E}" type="presParOf" srcId="{EF7C3998-95FE-4624-9A70-0B81A66C05C5}" destId="{B8A63E7C-4671-408A-A53B-90179F6B4159}" srcOrd="0" destOrd="0" presId="urn:microsoft.com/office/officeart/2008/layout/HalfCircleOrganizationChart"/>
    <dgm:cxn modelId="{C8D54D7B-64EC-4E2E-AC69-D655E807BF51}" type="presParOf" srcId="{B8A63E7C-4671-408A-A53B-90179F6B4159}" destId="{A4266152-04CF-4166-A930-BEBF56B58869}" srcOrd="0" destOrd="0" presId="urn:microsoft.com/office/officeart/2008/layout/HalfCircleOrganizationChart"/>
    <dgm:cxn modelId="{9C0E78C7-0847-4DDE-80CB-72A457005FD1}" type="presParOf" srcId="{B8A63E7C-4671-408A-A53B-90179F6B4159}" destId="{6DEFFAA1-DD9D-49A2-94B7-80A530B38979}" srcOrd="1" destOrd="0" presId="urn:microsoft.com/office/officeart/2008/layout/HalfCircleOrganizationChart"/>
    <dgm:cxn modelId="{23E7119B-C2D6-4304-8CE0-F14CE4CA3373}" type="presParOf" srcId="{B8A63E7C-4671-408A-A53B-90179F6B4159}" destId="{CAD3FA9D-5A70-428E-924F-8A31F25FC4B5}" srcOrd="2" destOrd="0" presId="urn:microsoft.com/office/officeart/2008/layout/HalfCircleOrganizationChart"/>
    <dgm:cxn modelId="{6FF2A1AA-5DA7-4028-8228-E199C76113F8}" type="presParOf" srcId="{B8A63E7C-4671-408A-A53B-90179F6B4159}" destId="{B86A25DD-BF19-4FA2-B3C6-CA5FB652B70A}" srcOrd="3" destOrd="0" presId="urn:microsoft.com/office/officeart/2008/layout/HalfCircleOrganizationChart"/>
    <dgm:cxn modelId="{7BF4E5FE-ADDC-425D-A378-708CB657D1BD}" type="presParOf" srcId="{EF7C3998-95FE-4624-9A70-0B81A66C05C5}" destId="{026020A8-CB53-4DEF-A0E0-257103E9DD53}" srcOrd="1" destOrd="0" presId="urn:microsoft.com/office/officeart/2008/layout/HalfCircleOrganizationChart"/>
    <dgm:cxn modelId="{6742A99A-AA7A-42EE-B5CE-70B01A28585E}" type="presParOf" srcId="{026020A8-CB53-4DEF-A0E0-257103E9DD53}" destId="{072259E9-0F75-40E6-9153-D757ABEA84A6}" srcOrd="0" destOrd="0" presId="urn:microsoft.com/office/officeart/2008/layout/HalfCircleOrganizationChart"/>
    <dgm:cxn modelId="{E94F55D8-902E-4AEC-BA28-8D1DA24819EF}" type="presParOf" srcId="{026020A8-CB53-4DEF-A0E0-257103E9DD53}" destId="{4B4BA17E-C25F-4590-8836-DBD3D7E97CBF}" srcOrd="1" destOrd="0" presId="urn:microsoft.com/office/officeart/2008/layout/HalfCircleOrganizationChart"/>
    <dgm:cxn modelId="{3C8BE9C6-7798-4787-870E-5C9AA34ABE78}" type="presParOf" srcId="{4B4BA17E-C25F-4590-8836-DBD3D7E97CBF}" destId="{62DA0521-1B1F-47FA-92C5-73F9ABBB510B}" srcOrd="0" destOrd="0" presId="urn:microsoft.com/office/officeart/2008/layout/HalfCircleOrganizationChart"/>
    <dgm:cxn modelId="{66DD6F19-FD5E-49BD-AAB9-A9537467DBAE}" type="presParOf" srcId="{62DA0521-1B1F-47FA-92C5-73F9ABBB510B}" destId="{738BAEAB-66A3-41A9-9B26-565E8447D58C}" srcOrd="0" destOrd="0" presId="urn:microsoft.com/office/officeart/2008/layout/HalfCircleOrganizationChart"/>
    <dgm:cxn modelId="{60548472-1FE3-4FDD-BBF0-56EED3DAB6F0}" type="presParOf" srcId="{62DA0521-1B1F-47FA-92C5-73F9ABBB510B}" destId="{561C0B00-337C-487C-B8BF-75EF88420756}" srcOrd="1" destOrd="0" presId="urn:microsoft.com/office/officeart/2008/layout/HalfCircleOrganizationChart"/>
    <dgm:cxn modelId="{A23F0087-0421-4181-A5DE-53578DCBE7C4}" type="presParOf" srcId="{62DA0521-1B1F-47FA-92C5-73F9ABBB510B}" destId="{18EC7488-6A7D-49C2-BC7B-53BF174F8D26}" srcOrd="2" destOrd="0" presId="urn:microsoft.com/office/officeart/2008/layout/HalfCircleOrganizationChart"/>
    <dgm:cxn modelId="{934AF5C5-7C24-48BA-A01B-873742FE0EDC}" type="presParOf" srcId="{62DA0521-1B1F-47FA-92C5-73F9ABBB510B}" destId="{B0193D44-B5EC-4B44-B965-8E6DD255EA93}" srcOrd="3" destOrd="0" presId="urn:microsoft.com/office/officeart/2008/layout/HalfCircleOrganizationChart"/>
    <dgm:cxn modelId="{46B57937-763F-4099-8DC2-209ED9BF2FC9}" type="presParOf" srcId="{4B4BA17E-C25F-4590-8836-DBD3D7E97CBF}" destId="{9C6E7C39-E16E-4CB1-AB04-AB737A1C5994}" srcOrd="1" destOrd="0" presId="urn:microsoft.com/office/officeart/2008/layout/HalfCircleOrganizationChart"/>
    <dgm:cxn modelId="{1669BA50-0F6A-433F-9BD6-F37719189F7A}" type="presParOf" srcId="{4B4BA17E-C25F-4590-8836-DBD3D7E97CBF}" destId="{A048C475-241F-4A86-BF4A-9E512490847B}" srcOrd="2" destOrd="0" presId="urn:microsoft.com/office/officeart/2008/layout/HalfCircleOrganizationChart"/>
    <dgm:cxn modelId="{55E21BE7-A519-4B87-A9BA-3FE8FE4CCBC9}" type="presParOf" srcId="{EF7C3998-95FE-4624-9A70-0B81A66C05C5}" destId="{70B25983-7D49-4226-A541-19F761A3FBDF}" srcOrd="2" destOrd="0" presId="urn:microsoft.com/office/officeart/2008/layout/HalfCircleOrganizationChart"/>
    <dgm:cxn modelId="{A12DF101-9E4E-4AD7-8B7B-FCEEAABD2350}" type="presParOf" srcId="{F5B86932-DA70-491F-A884-29A3C0678FE9}" destId="{144BA4ED-EA82-4EB7-81CE-9323ECF92EB1}" srcOrd="1" destOrd="0" presId="urn:microsoft.com/office/officeart/2008/layout/HalfCircleOrganizationChart"/>
    <dgm:cxn modelId="{2BF4C486-1D45-453F-AA49-47F7E1056D04}" type="presParOf" srcId="{144BA4ED-EA82-4EB7-81CE-9323ECF92EB1}" destId="{F1F0F9E1-2FBE-47BB-B5DA-6F0C24EBEDC0}" srcOrd="0" destOrd="0" presId="urn:microsoft.com/office/officeart/2008/layout/HalfCircleOrganizationChart"/>
    <dgm:cxn modelId="{21A74441-3BDD-4BD3-8DD3-4A01EE98A1A4}" type="presParOf" srcId="{F1F0F9E1-2FBE-47BB-B5DA-6F0C24EBEDC0}" destId="{0B31A6E6-D9A2-4657-8E6E-09DF3FD80A68}" srcOrd="0" destOrd="0" presId="urn:microsoft.com/office/officeart/2008/layout/HalfCircleOrganizationChart"/>
    <dgm:cxn modelId="{EED5686E-A4A4-4062-8ECB-3038825F36E2}" type="presParOf" srcId="{F1F0F9E1-2FBE-47BB-B5DA-6F0C24EBEDC0}" destId="{2DE8982C-071D-43FF-A6CF-6B6407EA2CEE}" srcOrd="1" destOrd="0" presId="urn:microsoft.com/office/officeart/2008/layout/HalfCircleOrganizationChart"/>
    <dgm:cxn modelId="{671C5E59-948C-4D6D-A61D-B7618948BA83}" type="presParOf" srcId="{F1F0F9E1-2FBE-47BB-B5DA-6F0C24EBEDC0}" destId="{E68A121A-E4BD-435C-90F0-CE27AC8435E3}" srcOrd="2" destOrd="0" presId="urn:microsoft.com/office/officeart/2008/layout/HalfCircleOrganizationChart"/>
    <dgm:cxn modelId="{02A947C2-D0CF-40B0-8324-48A32A6D086F}" type="presParOf" srcId="{F1F0F9E1-2FBE-47BB-B5DA-6F0C24EBEDC0}" destId="{9F72AF24-6742-41E4-83E4-EE6E54ED5D6D}" srcOrd="3" destOrd="0" presId="urn:microsoft.com/office/officeart/2008/layout/HalfCircleOrganizationChart"/>
    <dgm:cxn modelId="{AE4B9207-B582-467A-8991-47D8DA8A8A89}" type="presParOf" srcId="{144BA4ED-EA82-4EB7-81CE-9323ECF92EB1}" destId="{74D4FDCA-9BE6-4103-B796-2FFA0E7ABCA9}" srcOrd="1" destOrd="0" presId="urn:microsoft.com/office/officeart/2008/layout/HalfCircleOrganizationChart"/>
    <dgm:cxn modelId="{F2FE15F1-C64A-4AC4-93CE-0BD69B68A90B}" type="presParOf" srcId="{74D4FDCA-9BE6-4103-B796-2FFA0E7ABCA9}" destId="{E98809D1-EDE4-40D8-9CB9-C1A9FC3A1179}" srcOrd="0" destOrd="0" presId="urn:microsoft.com/office/officeart/2008/layout/HalfCircleOrganizationChart"/>
    <dgm:cxn modelId="{D9729CC2-47C2-4957-BCD8-E3AFE5D920A3}" type="presParOf" srcId="{74D4FDCA-9BE6-4103-B796-2FFA0E7ABCA9}" destId="{225CC2E0-FA24-42E3-8D18-ABC7BA60E2BE}" srcOrd="1" destOrd="0" presId="urn:microsoft.com/office/officeart/2008/layout/HalfCircleOrganizationChart"/>
    <dgm:cxn modelId="{E5A1721A-D67C-4CB0-89C1-976FDB0CD6C7}" type="presParOf" srcId="{225CC2E0-FA24-42E3-8D18-ABC7BA60E2BE}" destId="{4B66B8CD-7678-4D33-8CFB-8035866AE1E4}" srcOrd="0" destOrd="0" presId="urn:microsoft.com/office/officeart/2008/layout/HalfCircleOrganizationChart"/>
    <dgm:cxn modelId="{8096DF0F-4E43-41BD-BC34-26BC16B8CCD4}" type="presParOf" srcId="{4B66B8CD-7678-4D33-8CFB-8035866AE1E4}" destId="{327035E0-211F-481D-816B-DA38694E4548}" srcOrd="0" destOrd="0" presId="urn:microsoft.com/office/officeart/2008/layout/HalfCircleOrganizationChart"/>
    <dgm:cxn modelId="{F448BEE5-97EA-4A15-9F7D-9B10841A7D50}" type="presParOf" srcId="{4B66B8CD-7678-4D33-8CFB-8035866AE1E4}" destId="{72EF618D-9D99-45F1-8159-FAE7F08C098F}" srcOrd="1" destOrd="0" presId="urn:microsoft.com/office/officeart/2008/layout/HalfCircleOrganizationChart"/>
    <dgm:cxn modelId="{06686222-66A9-42B7-A7EA-96706D0EE9DD}" type="presParOf" srcId="{4B66B8CD-7678-4D33-8CFB-8035866AE1E4}" destId="{9374B672-C0EB-4362-A4E2-1E22EE3334B0}" srcOrd="2" destOrd="0" presId="urn:microsoft.com/office/officeart/2008/layout/HalfCircleOrganizationChart"/>
    <dgm:cxn modelId="{D9C5C96F-F87A-43C2-90E0-BC3976EEB6EF}" type="presParOf" srcId="{4B66B8CD-7678-4D33-8CFB-8035866AE1E4}" destId="{97D78805-96D2-41D2-B2A0-42DAAED9EA37}" srcOrd="3" destOrd="0" presId="urn:microsoft.com/office/officeart/2008/layout/HalfCircleOrganizationChart"/>
    <dgm:cxn modelId="{A127787B-2ABE-4A2D-9DA9-02AE7026E1CE}" type="presParOf" srcId="{225CC2E0-FA24-42E3-8D18-ABC7BA60E2BE}" destId="{D8AB4EA5-85AE-47CB-A58B-F93633025C9D}" srcOrd="1" destOrd="0" presId="urn:microsoft.com/office/officeart/2008/layout/HalfCircleOrganizationChart"/>
    <dgm:cxn modelId="{D9E957CE-F897-4D35-B98E-683D0024D9E0}" type="presParOf" srcId="{225CC2E0-FA24-42E3-8D18-ABC7BA60E2BE}" destId="{300F4592-929E-42FB-B33D-73732AA48DDA}" srcOrd="2" destOrd="0" presId="urn:microsoft.com/office/officeart/2008/layout/HalfCircleOrganizationChart"/>
    <dgm:cxn modelId="{5E1D99DC-03CC-4BB1-93D3-798502E49931}" type="presParOf" srcId="{144BA4ED-EA82-4EB7-81CE-9323ECF92EB1}" destId="{78918AA8-B07C-4C25-B786-037054AC4965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6A8B52-4F9D-4B0C-A03F-B70771CC887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852CA4A7-6F22-4FD6-9607-73DB99918EDB}">
      <dgm:prSet/>
      <dgm:spPr/>
      <dgm:t>
        <a:bodyPr/>
        <a:lstStyle/>
        <a:p>
          <a:pPr algn="r"/>
          <a:r>
            <a:rPr lang="it-IT" b="0" i="0" baseline="0" dirty="0"/>
            <a:t>Famiglia </a:t>
          </a:r>
          <a:r>
            <a:rPr lang="it-IT" b="0" i="0" baseline="0" dirty="0" err="1"/>
            <a:t>Pythia</a:t>
          </a:r>
          <a:endParaRPr lang="it-IT" dirty="0"/>
        </a:p>
      </dgm:t>
    </dgm:pt>
    <dgm:pt modelId="{05D443DA-BEC3-4DCE-BCB3-3FB6ECDDF875}" type="parTrans" cxnId="{C8286C3D-39DE-4FDA-8996-5CBB4469AAF0}">
      <dgm:prSet/>
      <dgm:spPr/>
      <dgm:t>
        <a:bodyPr/>
        <a:lstStyle/>
        <a:p>
          <a:endParaRPr lang="it-IT"/>
        </a:p>
      </dgm:t>
    </dgm:pt>
    <dgm:pt modelId="{F8E5FC2B-8783-43DD-A0FA-FEEE0A7887C4}" type="sibTrans" cxnId="{C8286C3D-39DE-4FDA-8996-5CBB4469AAF0}">
      <dgm:prSet/>
      <dgm:spPr/>
      <dgm:t>
        <a:bodyPr/>
        <a:lstStyle/>
        <a:p>
          <a:endParaRPr lang="it-IT"/>
        </a:p>
      </dgm:t>
    </dgm:pt>
    <dgm:pt modelId="{DA1B880A-95D2-4971-B045-68D98ED56860}">
      <dgm:prSet/>
      <dgm:spPr/>
      <dgm:t>
        <a:bodyPr/>
        <a:lstStyle/>
        <a:p>
          <a:r>
            <a:rPr lang="it-IT" dirty="0" err="1"/>
            <a:t>EleutherAI</a:t>
          </a:r>
          <a:endParaRPr lang="it-IT" dirty="0"/>
        </a:p>
      </dgm:t>
    </dgm:pt>
    <dgm:pt modelId="{C7CA29A7-6466-4BF1-8601-294074331116}" type="parTrans" cxnId="{AADACD77-EC78-4DB0-AF62-C7B7F7914194}">
      <dgm:prSet/>
      <dgm:spPr/>
      <dgm:t>
        <a:bodyPr/>
        <a:lstStyle/>
        <a:p>
          <a:endParaRPr lang="it-IT"/>
        </a:p>
      </dgm:t>
    </dgm:pt>
    <dgm:pt modelId="{C5000668-8C3F-4146-A00B-97AB1D95D100}" type="sibTrans" cxnId="{AADACD77-EC78-4DB0-AF62-C7B7F7914194}">
      <dgm:prSet/>
      <dgm:spPr/>
      <dgm:t>
        <a:bodyPr/>
        <a:lstStyle/>
        <a:p>
          <a:endParaRPr lang="it-IT"/>
        </a:p>
      </dgm:t>
    </dgm:pt>
    <dgm:pt modelId="{4956B1CC-A7BD-447F-8C40-61D864978A68}">
      <dgm:prSet/>
      <dgm:spPr/>
      <dgm:t>
        <a:bodyPr/>
        <a:lstStyle/>
        <a:p>
          <a:r>
            <a:rPr lang="it-IT" dirty="0"/>
            <a:t>Pre-</a:t>
          </a:r>
          <a:r>
            <a:rPr lang="it-IT" dirty="0" err="1"/>
            <a:t>trained</a:t>
          </a:r>
          <a:r>
            <a:rPr lang="it-IT" dirty="0"/>
            <a:t> models</a:t>
          </a:r>
        </a:p>
      </dgm:t>
    </dgm:pt>
    <dgm:pt modelId="{220D1566-F2E1-47D2-BAE1-89EBDC964782}" type="parTrans" cxnId="{2A604755-AA1C-4C79-84AD-7D2D4525E6E6}">
      <dgm:prSet/>
      <dgm:spPr/>
      <dgm:t>
        <a:bodyPr/>
        <a:lstStyle/>
        <a:p>
          <a:endParaRPr lang="it-IT"/>
        </a:p>
      </dgm:t>
    </dgm:pt>
    <dgm:pt modelId="{9D6323BF-9AEA-46FD-8AF6-6512E5349728}" type="sibTrans" cxnId="{2A604755-AA1C-4C79-84AD-7D2D4525E6E6}">
      <dgm:prSet/>
      <dgm:spPr/>
      <dgm:t>
        <a:bodyPr/>
        <a:lstStyle/>
        <a:p>
          <a:endParaRPr lang="it-IT"/>
        </a:p>
      </dgm:t>
    </dgm:pt>
    <dgm:pt modelId="{6BA5AFA8-F82C-4A0A-AB0D-A3EFAB64F459}">
      <dgm:prSet/>
      <dgm:spPr/>
      <dgm:t>
        <a:bodyPr/>
        <a:lstStyle/>
        <a:p>
          <a:r>
            <a:rPr lang="it-IT" dirty="0"/>
            <a:t>Tutti i modelli condividono</a:t>
          </a:r>
        </a:p>
      </dgm:t>
    </dgm:pt>
    <dgm:pt modelId="{D42E4E77-52CD-498E-9848-CEF085CA226C}" type="parTrans" cxnId="{837DCC29-9A65-46BA-8362-248638AE6E6B}">
      <dgm:prSet/>
      <dgm:spPr/>
      <dgm:t>
        <a:bodyPr/>
        <a:lstStyle/>
        <a:p>
          <a:endParaRPr lang="it-IT"/>
        </a:p>
      </dgm:t>
    </dgm:pt>
    <dgm:pt modelId="{6CEA0E67-2E00-49CD-8059-E1F6BC7B4698}" type="sibTrans" cxnId="{837DCC29-9A65-46BA-8362-248638AE6E6B}">
      <dgm:prSet/>
      <dgm:spPr/>
      <dgm:t>
        <a:bodyPr/>
        <a:lstStyle/>
        <a:p>
          <a:endParaRPr lang="it-IT"/>
        </a:p>
      </dgm:t>
    </dgm:pt>
    <dgm:pt modelId="{00E22E5C-FEDF-4163-B907-E21B9FD9DD67}">
      <dgm:prSet/>
      <dgm:spPr/>
      <dgm:t>
        <a:bodyPr/>
        <a:lstStyle/>
        <a:p>
          <a:r>
            <a:rPr lang="it-IT" dirty="0"/>
            <a:t>Open-source</a:t>
          </a:r>
        </a:p>
      </dgm:t>
    </dgm:pt>
    <dgm:pt modelId="{927AC085-101E-4E17-B007-51057858DBE8}" type="parTrans" cxnId="{6A49BEA2-BCF5-45B3-B55D-5FA231F3A562}">
      <dgm:prSet/>
      <dgm:spPr/>
      <dgm:t>
        <a:bodyPr/>
        <a:lstStyle/>
        <a:p>
          <a:endParaRPr lang="it-IT"/>
        </a:p>
      </dgm:t>
    </dgm:pt>
    <dgm:pt modelId="{8BD0FD42-6214-4567-A99E-40C3A94B5DDB}" type="sibTrans" cxnId="{6A49BEA2-BCF5-45B3-B55D-5FA231F3A562}">
      <dgm:prSet/>
      <dgm:spPr/>
      <dgm:t>
        <a:bodyPr/>
        <a:lstStyle/>
        <a:p>
          <a:endParaRPr lang="it-IT"/>
        </a:p>
      </dgm:t>
    </dgm:pt>
    <dgm:pt modelId="{18DEFF3E-3DCC-4FFA-AD07-91A3F177CD20}">
      <dgm:prSet/>
      <dgm:spPr/>
      <dgm:t>
        <a:bodyPr/>
        <a:lstStyle/>
        <a:p>
          <a:r>
            <a:rPr lang="it-IT" dirty="0"/>
            <a:t>Dataset di addestramento</a:t>
          </a:r>
        </a:p>
      </dgm:t>
    </dgm:pt>
    <dgm:pt modelId="{0EB8A783-4689-4BC9-9A2D-D3F9CB363510}" type="parTrans" cxnId="{B2201BB9-D2C8-4754-BDAA-7C421E3D7C7C}">
      <dgm:prSet/>
      <dgm:spPr/>
      <dgm:t>
        <a:bodyPr/>
        <a:lstStyle/>
        <a:p>
          <a:endParaRPr lang="it-IT"/>
        </a:p>
      </dgm:t>
    </dgm:pt>
    <dgm:pt modelId="{4F21253E-2559-43CA-A55D-315543F0452C}" type="sibTrans" cxnId="{B2201BB9-D2C8-4754-BDAA-7C421E3D7C7C}">
      <dgm:prSet/>
      <dgm:spPr/>
      <dgm:t>
        <a:bodyPr/>
        <a:lstStyle/>
        <a:p>
          <a:endParaRPr lang="it-IT"/>
        </a:p>
      </dgm:t>
    </dgm:pt>
    <dgm:pt modelId="{BEF9AB96-8C7A-487B-AC3E-0A0FF948E2DE}">
      <dgm:prSet/>
      <dgm:spPr/>
      <dgm:t>
        <a:bodyPr/>
        <a:lstStyle/>
        <a:p>
          <a:r>
            <a:rPr lang="it-IT"/>
            <a:t>Struttura </a:t>
          </a:r>
          <a:r>
            <a:rPr lang="it-IT" dirty="0"/>
            <a:t>interna</a:t>
          </a:r>
        </a:p>
      </dgm:t>
    </dgm:pt>
    <dgm:pt modelId="{E2E4B6E5-09E1-4B3B-9B16-843D51AD6B7C}" type="parTrans" cxnId="{55DE015A-9C4A-4093-937F-3E100406568B}">
      <dgm:prSet/>
      <dgm:spPr/>
      <dgm:t>
        <a:bodyPr/>
        <a:lstStyle/>
        <a:p>
          <a:endParaRPr lang="it-IT"/>
        </a:p>
      </dgm:t>
    </dgm:pt>
    <dgm:pt modelId="{B1FB1E15-BA17-4D85-A310-92AA4F4C0902}" type="sibTrans" cxnId="{55DE015A-9C4A-4093-937F-3E100406568B}">
      <dgm:prSet/>
      <dgm:spPr/>
      <dgm:t>
        <a:bodyPr/>
        <a:lstStyle/>
        <a:p>
          <a:endParaRPr lang="it-IT"/>
        </a:p>
      </dgm:t>
    </dgm:pt>
    <dgm:pt modelId="{E33DDD71-2D1A-47E5-9529-BCA7DD2588E8}" type="pres">
      <dgm:prSet presAssocID="{B46A8B52-4F9D-4B0C-A03F-B70771CC887B}" presName="vert0" presStyleCnt="0">
        <dgm:presLayoutVars>
          <dgm:dir/>
          <dgm:animOne val="branch"/>
          <dgm:animLvl val="lvl"/>
        </dgm:presLayoutVars>
      </dgm:prSet>
      <dgm:spPr/>
    </dgm:pt>
    <dgm:pt modelId="{E4887DE4-FCB2-4DAC-A8CF-A2C1FC74226F}" type="pres">
      <dgm:prSet presAssocID="{852CA4A7-6F22-4FD6-9607-73DB99918EDB}" presName="thickLine" presStyleLbl="alignNode1" presStyleIdx="0" presStyleCnt="1"/>
      <dgm:spPr/>
    </dgm:pt>
    <dgm:pt modelId="{2E72383B-5967-4E89-9C00-7B5F84C180CE}" type="pres">
      <dgm:prSet presAssocID="{852CA4A7-6F22-4FD6-9607-73DB99918EDB}" presName="horz1" presStyleCnt="0"/>
      <dgm:spPr/>
    </dgm:pt>
    <dgm:pt modelId="{BD528F6B-AF67-49E1-82A5-3E3FBFA66F9D}" type="pres">
      <dgm:prSet presAssocID="{852CA4A7-6F22-4FD6-9607-73DB99918EDB}" presName="tx1" presStyleLbl="revTx" presStyleIdx="0" presStyleCnt="7"/>
      <dgm:spPr/>
    </dgm:pt>
    <dgm:pt modelId="{54A0D3A3-7138-47FF-877C-059B260FF222}" type="pres">
      <dgm:prSet presAssocID="{852CA4A7-6F22-4FD6-9607-73DB99918EDB}" presName="vert1" presStyleCnt="0"/>
      <dgm:spPr/>
    </dgm:pt>
    <dgm:pt modelId="{51C34C3D-276D-4DE1-ADF6-C2283E76DC64}" type="pres">
      <dgm:prSet presAssocID="{DA1B880A-95D2-4971-B045-68D98ED56860}" presName="vertSpace2a" presStyleCnt="0"/>
      <dgm:spPr/>
    </dgm:pt>
    <dgm:pt modelId="{13193416-2C76-4CC8-B2FD-BFF2F1100091}" type="pres">
      <dgm:prSet presAssocID="{DA1B880A-95D2-4971-B045-68D98ED56860}" presName="horz2" presStyleCnt="0"/>
      <dgm:spPr/>
    </dgm:pt>
    <dgm:pt modelId="{F54141CB-C3FE-425D-BF7F-55EE6D75516D}" type="pres">
      <dgm:prSet presAssocID="{DA1B880A-95D2-4971-B045-68D98ED56860}" presName="horzSpace2" presStyleCnt="0"/>
      <dgm:spPr/>
    </dgm:pt>
    <dgm:pt modelId="{70C8FF83-A215-44A6-9A5B-A610D890CE71}" type="pres">
      <dgm:prSet presAssocID="{DA1B880A-95D2-4971-B045-68D98ED56860}" presName="tx2" presStyleLbl="revTx" presStyleIdx="1" presStyleCnt="7"/>
      <dgm:spPr/>
    </dgm:pt>
    <dgm:pt modelId="{DD1C4F4D-F17D-462D-88FE-1AD677185888}" type="pres">
      <dgm:prSet presAssocID="{DA1B880A-95D2-4971-B045-68D98ED56860}" presName="vert2" presStyleCnt="0"/>
      <dgm:spPr/>
    </dgm:pt>
    <dgm:pt modelId="{82FDD4A8-9B4D-4FED-B9AE-8CB1CCCA351F}" type="pres">
      <dgm:prSet presAssocID="{DA1B880A-95D2-4971-B045-68D98ED56860}" presName="thinLine2b" presStyleLbl="callout" presStyleIdx="0" presStyleCnt="5"/>
      <dgm:spPr/>
    </dgm:pt>
    <dgm:pt modelId="{38F2DC7F-ECF4-4355-A312-F0CEB8D67915}" type="pres">
      <dgm:prSet presAssocID="{DA1B880A-95D2-4971-B045-68D98ED56860}" presName="vertSpace2b" presStyleCnt="0"/>
      <dgm:spPr/>
    </dgm:pt>
    <dgm:pt modelId="{09B9694B-D426-4AA7-B234-FAEE1488748B}" type="pres">
      <dgm:prSet presAssocID="{00E22E5C-FEDF-4163-B907-E21B9FD9DD67}" presName="horz2" presStyleCnt="0"/>
      <dgm:spPr/>
    </dgm:pt>
    <dgm:pt modelId="{5114EAF3-AA5F-46AC-84FD-338BE47B1973}" type="pres">
      <dgm:prSet presAssocID="{00E22E5C-FEDF-4163-B907-E21B9FD9DD67}" presName="horzSpace2" presStyleCnt="0"/>
      <dgm:spPr/>
    </dgm:pt>
    <dgm:pt modelId="{357EFB38-DA6A-4E46-AD5B-61D4B5BCFB03}" type="pres">
      <dgm:prSet presAssocID="{00E22E5C-FEDF-4163-B907-E21B9FD9DD67}" presName="tx2" presStyleLbl="revTx" presStyleIdx="2" presStyleCnt="7"/>
      <dgm:spPr/>
    </dgm:pt>
    <dgm:pt modelId="{79CD9E00-A0EE-4873-8A49-37121BA85562}" type="pres">
      <dgm:prSet presAssocID="{00E22E5C-FEDF-4163-B907-E21B9FD9DD67}" presName="vert2" presStyleCnt="0"/>
      <dgm:spPr/>
    </dgm:pt>
    <dgm:pt modelId="{DAD535E6-ACDE-4861-A3EC-607701E94D6E}" type="pres">
      <dgm:prSet presAssocID="{00E22E5C-FEDF-4163-B907-E21B9FD9DD67}" presName="thinLine2b" presStyleLbl="callout" presStyleIdx="1" presStyleCnt="5"/>
      <dgm:spPr/>
    </dgm:pt>
    <dgm:pt modelId="{AD01EE5A-3857-4C8C-99D3-80D878A79CF1}" type="pres">
      <dgm:prSet presAssocID="{00E22E5C-FEDF-4163-B907-E21B9FD9DD67}" presName="vertSpace2b" presStyleCnt="0"/>
      <dgm:spPr/>
    </dgm:pt>
    <dgm:pt modelId="{BFBEEB79-1F1C-4502-9DBD-5EEA8FD497AF}" type="pres">
      <dgm:prSet presAssocID="{4956B1CC-A7BD-447F-8C40-61D864978A68}" presName="horz2" presStyleCnt="0"/>
      <dgm:spPr/>
    </dgm:pt>
    <dgm:pt modelId="{841167FC-4537-47D6-8EB1-81CCEB907526}" type="pres">
      <dgm:prSet presAssocID="{4956B1CC-A7BD-447F-8C40-61D864978A68}" presName="horzSpace2" presStyleCnt="0"/>
      <dgm:spPr/>
    </dgm:pt>
    <dgm:pt modelId="{241E2C28-854D-4354-A9B2-F00E3FD13A7D}" type="pres">
      <dgm:prSet presAssocID="{4956B1CC-A7BD-447F-8C40-61D864978A68}" presName="tx2" presStyleLbl="revTx" presStyleIdx="3" presStyleCnt="7"/>
      <dgm:spPr/>
    </dgm:pt>
    <dgm:pt modelId="{6AE9C0C6-AB03-45CA-9177-89C0DDF17F8C}" type="pres">
      <dgm:prSet presAssocID="{4956B1CC-A7BD-447F-8C40-61D864978A68}" presName="vert2" presStyleCnt="0"/>
      <dgm:spPr/>
    </dgm:pt>
    <dgm:pt modelId="{670DBC63-A260-4BE3-A02F-DA12E7A72BC1}" type="pres">
      <dgm:prSet presAssocID="{4956B1CC-A7BD-447F-8C40-61D864978A68}" presName="thinLine2b" presStyleLbl="callout" presStyleIdx="2" presStyleCnt="5"/>
      <dgm:spPr/>
    </dgm:pt>
    <dgm:pt modelId="{4D46929E-146D-4B2B-B2FC-5950B1FD345E}" type="pres">
      <dgm:prSet presAssocID="{4956B1CC-A7BD-447F-8C40-61D864978A68}" presName="vertSpace2b" presStyleCnt="0"/>
      <dgm:spPr/>
    </dgm:pt>
    <dgm:pt modelId="{E85F2ECA-A094-415F-81C0-9AE605D63B40}" type="pres">
      <dgm:prSet presAssocID="{6BA5AFA8-F82C-4A0A-AB0D-A3EFAB64F459}" presName="horz2" presStyleCnt="0"/>
      <dgm:spPr/>
    </dgm:pt>
    <dgm:pt modelId="{48E40745-6125-4EE4-91F7-7B8F4792AE64}" type="pres">
      <dgm:prSet presAssocID="{6BA5AFA8-F82C-4A0A-AB0D-A3EFAB64F459}" presName="horzSpace2" presStyleCnt="0"/>
      <dgm:spPr/>
    </dgm:pt>
    <dgm:pt modelId="{52C0E482-BAB0-4672-B977-8B87435A1EB0}" type="pres">
      <dgm:prSet presAssocID="{6BA5AFA8-F82C-4A0A-AB0D-A3EFAB64F459}" presName="tx2" presStyleLbl="revTx" presStyleIdx="4" presStyleCnt="7"/>
      <dgm:spPr/>
    </dgm:pt>
    <dgm:pt modelId="{E226878F-DF31-4052-9C97-B63481188CCB}" type="pres">
      <dgm:prSet presAssocID="{6BA5AFA8-F82C-4A0A-AB0D-A3EFAB64F459}" presName="vert2" presStyleCnt="0"/>
      <dgm:spPr/>
    </dgm:pt>
    <dgm:pt modelId="{7F502C59-9A60-4E2A-9234-406FA5483168}" type="pres">
      <dgm:prSet presAssocID="{18DEFF3E-3DCC-4FFA-AD07-91A3F177CD20}" presName="horz3" presStyleCnt="0"/>
      <dgm:spPr/>
    </dgm:pt>
    <dgm:pt modelId="{85BAFBD9-0BDB-48CA-B0F3-CA33A3059711}" type="pres">
      <dgm:prSet presAssocID="{18DEFF3E-3DCC-4FFA-AD07-91A3F177CD20}" presName="horzSpace3" presStyleCnt="0"/>
      <dgm:spPr/>
    </dgm:pt>
    <dgm:pt modelId="{D066F4B5-DA79-4D98-8EAA-D3EC9F576810}" type="pres">
      <dgm:prSet presAssocID="{18DEFF3E-3DCC-4FFA-AD07-91A3F177CD20}" presName="tx3" presStyleLbl="revTx" presStyleIdx="5" presStyleCnt="7"/>
      <dgm:spPr/>
    </dgm:pt>
    <dgm:pt modelId="{4016C7E0-E3B9-4EDB-93D8-DCB379A509BD}" type="pres">
      <dgm:prSet presAssocID="{18DEFF3E-3DCC-4FFA-AD07-91A3F177CD20}" presName="vert3" presStyleCnt="0"/>
      <dgm:spPr/>
    </dgm:pt>
    <dgm:pt modelId="{2C26080C-59B2-4D36-8E3F-3CCCCA9514D8}" type="pres">
      <dgm:prSet presAssocID="{4F21253E-2559-43CA-A55D-315543F0452C}" presName="thinLine3" presStyleLbl="callout" presStyleIdx="3" presStyleCnt="5"/>
      <dgm:spPr/>
    </dgm:pt>
    <dgm:pt modelId="{D49BC1C1-C61E-4BD3-93CB-A799C3C123CA}" type="pres">
      <dgm:prSet presAssocID="{BEF9AB96-8C7A-487B-AC3E-0A0FF948E2DE}" presName="horz3" presStyleCnt="0"/>
      <dgm:spPr/>
    </dgm:pt>
    <dgm:pt modelId="{1E0CC631-3A9B-407E-8716-084563BAC2F5}" type="pres">
      <dgm:prSet presAssocID="{BEF9AB96-8C7A-487B-AC3E-0A0FF948E2DE}" presName="horzSpace3" presStyleCnt="0"/>
      <dgm:spPr/>
    </dgm:pt>
    <dgm:pt modelId="{8C0E0E58-6FF3-4BBB-AA10-B643D5982B56}" type="pres">
      <dgm:prSet presAssocID="{BEF9AB96-8C7A-487B-AC3E-0A0FF948E2DE}" presName="tx3" presStyleLbl="revTx" presStyleIdx="6" presStyleCnt="7"/>
      <dgm:spPr/>
    </dgm:pt>
    <dgm:pt modelId="{8821E80B-5B7B-40CC-9C53-896C3ED464B7}" type="pres">
      <dgm:prSet presAssocID="{BEF9AB96-8C7A-487B-AC3E-0A0FF948E2DE}" presName="vert3" presStyleCnt="0"/>
      <dgm:spPr/>
    </dgm:pt>
    <dgm:pt modelId="{67AA1947-E1D6-4BFB-BCBF-2087A49E8AEB}" type="pres">
      <dgm:prSet presAssocID="{6BA5AFA8-F82C-4A0A-AB0D-A3EFAB64F459}" presName="thinLine2b" presStyleLbl="callout" presStyleIdx="4" presStyleCnt="5"/>
      <dgm:spPr/>
    </dgm:pt>
    <dgm:pt modelId="{C445F0B5-B0B9-449A-B1C5-3110E8D35DCA}" type="pres">
      <dgm:prSet presAssocID="{6BA5AFA8-F82C-4A0A-AB0D-A3EFAB64F459}" presName="vertSpace2b" presStyleCnt="0"/>
      <dgm:spPr/>
    </dgm:pt>
  </dgm:ptLst>
  <dgm:cxnLst>
    <dgm:cxn modelId="{837DCC29-9A65-46BA-8362-248638AE6E6B}" srcId="{852CA4A7-6F22-4FD6-9607-73DB99918EDB}" destId="{6BA5AFA8-F82C-4A0A-AB0D-A3EFAB64F459}" srcOrd="3" destOrd="0" parTransId="{D42E4E77-52CD-498E-9848-CEF085CA226C}" sibTransId="{6CEA0E67-2E00-49CD-8059-E1F6BC7B4698}"/>
    <dgm:cxn modelId="{51AAD431-229D-4B30-AA75-8CD9628CD92A}" type="presOf" srcId="{852CA4A7-6F22-4FD6-9607-73DB99918EDB}" destId="{BD528F6B-AF67-49E1-82A5-3E3FBFA66F9D}" srcOrd="0" destOrd="0" presId="urn:microsoft.com/office/officeart/2008/layout/LinedList"/>
    <dgm:cxn modelId="{6D59AA35-DDD0-4C93-B21C-07666463313C}" type="presOf" srcId="{18DEFF3E-3DCC-4FFA-AD07-91A3F177CD20}" destId="{D066F4B5-DA79-4D98-8EAA-D3EC9F576810}" srcOrd="0" destOrd="0" presId="urn:microsoft.com/office/officeart/2008/layout/LinedList"/>
    <dgm:cxn modelId="{C8286C3D-39DE-4FDA-8996-5CBB4469AAF0}" srcId="{B46A8B52-4F9D-4B0C-A03F-B70771CC887B}" destId="{852CA4A7-6F22-4FD6-9607-73DB99918EDB}" srcOrd="0" destOrd="0" parTransId="{05D443DA-BEC3-4DCE-BCB3-3FB6ECDDF875}" sibTransId="{F8E5FC2B-8783-43DD-A0FA-FEEE0A7887C4}"/>
    <dgm:cxn modelId="{DAB55561-EE24-42C7-8597-147CAE8AB889}" type="presOf" srcId="{DA1B880A-95D2-4971-B045-68D98ED56860}" destId="{70C8FF83-A215-44A6-9A5B-A610D890CE71}" srcOrd="0" destOrd="0" presId="urn:microsoft.com/office/officeart/2008/layout/LinedList"/>
    <dgm:cxn modelId="{B74D6E6B-977F-41FF-B480-92F8CF185DB9}" type="presOf" srcId="{B46A8B52-4F9D-4B0C-A03F-B70771CC887B}" destId="{E33DDD71-2D1A-47E5-9529-BCA7DD2588E8}" srcOrd="0" destOrd="0" presId="urn:microsoft.com/office/officeart/2008/layout/LinedList"/>
    <dgm:cxn modelId="{7D86A76F-AFB0-44BF-A942-1F252E3B2930}" type="presOf" srcId="{6BA5AFA8-F82C-4A0A-AB0D-A3EFAB64F459}" destId="{52C0E482-BAB0-4672-B977-8B87435A1EB0}" srcOrd="0" destOrd="0" presId="urn:microsoft.com/office/officeart/2008/layout/LinedList"/>
    <dgm:cxn modelId="{2A604755-AA1C-4C79-84AD-7D2D4525E6E6}" srcId="{852CA4A7-6F22-4FD6-9607-73DB99918EDB}" destId="{4956B1CC-A7BD-447F-8C40-61D864978A68}" srcOrd="2" destOrd="0" parTransId="{220D1566-F2E1-47D2-BAE1-89EBDC964782}" sibTransId="{9D6323BF-9AEA-46FD-8AF6-6512E5349728}"/>
    <dgm:cxn modelId="{3EA1FE76-BEAD-4F63-B29F-8E6D0DDF3A2B}" type="presOf" srcId="{BEF9AB96-8C7A-487B-AC3E-0A0FF948E2DE}" destId="{8C0E0E58-6FF3-4BBB-AA10-B643D5982B56}" srcOrd="0" destOrd="0" presId="urn:microsoft.com/office/officeart/2008/layout/LinedList"/>
    <dgm:cxn modelId="{AADACD77-EC78-4DB0-AF62-C7B7F7914194}" srcId="{852CA4A7-6F22-4FD6-9607-73DB99918EDB}" destId="{DA1B880A-95D2-4971-B045-68D98ED56860}" srcOrd="0" destOrd="0" parTransId="{C7CA29A7-6466-4BF1-8601-294074331116}" sibTransId="{C5000668-8C3F-4146-A00B-97AB1D95D100}"/>
    <dgm:cxn modelId="{55DE015A-9C4A-4093-937F-3E100406568B}" srcId="{6BA5AFA8-F82C-4A0A-AB0D-A3EFAB64F459}" destId="{BEF9AB96-8C7A-487B-AC3E-0A0FF948E2DE}" srcOrd="1" destOrd="0" parTransId="{E2E4B6E5-09E1-4B3B-9B16-843D51AD6B7C}" sibTransId="{B1FB1E15-BA17-4D85-A310-92AA4F4C0902}"/>
    <dgm:cxn modelId="{0628C18F-9727-4CED-A38B-825600835436}" type="presOf" srcId="{00E22E5C-FEDF-4163-B907-E21B9FD9DD67}" destId="{357EFB38-DA6A-4E46-AD5B-61D4B5BCFB03}" srcOrd="0" destOrd="0" presId="urn:microsoft.com/office/officeart/2008/layout/LinedList"/>
    <dgm:cxn modelId="{6A49BEA2-BCF5-45B3-B55D-5FA231F3A562}" srcId="{852CA4A7-6F22-4FD6-9607-73DB99918EDB}" destId="{00E22E5C-FEDF-4163-B907-E21B9FD9DD67}" srcOrd="1" destOrd="0" parTransId="{927AC085-101E-4E17-B007-51057858DBE8}" sibTransId="{8BD0FD42-6214-4567-A99E-40C3A94B5DDB}"/>
    <dgm:cxn modelId="{167932AE-92E4-4A2A-9727-F751C6076B41}" type="presOf" srcId="{4956B1CC-A7BD-447F-8C40-61D864978A68}" destId="{241E2C28-854D-4354-A9B2-F00E3FD13A7D}" srcOrd="0" destOrd="0" presId="urn:microsoft.com/office/officeart/2008/layout/LinedList"/>
    <dgm:cxn modelId="{B2201BB9-D2C8-4754-BDAA-7C421E3D7C7C}" srcId="{6BA5AFA8-F82C-4A0A-AB0D-A3EFAB64F459}" destId="{18DEFF3E-3DCC-4FFA-AD07-91A3F177CD20}" srcOrd="0" destOrd="0" parTransId="{0EB8A783-4689-4BC9-9A2D-D3F9CB363510}" sibTransId="{4F21253E-2559-43CA-A55D-315543F0452C}"/>
    <dgm:cxn modelId="{371CD193-3083-46C0-AB5C-87C5A411B36E}" type="presParOf" srcId="{E33DDD71-2D1A-47E5-9529-BCA7DD2588E8}" destId="{E4887DE4-FCB2-4DAC-A8CF-A2C1FC74226F}" srcOrd="0" destOrd="0" presId="urn:microsoft.com/office/officeart/2008/layout/LinedList"/>
    <dgm:cxn modelId="{EDCF24FF-5CCD-468D-9100-1089BF1F9E91}" type="presParOf" srcId="{E33DDD71-2D1A-47E5-9529-BCA7DD2588E8}" destId="{2E72383B-5967-4E89-9C00-7B5F84C180CE}" srcOrd="1" destOrd="0" presId="urn:microsoft.com/office/officeart/2008/layout/LinedList"/>
    <dgm:cxn modelId="{3212B160-A663-4ACF-8CEA-061C7ED5A2F6}" type="presParOf" srcId="{2E72383B-5967-4E89-9C00-7B5F84C180CE}" destId="{BD528F6B-AF67-49E1-82A5-3E3FBFA66F9D}" srcOrd="0" destOrd="0" presId="urn:microsoft.com/office/officeart/2008/layout/LinedList"/>
    <dgm:cxn modelId="{3D35E390-B85A-476D-90E1-CE46BCECCBF0}" type="presParOf" srcId="{2E72383B-5967-4E89-9C00-7B5F84C180CE}" destId="{54A0D3A3-7138-47FF-877C-059B260FF222}" srcOrd="1" destOrd="0" presId="urn:microsoft.com/office/officeart/2008/layout/LinedList"/>
    <dgm:cxn modelId="{1D440956-9BCB-4703-B5ED-AB3E1B8DBFA5}" type="presParOf" srcId="{54A0D3A3-7138-47FF-877C-059B260FF222}" destId="{51C34C3D-276D-4DE1-ADF6-C2283E76DC64}" srcOrd="0" destOrd="0" presId="urn:microsoft.com/office/officeart/2008/layout/LinedList"/>
    <dgm:cxn modelId="{B147DE8B-C9B6-4EAD-BA3C-D6B2A1379174}" type="presParOf" srcId="{54A0D3A3-7138-47FF-877C-059B260FF222}" destId="{13193416-2C76-4CC8-B2FD-BFF2F1100091}" srcOrd="1" destOrd="0" presId="urn:microsoft.com/office/officeart/2008/layout/LinedList"/>
    <dgm:cxn modelId="{347C40E6-0A1D-4882-A9B7-887F37FE5189}" type="presParOf" srcId="{13193416-2C76-4CC8-B2FD-BFF2F1100091}" destId="{F54141CB-C3FE-425D-BF7F-55EE6D75516D}" srcOrd="0" destOrd="0" presId="urn:microsoft.com/office/officeart/2008/layout/LinedList"/>
    <dgm:cxn modelId="{826345B8-2062-4D31-BF38-106141913401}" type="presParOf" srcId="{13193416-2C76-4CC8-B2FD-BFF2F1100091}" destId="{70C8FF83-A215-44A6-9A5B-A610D890CE71}" srcOrd="1" destOrd="0" presId="urn:microsoft.com/office/officeart/2008/layout/LinedList"/>
    <dgm:cxn modelId="{6C906733-934F-446A-AB4F-54CA5212263F}" type="presParOf" srcId="{13193416-2C76-4CC8-B2FD-BFF2F1100091}" destId="{DD1C4F4D-F17D-462D-88FE-1AD677185888}" srcOrd="2" destOrd="0" presId="urn:microsoft.com/office/officeart/2008/layout/LinedList"/>
    <dgm:cxn modelId="{E12F0E0E-90B7-4138-BDBE-47EB3FCC5D02}" type="presParOf" srcId="{54A0D3A3-7138-47FF-877C-059B260FF222}" destId="{82FDD4A8-9B4D-4FED-B9AE-8CB1CCCA351F}" srcOrd="2" destOrd="0" presId="urn:microsoft.com/office/officeart/2008/layout/LinedList"/>
    <dgm:cxn modelId="{AA9E4B0C-8742-4433-9109-A02F3EDAA0B9}" type="presParOf" srcId="{54A0D3A3-7138-47FF-877C-059B260FF222}" destId="{38F2DC7F-ECF4-4355-A312-F0CEB8D67915}" srcOrd="3" destOrd="0" presId="urn:microsoft.com/office/officeart/2008/layout/LinedList"/>
    <dgm:cxn modelId="{3D18ED1D-F530-4302-BFCC-C1B3BB8F150E}" type="presParOf" srcId="{54A0D3A3-7138-47FF-877C-059B260FF222}" destId="{09B9694B-D426-4AA7-B234-FAEE1488748B}" srcOrd="4" destOrd="0" presId="urn:microsoft.com/office/officeart/2008/layout/LinedList"/>
    <dgm:cxn modelId="{E76127BB-89D7-4CF8-BAB3-A007B39C66E7}" type="presParOf" srcId="{09B9694B-D426-4AA7-B234-FAEE1488748B}" destId="{5114EAF3-AA5F-46AC-84FD-338BE47B1973}" srcOrd="0" destOrd="0" presId="urn:microsoft.com/office/officeart/2008/layout/LinedList"/>
    <dgm:cxn modelId="{A734C917-7976-450A-82CE-07DF7C42392D}" type="presParOf" srcId="{09B9694B-D426-4AA7-B234-FAEE1488748B}" destId="{357EFB38-DA6A-4E46-AD5B-61D4B5BCFB03}" srcOrd="1" destOrd="0" presId="urn:microsoft.com/office/officeart/2008/layout/LinedList"/>
    <dgm:cxn modelId="{28D17C5E-95AF-495B-A802-AC435356DD1C}" type="presParOf" srcId="{09B9694B-D426-4AA7-B234-FAEE1488748B}" destId="{79CD9E00-A0EE-4873-8A49-37121BA85562}" srcOrd="2" destOrd="0" presId="urn:microsoft.com/office/officeart/2008/layout/LinedList"/>
    <dgm:cxn modelId="{AE28A12C-B653-42AF-9FC6-0ED0EA39D13D}" type="presParOf" srcId="{54A0D3A3-7138-47FF-877C-059B260FF222}" destId="{DAD535E6-ACDE-4861-A3EC-607701E94D6E}" srcOrd="5" destOrd="0" presId="urn:microsoft.com/office/officeart/2008/layout/LinedList"/>
    <dgm:cxn modelId="{4EBD0AF2-9154-454D-B130-14F67B69EE6A}" type="presParOf" srcId="{54A0D3A3-7138-47FF-877C-059B260FF222}" destId="{AD01EE5A-3857-4C8C-99D3-80D878A79CF1}" srcOrd="6" destOrd="0" presId="urn:microsoft.com/office/officeart/2008/layout/LinedList"/>
    <dgm:cxn modelId="{11ED4CF2-E047-471E-AA35-11FB1D3ECBA6}" type="presParOf" srcId="{54A0D3A3-7138-47FF-877C-059B260FF222}" destId="{BFBEEB79-1F1C-4502-9DBD-5EEA8FD497AF}" srcOrd="7" destOrd="0" presId="urn:microsoft.com/office/officeart/2008/layout/LinedList"/>
    <dgm:cxn modelId="{3A9231A6-6026-49EF-9F64-5BF49E151755}" type="presParOf" srcId="{BFBEEB79-1F1C-4502-9DBD-5EEA8FD497AF}" destId="{841167FC-4537-47D6-8EB1-81CCEB907526}" srcOrd="0" destOrd="0" presId="urn:microsoft.com/office/officeart/2008/layout/LinedList"/>
    <dgm:cxn modelId="{B9E7EEB6-0DA0-425A-81F7-F7FEE9EB5851}" type="presParOf" srcId="{BFBEEB79-1F1C-4502-9DBD-5EEA8FD497AF}" destId="{241E2C28-854D-4354-A9B2-F00E3FD13A7D}" srcOrd="1" destOrd="0" presId="urn:microsoft.com/office/officeart/2008/layout/LinedList"/>
    <dgm:cxn modelId="{DF84C7A9-6D35-4738-8400-4254D62D580E}" type="presParOf" srcId="{BFBEEB79-1F1C-4502-9DBD-5EEA8FD497AF}" destId="{6AE9C0C6-AB03-45CA-9177-89C0DDF17F8C}" srcOrd="2" destOrd="0" presId="urn:microsoft.com/office/officeart/2008/layout/LinedList"/>
    <dgm:cxn modelId="{E222D42C-6C9B-4DCD-8E8A-DD1526C008B5}" type="presParOf" srcId="{54A0D3A3-7138-47FF-877C-059B260FF222}" destId="{670DBC63-A260-4BE3-A02F-DA12E7A72BC1}" srcOrd="8" destOrd="0" presId="urn:microsoft.com/office/officeart/2008/layout/LinedList"/>
    <dgm:cxn modelId="{22E0598D-1909-4EAE-ACB1-9CEA5A83FAFD}" type="presParOf" srcId="{54A0D3A3-7138-47FF-877C-059B260FF222}" destId="{4D46929E-146D-4B2B-B2FC-5950B1FD345E}" srcOrd="9" destOrd="0" presId="urn:microsoft.com/office/officeart/2008/layout/LinedList"/>
    <dgm:cxn modelId="{A7347771-301C-481A-AC1B-7376B6A445D1}" type="presParOf" srcId="{54A0D3A3-7138-47FF-877C-059B260FF222}" destId="{E85F2ECA-A094-415F-81C0-9AE605D63B40}" srcOrd="10" destOrd="0" presId="urn:microsoft.com/office/officeart/2008/layout/LinedList"/>
    <dgm:cxn modelId="{B8AC782C-35F0-4663-A68D-9E332B1D19BF}" type="presParOf" srcId="{E85F2ECA-A094-415F-81C0-9AE605D63B40}" destId="{48E40745-6125-4EE4-91F7-7B8F4792AE64}" srcOrd="0" destOrd="0" presId="urn:microsoft.com/office/officeart/2008/layout/LinedList"/>
    <dgm:cxn modelId="{1A403C07-59FF-44D7-8F1D-BE222A34B858}" type="presParOf" srcId="{E85F2ECA-A094-415F-81C0-9AE605D63B40}" destId="{52C0E482-BAB0-4672-B977-8B87435A1EB0}" srcOrd="1" destOrd="0" presId="urn:microsoft.com/office/officeart/2008/layout/LinedList"/>
    <dgm:cxn modelId="{B5128FD2-14D4-4F08-8393-8637A1DECB41}" type="presParOf" srcId="{E85F2ECA-A094-415F-81C0-9AE605D63B40}" destId="{E226878F-DF31-4052-9C97-B63481188CCB}" srcOrd="2" destOrd="0" presId="urn:microsoft.com/office/officeart/2008/layout/LinedList"/>
    <dgm:cxn modelId="{12E413E8-AF40-49CC-B614-E33C7302891C}" type="presParOf" srcId="{E226878F-DF31-4052-9C97-B63481188CCB}" destId="{7F502C59-9A60-4E2A-9234-406FA5483168}" srcOrd="0" destOrd="0" presId="urn:microsoft.com/office/officeart/2008/layout/LinedList"/>
    <dgm:cxn modelId="{CEE5AD41-2315-484C-AAB4-D2E921C7E5EE}" type="presParOf" srcId="{7F502C59-9A60-4E2A-9234-406FA5483168}" destId="{85BAFBD9-0BDB-48CA-B0F3-CA33A3059711}" srcOrd="0" destOrd="0" presId="urn:microsoft.com/office/officeart/2008/layout/LinedList"/>
    <dgm:cxn modelId="{5A0AAC40-2874-4BE7-97F9-C5AA1B4A5276}" type="presParOf" srcId="{7F502C59-9A60-4E2A-9234-406FA5483168}" destId="{D066F4B5-DA79-4D98-8EAA-D3EC9F576810}" srcOrd="1" destOrd="0" presId="urn:microsoft.com/office/officeart/2008/layout/LinedList"/>
    <dgm:cxn modelId="{A7D3FFBF-7055-4180-9A44-3F1158B20881}" type="presParOf" srcId="{7F502C59-9A60-4E2A-9234-406FA5483168}" destId="{4016C7E0-E3B9-4EDB-93D8-DCB379A509BD}" srcOrd="2" destOrd="0" presId="urn:microsoft.com/office/officeart/2008/layout/LinedList"/>
    <dgm:cxn modelId="{69E3774B-D33D-425D-9DF1-89669541D7BC}" type="presParOf" srcId="{E226878F-DF31-4052-9C97-B63481188CCB}" destId="{2C26080C-59B2-4D36-8E3F-3CCCCA9514D8}" srcOrd="1" destOrd="0" presId="urn:microsoft.com/office/officeart/2008/layout/LinedList"/>
    <dgm:cxn modelId="{D2E2DF40-4AFF-444A-9423-1445CE0D10D6}" type="presParOf" srcId="{E226878F-DF31-4052-9C97-B63481188CCB}" destId="{D49BC1C1-C61E-4BD3-93CB-A799C3C123CA}" srcOrd="2" destOrd="0" presId="urn:microsoft.com/office/officeart/2008/layout/LinedList"/>
    <dgm:cxn modelId="{DE6CB79D-6EA9-4D78-A11D-F47FDC098287}" type="presParOf" srcId="{D49BC1C1-C61E-4BD3-93CB-A799C3C123CA}" destId="{1E0CC631-3A9B-407E-8716-084563BAC2F5}" srcOrd="0" destOrd="0" presId="urn:microsoft.com/office/officeart/2008/layout/LinedList"/>
    <dgm:cxn modelId="{F3698AC4-161B-43E0-B3F8-BC3267C4DAFF}" type="presParOf" srcId="{D49BC1C1-C61E-4BD3-93CB-A799C3C123CA}" destId="{8C0E0E58-6FF3-4BBB-AA10-B643D5982B56}" srcOrd="1" destOrd="0" presId="urn:microsoft.com/office/officeart/2008/layout/LinedList"/>
    <dgm:cxn modelId="{D2E332D4-E564-437A-B02C-E92167F11007}" type="presParOf" srcId="{D49BC1C1-C61E-4BD3-93CB-A799C3C123CA}" destId="{8821E80B-5B7B-40CC-9C53-896C3ED464B7}" srcOrd="2" destOrd="0" presId="urn:microsoft.com/office/officeart/2008/layout/LinedList"/>
    <dgm:cxn modelId="{165F99B1-2AF5-483D-80CA-9195CFECB52F}" type="presParOf" srcId="{54A0D3A3-7138-47FF-877C-059B260FF222}" destId="{67AA1947-E1D6-4BFB-BCBF-2087A49E8AEB}" srcOrd="11" destOrd="0" presId="urn:microsoft.com/office/officeart/2008/layout/LinedList"/>
    <dgm:cxn modelId="{EEA450B3-D54E-4DEA-B6D2-E150C4C45EC1}" type="presParOf" srcId="{54A0D3A3-7138-47FF-877C-059B260FF222}" destId="{C445F0B5-B0B9-449A-B1C5-3110E8D35DCA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8616C0-8FCB-4A68-BCD6-087C448090B2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91663C5E-0EFE-4B35-9E50-B01D6F84E758}">
      <dgm:prSet phldrT="[Testo]" phldr="0"/>
      <dgm:spPr/>
      <dgm:t>
        <a:bodyPr/>
        <a:lstStyle/>
        <a:p>
          <a:r>
            <a:rPr lang="it-IT" b="1" dirty="0"/>
            <a:t>Mapping e preparazione del dataset</a:t>
          </a:r>
        </a:p>
      </dgm:t>
    </dgm:pt>
    <dgm:pt modelId="{B65EC3B2-C32E-4904-815B-CDA2F0D33563}" type="parTrans" cxnId="{5507F2AC-0A9D-43AF-AB1E-173CF5BFEE08}">
      <dgm:prSet/>
      <dgm:spPr/>
      <dgm:t>
        <a:bodyPr/>
        <a:lstStyle/>
        <a:p>
          <a:endParaRPr lang="it-IT"/>
        </a:p>
      </dgm:t>
    </dgm:pt>
    <dgm:pt modelId="{858CE155-CBDF-4496-B0E1-823C024725F5}" type="sibTrans" cxnId="{5507F2AC-0A9D-43AF-AB1E-173CF5BFEE08}">
      <dgm:prSet/>
      <dgm:spPr/>
      <dgm:t>
        <a:bodyPr/>
        <a:lstStyle/>
        <a:p>
          <a:endParaRPr lang="it-IT"/>
        </a:p>
      </dgm:t>
    </dgm:pt>
    <dgm:pt modelId="{D4B72962-DBA9-432B-9FF4-52A0CF2FFE72}">
      <dgm:prSet phldrT="[Testo]" phldr="0"/>
      <dgm:spPr/>
      <dgm:t>
        <a:bodyPr/>
        <a:lstStyle/>
        <a:p>
          <a:r>
            <a:rPr lang="it-IT" b="1" dirty="0"/>
            <a:t>Generazione dei trial sperimentali</a:t>
          </a:r>
        </a:p>
      </dgm:t>
    </dgm:pt>
    <dgm:pt modelId="{DD444A22-FFE0-4A27-8963-58E22705A7C0}" type="parTrans" cxnId="{F1D540E2-CC84-46FA-B9B2-E7BA1AF91ED2}">
      <dgm:prSet/>
      <dgm:spPr/>
      <dgm:t>
        <a:bodyPr/>
        <a:lstStyle/>
        <a:p>
          <a:endParaRPr lang="it-IT"/>
        </a:p>
      </dgm:t>
    </dgm:pt>
    <dgm:pt modelId="{870125EF-9D8E-48D2-9982-536CD146E06D}" type="sibTrans" cxnId="{F1D540E2-CC84-46FA-B9B2-E7BA1AF91ED2}">
      <dgm:prSet/>
      <dgm:spPr/>
      <dgm:t>
        <a:bodyPr/>
        <a:lstStyle/>
        <a:p>
          <a:endParaRPr lang="it-IT"/>
        </a:p>
      </dgm:t>
    </dgm:pt>
    <dgm:pt modelId="{78AB69DA-3F74-45A7-8A71-74E7BFDCE538}">
      <dgm:prSet phldrT="[Testo]" phldr="0"/>
      <dgm:spPr/>
      <dgm:t>
        <a:bodyPr/>
        <a:lstStyle/>
        <a:p>
          <a:r>
            <a:rPr lang="it-IT" b="1" dirty="0"/>
            <a:t>Esecuzione dell’inferenza</a:t>
          </a:r>
        </a:p>
      </dgm:t>
    </dgm:pt>
    <dgm:pt modelId="{B094930D-167C-45B9-80DE-7A6C57C59F09}" type="parTrans" cxnId="{339D0A6E-ED63-4DAF-B3EA-E07062ACC540}">
      <dgm:prSet/>
      <dgm:spPr/>
      <dgm:t>
        <a:bodyPr/>
        <a:lstStyle/>
        <a:p>
          <a:endParaRPr lang="it-IT"/>
        </a:p>
      </dgm:t>
    </dgm:pt>
    <dgm:pt modelId="{ED073C36-4034-49B6-8E57-62DB7CFB705F}" type="sibTrans" cxnId="{339D0A6E-ED63-4DAF-B3EA-E07062ACC540}">
      <dgm:prSet/>
      <dgm:spPr/>
      <dgm:t>
        <a:bodyPr/>
        <a:lstStyle/>
        <a:p>
          <a:endParaRPr lang="it-IT"/>
        </a:p>
      </dgm:t>
    </dgm:pt>
    <dgm:pt modelId="{87D8A2B4-E338-4860-9E1D-FED3A2B00953}">
      <dgm:prSet phldrT="[Testo]" phldr="0"/>
      <dgm:spPr/>
      <dgm:t>
        <a:bodyPr/>
        <a:lstStyle/>
        <a:p>
          <a:r>
            <a:rPr lang="it-IT" b="1" dirty="0"/>
            <a:t>Post-processing e analisi</a:t>
          </a:r>
        </a:p>
      </dgm:t>
    </dgm:pt>
    <dgm:pt modelId="{BFDFA0BD-7587-4ED6-AD99-6EE36A320651}" type="parTrans" cxnId="{7EB2C2C4-DE8A-4CFF-9A88-FC5D79B42BC1}">
      <dgm:prSet/>
      <dgm:spPr/>
      <dgm:t>
        <a:bodyPr/>
        <a:lstStyle/>
        <a:p>
          <a:endParaRPr lang="it-IT"/>
        </a:p>
      </dgm:t>
    </dgm:pt>
    <dgm:pt modelId="{1A1BD538-297D-48F7-9D79-22B240B0BEE3}" type="sibTrans" cxnId="{7EB2C2C4-DE8A-4CFF-9A88-FC5D79B42BC1}">
      <dgm:prSet/>
      <dgm:spPr/>
      <dgm:t>
        <a:bodyPr/>
        <a:lstStyle/>
        <a:p>
          <a:endParaRPr lang="it-IT"/>
        </a:p>
      </dgm:t>
    </dgm:pt>
    <dgm:pt modelId="{776A9D23-B172-4E51-A131-FCAB99D5B2AE}">
      <dgm:prSet phldrT="[Testo]" phldr="0"/>
      <dgm:spPr/>
      <dgm:t>
        <a:bodyPr/>
        <a:lstStyle/>
        <a:p>
          <a:r>
            <a:rPr lang="it-IT" dirty="0"/>
            <a:t>Dataset unico</a:t>
          </a:r>
        </a:p>
      </dgm:t>
    </dgm:pt>
    <dgm:pt modelId="{33752398-4541-4D58-9E50-7B17A73FC241}" type="parTrans" cxnId="{EDEAEC53-65F9-4379-A754-361B8D2CF5DA}">
      <dgm:prSet/>
      <dgm:spPr/>
      <dgm:t>
        <a:bodyPr/>
        <a:lstStyle/>
        <a:p>
          <a:endParaRPr lang="it-IT"/>
        </a:p>
      </dgm:t>
    </dgm:pt>
    <dgm:pt modelId="{A2EF5DE1-89B8-4EF9-B03D-CF6D70391904}" type="sibTrans" cxnId="{EDEAEC53-65F9-4379-A754-361B8D2CF5DA}">
      <dgm:prSet/>
      <dgm:spPr/>
      <dgm:t>
        <a:bodyPr/>
        <a:lstStyle/>
        <a:p>
          <a:endParaRPr lang="it-IT"/>
        </a:p>
      </dgm:t>
    </dgm:pt>
    <dgm:pt modelId="{9DF6A54E-8B5B-487D-80CA-A8BF74EA46BD}">
      <dgm:prSet phldrT="[Testo]" phldr="0"/>
      <dgm:spPr/>
      <dgm:t>
        <a:bodyPr/>
        <a:lstStyle/>
        <a:p>
          <a:r>
            <a:rPr lang="it-IT" dirty="0"/>
            <a:t>Normalizzazione dei </a:t>
          </a:r>
          <a:r>
            <a:rPr lang="it-IT" dirty="0" err="1"/>
            <a:t>topic</a:t>
          </a:r>
          <a:r>
            <a:rPr lang="it-IT" dirty="0"/>
            <a:t> (23 macro-aree)</a:t>
          </a:r>
        </a:p>
      </dgm:t>
    </dgm:pt>
    <dgm:pt modelId="{7B7FB55C-CACF-4AD5-A15D-01232F37DE77}" type="parTrans" cxnId="{84E787FE-AD48-45AF-9B11-5E59E7F3015E}">
      <dgm:prSet/>
      <dgm:spPr/>
      <dgm:t>
        <a:bodyPr/>
        <a:lstStyle/>
        <a:p>
          <a:endParaRPr lang="it-IT"/>
        </a:p>
      </dgm:t>
    </dgm:pt>
    <dgm:pt modelId="{CF3802FF-E219-4754-84C5-21EC8FD660F1}" type="sibTrans" cxnId="{84E787FE-AD48-45AF-9B11-5E59E7F3015E}">
      <dgm:prSet/>
      <dgm:spPr/>
      <dgm:t>
        <a:bodyPr/>
        <a:lstStyle/>
        <a:p>
          <a:endParaRPr lang="it-IT"/>
        </a:p>
      </dgm:t>
    </dgm:pt>
    <dgm:pt modelId="{ED53787A-D020-4A9A-9738-8A374B6891FD}">
      <dgm:prSet phldrT="[Testo]" phldr="0"/>
      <dgm:spPr/>
      <dgm:t>
        <a:bodyPr/>
        <a:lstStyle/>
        <a:p>
          <a:r>
            <a:rPr lang="it-IT" dirty="0"/>
            <a:t>Calcolo distribuzione umana</a:t>
          </a:r>
        </a:p>
      </dgm:t>
    </dgm:pt>
    <dgm:pt modelId="{21EFD212-E0F3-4247-93A0-9C443FB04D61}" type="parTrans" cxnId="{D03EA95F-BDFB-4736-A581-25741436C332}">
      <dgm:prSet/>
      <dgm:spPr/>
      <dgm:t>
        <a:bodyPr/>
        <a:lstStyle/>
        <a:p>
          <a:endParaRPr lang="it-IT"/>
        </a:p>
      </dgm:t>
    </dgm:pt>
    <dgm:pt modelId="{FAC9431E-7C56-43CD-ABD9-8CED2AB4E0A8}" type="sibTrans" cxnId="{D03EA95F-BDFB-4736-A581-25741436C332}">
      <dgm:prSet/>
      <dgm:spPr/>
      <dgm:t>
        <a:bodyPr/>
        <a:lstStyle/>
        <a:p>
          <a:endParaRPr lang="it-IT"/>
        </a:p>
      </dgm:t>
    </dgm:pt>
    <dgm:pt modelId="{EFCF1CF1-8665-408E-BB85-C8CC7F39F16C}">
      <dgm:prSet phldrT="[Testo]" phldr="0"/>
      <dgm:spPr/>
      <dgm:t>
        <a:bodyPr/>
        <a:lstStyle/>
        <a:p>
          <a:r>
            <a:rPr lang="it-IT"/>
            <a:t>1 baseline </a:t>
          </a:r>
          <a:endParaRPr lang="it-IT" dirty="0"/>
        </a:p>
      </dgm:t>
    </dgm:pt>
    <dgm:pt modelId="{FA2BE32A-C2EF-43C8-8121-2A2D61F2841B}" type="parTrans" cxnId="{9D267F2A-8AE5-41D3-9623-615DD963D236}">
      <dgm:prSet/>
      <dgm:spPr/>
      <dgm:t>
        <a:bodyPr/>
        <a:lstStyle/>
        <a:p>
          <a:endParaRPr lang="it-IT"/>
        </a:p>
      </dgm:t>
    </dgm:pt>
    <dgm:pt modelId="{C3CD3BA5-2E57-4C48-9F84-C55E907D2643}" type="sibTrans" cxnId="{9D267F2A-8AE5-41D3-9623-615DD963D236}">
      <dgm:prSet/>
      <dgm:spPr/>
      <dgm:t>
        <a:bodyPr/>
        <a:lstStyle/>
        <a:p>
          <a:endParaRPr lang="it-IT"/>
        </a:p>
      </dgm:t>
    </dgm:pt>
    <dgm:pt modelId="{8B2D41A5-17FA-4B5D-9ECF-D6A40D56F8E8}">
      <dgm:prSet phldrT="[Testo]" phldr="0"/>
      <dgm:spPr/>
      <dgm:t>
        <a:bodyPr/>
        <a:lstStyle/>
        <a:p>
          <a:r>
            <a:rPr lang="it-IT"/>
            <a:t>3 permutazioni</a:t>
          </a:r>
          <a:endParaRPr lang="it-IT" dirty="0"/>
        </a:p>
      </dgm:t>
    </dgm:pt>
    <dgm:pt modelId="{8CADBE3B-5F51-4EB4-8E2E-352B39559FB0}" type="parTrans" cxnId="{A435431A-DE5E-4819-AD01-67E2185B8A0A}">
      <dgm:prSet/>
      <dgm:spPr/>
      <dgm:t>
        <a:bodyPr/>
        <a:lstStyle/>
        <a:p>
          <a:endParaRPr lang="it-IT"/>
        </a:p>
      </dgm:t>
    </dgm:pt>
    <dgm:pt modelId="{FCFE54F2-5A6D-454D-96E7-91C970F0C48E}" type="sibTrans" cxnId="{A435431A-DE5E-4819-AD01-67E2185B8A0A}">
      <dgm:prSet/>
      <dgm:spPr/>
      <dgm:t>
        <a:bodyPr/>
        <a:lstStyle/>
        <a:p>
          <a:endParaRPr lang="it-IT"/>
        </a:p>
      </dgm:t>
    </dgm:pt>
    <dgm:pt modelId="{E321ADB0-5B34-41F9-9D6B-069B057061CC}">
      <dgm:prSet phldrT="[Testo]" phldr="0"/>
      <dgm:spPr/>
      <dgm:t>
        <a:bodyPr/>
        <a:lstStyle/>
        <a:p>
          <a:r>
            <a:rPr lang="it-IT"/>
            <a:t>3 duplicazione</a:t>
          </a:r>
          <a:endParaRPr lang="it-IT" dirty="0"/>
        </a:p>
      </dgm:t>
    </dgm:pt>
    <dgm:pt modelId="{F16580B9-71C6-4EB0-B6CA-49378E7C2002}" type="parTrans" cxnId="{B210D27D-65C4-4338-8BAC-8E43F2EBB897}">
      <dgm:prSet/>
      <dgm:spPr/>
      <dgm:t>
        <a:bodyPr/>
        <a:lstStyle/>
        <a:p>
          <a:endParaRPr lang="it-IT"/>
        </a:p>
      </dgm:t>
    </dgm:pt>
    <dgm:pt modelId="{67E2D22E-5CF3-4AF4-9903-DC7D07D05AFF}" type="sibTrans" cxnId="{B210D27D-65C4-4338-8BAC-8E43F2EBB897}">
      <dgm:prSet/>
      <dgm:spPr/>
      <dgm:t>
        <a:bodyPr/>
        <a:lstStyle/>
        <a:p>
          <a:endParaRPr lang="it-IT"/>
        </a:p>
      </dgm:t>
    </dgm:pt>
    <dgm:pt modelId="{D45AA0D2-715D-4BAE-9E25-B6ADB3FD4117}">
      <dgm:prSet phldrT="[Testo]" phldr="0"/>
      <dgm:spPr/>
      <dgm:t>
        <a:bodyPr/>
        <a:lstStyle/>
        <a:p>
          <a:r>
            <a:rPr lang="it-IT"/>
            <a:t>3 minacce (economica, informatica, legale)</a:t>
          </a:r>
          <a:endParaRPr lang="it-IT" dirty="0"/>
        </a:p>
      </dgm:t>
    </dgm:pt>
    <dgm:pt modelId="{D688A031-17D9-4441-987C-D34718925E95}" type="parTrans" cxnId="{DB66DFF2-7A58-427B-BCB6-058685A88572}">
      <dgm:prSet/>
      <dgm:spPr/>
      <dgm:t>
        <a:bodyPr/>
        <a:lstStyle/>
        <a:p>
          <a:endParaRPr lang="it-IT"/>
        </a:p>
      </dgm:t>
    </dgm:pt>
    <dgm:pt modelId="{A0673811-6A75-4183-BCD6-C00BC07EB680}" type="sibTrans" cxnId="{DB66DFF2-7A58-427B-BCB6-058685A88572}">
      <dgm:prSet/>
      <dgm:spPr/>
      <dgm:t>
        <a:bodyPr/>
        <a:lstStyle/>
        <a:p>
          <a:endParaRPr lang="it-IT"/>
        </a:p>
      </dgm:t>
    </dgm:pt>
    <dgm:pt modelId="{191DF802-26D2-4637-A4BA-46CF87F07625}">
      <dgm:prSet phldrT="[Testo]" phldr="0"/>
      <dgm:spPr/>
      <dgm:t>
        <a:bodyPr/>
        <a:lstStyle/>
        <a:p>
          <a:r>
            <a:rPr lang="it-IT"/>
            <a:t>Prompt</a:t>
          </a:r>
          <a:endParaRPr lang="it-IT" dirty="0"/>
        </a:p>
      </dgm:t>
    </dgm:pt>
    <dgm:pt modelId="{14B2419C-6C82-4D8E-9BE5-6DBDBC2EC752}" type="parTrans" cxnId="{D2B27D94-5E15-4C94-AF57-EA06C1B087A7}">
      <dgm:prSet/>
      <dgm:spPr/>
      <dgm:t>
        <a:bodyPr/>
        <a:lstStyle/>
        <a:p>
          <a:endParaRPr lang="it-IT"/>
        </a:p>
      </dgm:t>
    </dgm:pt>
    <dgm:pt modelId="{5E99FCCC-395A-40DD-8717-DC5FC79E3406}" type="sibTrans" cxnId="{D2B27D94-5E15-4C94-AF57-EA06C1B087A7}">
      <dgm:prSet/>
      <dgm:spPr/>
      <dgm:t>
        <a:bodyPr/>
        <a:lstStyle/>
        <a:p>
          <a:endParaRPr lang="it-IT"/>
        </a:p>
      </dgm:t>
    </dgm:pt>
    <dgm:pt modelId="{6E0408F1-E790-45A5-A7AF-E37472279BC3}">
      <dgm:prSet phldrT="[Testo]" phldr="0"/>
      <dgm:spPr/>
      <dgm:t>
        <a:bodyPr/>
        <a:lstStyle/>
        <a:p>
          <a:r>
            <a:rPr lang="it-IT" dirty="0"/>
            <a:t>Doppia inferenza: </a:t>
          </a:r>
          <a:r>
            <a:rPr lang="it-IT" dirty="0" err="1"/>
            <a:t>logit</a:t>
          </a:r>
          <a:r>
            <a:rPr lang="it-IT" dirty="0"/>
            <a:t> + testo libero</a:t>
          </a:r>
        </a:p>
      </dgm:t>
    </dgm:pt>
    <dgm:pt modelId="{4D4520B4-6001-45F5-A3FE-A3AAF434A354}" type="parTrans" cxnId="{D7B65733-2457-47B4-914E-80D17637EC85}">
      <dgm:prSet/>
      <dgm:spPr/>
      <dgm:t>
        <a:bodyPr/>
        <a:lstStyle/>
        <a:p>
          <a:endParaRPr lang="it-IT"/>
        </a:p>
      </dgm:t>
    </dgm:pt>
    <dgm:pt modelId="{53221F28-ED01-43E6-9515-6891122F7177}" type="sibTrans" cxnId="{D7B65733-2457-47B4-914E-80D17637EC85}">
      <dgm:prSet/>
      <dgm:spPr/>
      <dgm:t>
        <a:bodyPr/>
        <a:lstStyle/>
        <a:p>
          <a:endParaRPr lang="it-IT"/>
        </a:p>
      </dgm:t>
    </dgm:pt>
    <dgm:pt modelId="{E17FE759-7CE3-4484-BB77-950E8785EA46}">
      <dgm:prSet phldrT="[Testo]" phldr="0"/>
      <dgm:spPr/>
      <dgm:t>
        <a:bodyPr/>
        <a:lstStyle/>
        <a:p>
          <a:r>
            <a:rPr lang="it-IT" dirty="0"/>
            <a:t>Confidenza</a:t>
          </a:r>
        </a:p>
      </dgm:t>
    </dgm:pt>
    <dgm:pt modelId="{2530F50F-036A-46B6-88C7-D2989617682A}" type="parTrans" cxnId="{9D0E7C4E-3784-4593-8718-F2B0B29EA965}">
      <dgm:prSet/>
      <dgm:spPr/>
      <dgm:t>
        <a:bodyPr/>
        <a:lstStyle/>
        <a:p>
          <a:endParaRPr lang="it-IT"/>
        </a:p>
      </dgm:t>
    </dgm:pt>
    <dgm:pt modelId="{32D5AB6B-FF01-4A91-BCCF-16BDE66B2F93}" type="sibTrans" cxnId="{9D0E7C4E-3784-4593-8718-F2B0B29EA965}">
      <dgm:prSet/>
      <dgm:spPr/>
      <dgm:t>
        <a:bodyPr/>
        <a:lstStyle/>
        <a:p>
          <a:endParaRPr lang="it-IT"/>
        </a:p>
      </dgm:t>
    </dgm:pt>
    <dgm:pt modelId="{CA9C79CC-E10F-49F9-BBA8-868606DE16C1}">
      <dgm:prSet phldrT="[Testo]" phldr="0"/>
      <dgm:spPr/>
      <dgm:t>
        <a:bodyPr/>
        <a:lstStyle/>
        <a:p>
          <a:r>
            <a:rPr lang="it-IT"/>
            <a:t>Validità</a:t>
          </a:r>
          <a:endParaRPr lang="it-IT" dirty="0"/>
        </a:p>
      </dgm:t>
    </dgm:pt>
    <dgm:pt modelId="{1796521A-2E66-4CF5-80DF-AB5A1CE2E6AC}" type="parTrans" cxnId="{FEE4C23C-91FC-4CD8-9914-F0D47B3B3F89}">
      <dgm:prSet/>
      <dgm:spPr/>
      <dgm:t>
        <a:bodyPr/>
        <a:lstStyle/>
        <a:p>
          <a:endParaRPr lang="it-IT"/>
        </a:p>
      </dgm:t>
    </dgm:pt>
    <dgm:pt modelId="{9B8D775D-19E4-4AC1-9B12-7F1FE22B8BAB}" type="sibTrans" cxnId="{FEE4C23C-91FC-4CD8-9914-F0D47B3B3F89}">
      <dgm:prSet/>
      <dgm:spPr/>
      <dgm:t>
        <a:bodyPr/>
        <a:lstStyle/>
        <a:p>
          <a:endParaRPr lang="it-IT"/>
        </a:p>
      </dgm:t>
    </dgm:pt>
    <dgm:pt modelId="{89EFFB21-1547-46C0-837F-88A854B5CA8D}">
      <dgm:prSet phldrT="[Testo]" phldr="0"/>
      <dgm:spPr/>
      <dgm:t>
        <a:bodyPr/>
        <a:lstStyle/>
        <a:p>
          <a:r>
            <a:rPr lang="it-IT"/>
            <a:t>Coerenza logit-testo</a:t>
          </a:r>
          <a:endParaRPr lang="it-IT" dirty="0"/>
        </a:p>
      </dgm:t>
    </dgm:pt>
    <dgm:pt modelId="{41C3BF67-804E-4B9B-98DB-EEB4A2C22BD1}" type="parTrans" cxnId="{4A592363-D9CD-4502-89D9-D8E9B1214558}">
      <dgm:prSet/>
      <dgm:spPr/>
      <dgm:t>
        <a:bodyPr/>
        <a:lstStyle/>
        <a:p>
          <a:endParaRPr lang="it-IT"/>
        </a:p>
      </dgm:t>
    </dgm:pt>
    <dgm:pt modelId="{5A63F797-2DBC-4299-A417-ABDAC3A91617}" type="sibTrans" cxnId="{4A592363-D9CD-4502-89D9-D8E9B1214558}">
      <dgm:prSet/>
      <dgm:spPr/>
      <dgm:t>
        <a:bodyPr/>
        <a:lstStyle/>
        <a:p>
          <a:endParaRPr lang="it-IT"/>
        </a:p>
      </dgm:t>
    </dgm:pt>
    <dgm:pt modelId="{281CFF1C-DBF7-407D-B88F-2D18C0F630BA}">
      <dgm:prSet phldrT="[Testo]" phldr="0"/>
      <dgm:spPr/>
      <dgm:t>
        <a:bodyPr/>
        <a:lstStyle/>
        <a:p>
          <a:r>
            <a:rPr lang="it-IT" dirty="0"/>
            <a:t>Stabilità e robustezza</a:t>
          </a:r>
        </a:p>
      </dgm:t>
    </dgm:pt>
    <dgm:pt modelId="{7BEE4DA1-C521-4178-935A-9BA283E4F69B}" type="parTrans" cxnId="{74BF86FD-97E6-4630-9C84-A326724E2C99}">
      <dgm:prSet/>
      <dgm:spPr/>
      <dgm:t>
        <a:bodyPr/>
        <a:lstStyle/>
        <a:p>
          <a:endParaRPr lang="it-IT"/>
        </a:p>
      </dgm:t>
    </dgm:pt>
    <dgm:pt modelId="{C0C9679B-DA82-4D69-AAF1-4D71235261B7}" type="sibTrans" cxnId="{74BF86FD-97E6-4630-9C84-A326724E2C99}">
      <dgm:prSet/>
      <dgm:spPr/>
      <dgm:t>
        <a:bodyPr/>
        <a:lstStyle/>
        <a:p>
          <a:endParaRPr lang="it-IT"/>
        </a:p>
      </dgm:t>
    </dgm:pt>
    <dgm:pt modelId="{3E4D951D-E5A9-4DF6-B0F4-83C8FB837ED2}">
      <dgm:prSet phldrT="[Testo]" phldr="0"/>
      <dgm:spPr/>
      <dgm:t>
        <a:bodyPr/>
        <a:lstStyle/>
        <a:p>
          <a:r>
            <a:rPr lang="it-IT" dirty="0"/>
            <a:t>Minacce</a:t>
          </a:r>
        </a:p>
      </dgm:t>
    </dgm:pt>
    <dgm:pt modelId="{030645A1-1C97-4629-AEAC-93D9678322DE}" type="parTrans" cxnId="{9D84539F-D222-4F50-AC79-3D6243D6829F}">
      <dgm:prSet/>
      <dgm:spPr/>
      <dgm:t>
        <a:bodyPr/>
        <a:lstStyle/>
        <a:p>
          <a:endParaRPr lang="it-IT"/>
        </a:p>
      </dgm:t>
    </dgm:pt>
    <dgm:pt modelId="{C4102CBB-5618-430D-8EC6-C34DCD5C0594}" type="sibTrans" cxnId="{9D84539F-D222-4F50-AC79-3D6243D6829F}">
      <dgm:prSet/>
      <dgm:spPr/>
      <dgm:t>
        <a:bodyPr/>
        <a:lstStyle/>
        <a:p>
          <a:endParaRPr lang="it-IT"/>
        </a:p>
      </dgm:t>
    </dgm:pt>
    <dgm:pt modelId="{A73C3995-2B0F-442F-931F-865310AD3893}">
      <dgm:prSet phldrT="[Testo]" phldr="0"/>
      <dgm:spPr/>
      <dgm:t>
        <a:bodyPr/>
        <a:lstStyle/>
        <a:p>
          <a:r>
            <a:rPr lang="it-IT" dirty="0"/>
            <a:t>Allineamento umano</a:t>
          </a:r>
        </a:p>
      </dgm:t>
    </dgm:pt>
    <dgm:pt modelId="{D49D4565-6B00-471B-98D1-6A57C046F8CB}" type="parTrans" cxnId="{B018FA51-7CF6-45F7-A9CF-4F5FB2D93786}">
      <dgm:prSet/>
      <dgm:spPr/>
      <dgm:t>
        <a:bodyPr/>
        <a:lstStyle/>
        <a:p>
          <a:endParaRPr lang="it-IT"/>
        </a:p>
      </dgm:t>
    </dgm:pt>
    <dgm:pt modelId="{9E7B8513-F904-4A72-B0FF-27BBF1C638C0}" type="sibTrans" cxnId="{B018FA51-7CF6-45F7-A9CF-4F5FB2D93786}">
      <dgm:prSet/>
      <dgm:spPr/>
      <dgm:t>
        <a:bodyPr/>
        <a:lstStyle/>
        <a:p>
          <a:endParaRPr lang="it-IT"/>
        </a:p>
      </dgm:t>
    </dgm:pt>
    <dgm:pt modelId="{2F909751-EE14-4927-8389-80C94111A222}">
      <dgm:prSet phldrT="[Testo]" phldr="0"/>
      <dgm:spPr/>
      <dgm:t>
        <a:bodyPr/>
        <a:lstStyle/>
        <a:p>
          <a:r>
            <a:rPr lang="it-IT"/>
            <a:t>Affinità politica </a:t>
          </a:r>
          <a:endParaRPr lang="it-IT" dirty="0"/>
        </a:p>
      </dgm:t>
    </dgm:pt>
    <dgm:pt modelId="{B3E5569C-DDDA-4CC5-9DC1-5EA593A160E0}" type="parTrans" cxnId="{86627393-4B5D-4390-8C38-A9F3403B26B5}">
      <dgm:prSet/>
      <dgm:spPr/>
      <dgm:t>
        <a:bodyPr/>
        <a:lstStyle/>
        <a:p>
          <a:endParaRPr lang="it-IT"/>
        </a:p>
      </dgm:t>
    </dgm:pt>
    <dgm:pt modelId="{76C41A63-8F5C-4CB5-A030-46C4B1F42B56}" type="sibTrans" cxnId="{86627393-4B5D-4390-8C38-A9F3403B26B5}">
      <dgm:prSet/>
      <dgm:spPr/>
      <dgm:t>
        <a:bodyPr/>
        <a:lstStyle/>
        <a:p>
          <a:endParaRPr lang="it-IT"/>
        </a:p>
      </dgm:t>
    </dgm:pt>
    <dgm:pt modelId="{96F75573-76AE-4450-8B85-C57D7552FE30}" type="pres">
      <dgm:prSet presAssocID="{528616C0-8FCB-4A68-BCD6-087C448090B2}" presName="linearFlow" presStyleCnt="0">
        <dgm:presLayoutVars>
          <dgm:dir/>
          <dgm:animLvl val="lvl"/>
          <dgm:resizeHandles val="exact"/>
        </dgm:presLayoutVars>
      </dgm:prSet>
      <dgm:spPr/>
    </dgm:pt>
    <dgm:pt modelId="{0DF23557-FC3C-4D22-8E83-0C3F4905EF47}" type="pres">
      <dgm:prSet presAssocID="{91663C5E-0EFE-4B35-9E50-B01D6F84E758}" presName="composite" presStyleCnt="0"/>
      <dgm:spPr/>
    </dgm:pt>
    <dgm:pt modelId="{FA4B2B34-F0E3-4DA3-803B-BF43D413EB46}" type="pres">
      <dgm:prSet presAssocID="{91663C5E-0EFE-4B35-9E50-B01D6F84E75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0087BEA-463E-469E-9AD8-55FD2228C694}" type="pres">
      <dgm:prSet presAssocID="{91663C5E-0EFE-4B35-9E50-B01D6F84E758}" presName="parSh" presStyleLbl="node1" presStyleIdx="0" presStyleCnt="4"/>
      <dgm:spPr/>
    </dgm:pt>
    <dgm:pt modelId="{1940BD17-5F8E-4BFE-9263-F81622682B7A}" type="pres">
      <dgm:prSet presAssocID="{91663C5E-0EFE-4B35-9E50-B01D6F84E758}" presName="desTx" presStyleLbl="fgAcc1" presStyleIdx="0" presStyleCnt="4">
        <dgm:presLayoutVars>
          <dgm:bulletEnabled val="1"/>
        </dgm:presLayoutVars>
      </dgm:prSet>
      <dgm:spPr/>
    </dgm:pt>
    <dgm:pt modelId="{06A47E9C-60F0-43DF-8567-DB98E71DBF5F}" type="pres">
      <dgm:prSet presAssocID="{858CE155-CBDF-4496-B0E1-823C024725F5}" presName="sibTrans" presStyleLbl="sibTrans2D1" presStyleIdx="0" presStyleCnt="3"/>
      <dgm:spPr/>
    </dgm:pt>
    <dgm:pt modelId="{990A3403-D142-4DC3-A4E3-7551546010F0}" type="pres">
      <dgm:prSet presAssocID="{858CE155-CBDF-4496-B0E1-823C024725F5}" presName="connTx" presStyleLbl="sibTrans2D1" presStyleIdx="0" presStyleCnt="3"/>
      <dgm:spPr/>
    </dgm:pt>
    <dgm:pt modelId="{83E19BE7-D2D9-4FAD-8F3A-2694C8E2C101}" type="pres">
      <dgm:prSet presAssocID="{D4B72962-DBA9-432B-9FF4-52A0CF2FFE72}" presName="composite" presStyleCnt="0"/>
      <dgm:spPr/>
    </dgm:pt>
    <dgm:pt modelId="{79CD8364-CF26-4FEA-84B3-693D8E1EACBC}" type="pres">
      <dgm:prSet presAssocID="{D4B72962-DBA9-432B-9FF4-52A0CF2FFE7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3991BB-8981-4CF6-A384-9B7D22DB9FCE}" type="pres">
      <dgm:prSet presAssocID="{D4B72962-DBA9-432B-9FF4-52A0CF2FFE72}" presName="parSh" presStyleLbl="node1" presStyleIdx="1" presStyleCnt="4"/>
      <dgm:spPr/>
    </dgm:pt>
    <dgm:pt modelId="{D97C5A58-CF55-4DCD-A6C0-EFAF39ECE9B4}" type="pres">
      <dgm:prSet presAssocID="{D4B72962-DBA9-432B-9FF4-52A0CF2FFE72}" presName="desTx" presStyleLbl="fgAcc1" presStyleIdx="1" presStyleCnt="4">
        <dgm:presLayoutVars>
          <dgm:bulletEnabled val="1"/>
        </dgm:presLayoutVars>
      </dgm:prSet>
      <dgm:spPr/>
    </dgm:pt>
    <dgm:pt modelId="{295A6F93-A700-4896-B26F-F6D89D88AC0C}" type="pres">
      <dgm:prSet presAssocID="{870125EF-9D8E-48D2-9982-536CD146E06D}" presName="sibTrans" presStyleLbl="sibTrans2D1" presStyleIdx="1" presStyleCnt="3"/>
      <dgm:spPr/>
    </dgm:pt>
    <dgm:pt modelId="{1CDA6FD0-9D30-40F6-8D6C-5C7ACBB88D09}" type="pres">
      <dgm:prSet presAssocID="{870125EF-9D8E-48D2-9982-536CD146E06D}" presName="connTx" presStyleLbl="sibTrans2D1" presStyleIdx="1" presStyleCnt="3"/>
      <dgm:spPr/>
    </dgm:pt>
    <dgm:pt modelId="{43C667FB-13C2-4079-A78C-A4549B2E9A01}" type="pres">
      <dgm:prSet presAssocID="{78AB69DA-3F74-45A7-8A71-74E7BFDCE538}" presName="composite" presStyleCnt="0"/>
      <dgm:spPr/>
    </dgm:pt>
    <dgm:pt modelId="{4F4454A5-1A8A-4070-A0FB-462BC7B34EB9}" type="pres">
      <dgm:prSet presAssocID="{78AB69DA-3F74-45A7-8A71-74E7BFDCE538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88815E-D57C-4B50-902E-3BC36DF44AF3}" type="pres">
      <dgm:prSet presAssocID="{78AB69DA-3F74-45A7-8A71-74E7BFDCE538}" presName="parSh" presStyleLbl="node1" presStyleIdx="2" presStyleCnt="4"/>
      <dgm:spPr/>
    </dgm:pt>
    <dgm:pt modelId="{D49A884B-4C4B-4C07-9133-52D60893DC14}" type="pres">
      <dgm:prSet presAssocID="{78AB69DA-3F74-45A7-8A71-74E7BFDCE538}" presName="desTx" presStyleLbl="fgAcc1" presStyleIdx="2" presStyleCnt="4">
        <dgm:presLayoutVars>
          <dgm:bulletEnabled val="1"/>
        </dgm:presLayoutVars>
      </dgm:prSet>
      <dgm:spPr/>
    </dgm:pt>
    <dgm:pt modelId="{AEE1D654-55EA-488A-80CB-1224714F85B6}" type="pres">
      <dgm:prSet presAssocID="{ED073C36-4034-49B6-8E57-62DB7CFB705F}" presName="sibTrans" presStyleLbl="sibTrans2D1" presStyleIdx="2" presStyleCnt="3"/>
      <dgm:spPr/>
    </dgm:pt>
    <dgm:pt modelId="{0968B66A-2A76-4451-937B-78FCF590B422}" type="pres">
      <dgm:prSet presAssocID="{ED073C36-4034-49B6-8E57-62DB7CFB705F}" presName="connTx" presStyleLbl="sibTrans2D1" presStyleIdx="2" presStyleCnt="3"/>
      <dgm:spPr/>
    </dgm:pt>
    <dgm:pt modelId="{35466488-E458-49F5-AA83-88AC73E72538}" type="pres">
      <dgm:prSet presAssocID="{87D8A2B4-E338-4860-9E1D-FED3A2B00953}" presName="composite" presStyleCnt="0"/>
      <dgm:spPr/>
    </dgm:pt>
    <dgm:pt modelId="{A7A3850E-3388-4042-B066-6E06F8EED442}" type="pres">
      <dgm:prSet presAssocID="{87D8A2B4-E338-4860-9E1D-FED3A2B0095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CF4E0B-5F97-483B-96EE-4E3B2EBE4C86}" type="pres">
      <dgm:prSet presAssocID="{87D8A2B4-E338-4860-9E1D-FED3A2B00953}" presName="parSh" presStyleLbl="node1" presStyleIdx="3" presStyleCnt="4"/>
      <dgm:spPr/>
    </dgm:pt>
    <dgm:pt modelId="{44A6E372-3F6C-4A41-A8BC-EC594634FF3F}" type="pres">
      <dgm:prSet presAssocID="{87D8A2B4-E338-4860-9E1D-FED3A2B00953}" presName="desTx" presStyleLbl="fgAcc1" presStyleIdx="3" presStyleCnt="4">
        <dgm:presLayoutVars>
          <dgm:bulletEnabled val="1"/>
        </dgm:presLayoutVars>
      </dgm:prSet>
      <dgm:spPr/>
    </dgm:pt>
  </dgm:ptLst>
  <dgm:cxnLst>
    <dgm:cxn modelId="{FE161303-6C42-4AC9-A5AE-74EEAD0E0FC2}" type="presOf" srcId="{6E0408F1-E790-45A5-A7AF-E37472279BC3}" destId="{D49A884B-4C4B-4C07-9133-52D60893DC14}" srcOrd="0" destOrd="1" presId="urn:microsoft.com/office/officeart/2005/8/layout/process3"/>
    <dgm:cxn modelId="{A4EB910A-E4DA-4952-9CA0-6E08BCFDF5D4}" type="presOf" srcId="{78AB69DA-3F74-45A7-8A71-74E7BFDCE538}" destId="{4F4454A5-1A8A-4070-A0FB-462BC7B34EB9}" srcOrd="0" destOrd="0" presId="urn:microsoft.com/office/officeart/2005/8/layout/process3"/>
    <dgm:cxn modelId="{39A6BA15-5D6E-49B4-BA30-03730CFD6E71}" type="presOf" srcId="{870125EF-9D8E-48D2-9982-536CD146E06D}" destId="{295A6F93-A700-4896-B26F-F6D89D88AC0C}" srcOrd="0" destOrd="0" presId="urn:microsoft.com/office/officeart/2005/8/layout/process3"/>
    <dgm:cxn modelId="{A435431A-DE5E-4819-AD01-67E2185B8A0A}" srcId="{D4B72962-DBA9-432B-9FF4-52A0CF2FFE72}" destId="{8B2D41A5-17FA-4B5D-9ECF-D6A40D56F8E8}" srcOrd="1" destOrd="0" parTransId="{8CADBE3B-5F51-4EB4-8E2E-352B39559FB0}" sibTransId="{FCFE54F2-5A6D-454D-96E7-91C970F0C48E}"/>
    <dgm:cxn modelId="{B9A0691C-567B-4F3E-A3DD-39E03038956E}" type="presOf" srcId="{870125EF-9D8E-48D2-9982-536CD146E06D}" destId="{1CDA6FD0-9D30-40F6-8D6C-5C7ACBB88D09}" srcOrd="1" destOrd="0" presId="urn:microsoft.com/office/officeart/2005/8/layout/process3"/>
    <dgm:cxn modelId="{0813F21E-D5DD-4447-9CAB-285919B694D7}" type="presOf" srcId="{D4B72962-DBA9-432B-9FF4-52A0CF2FFE72}" destId="{79CD8364-CF26-4FEA-84B3-693D8E1EACBC}" srcOrd="0" destOrd="0" presId="urn:microsoft.com/office/officeart/2005/8/layout/process3"/>
    <dgm:cxn modelId="{6DB40226-7475-4DD1-BF66-EA477167C19F}" type="presOf" srcId="{858CE155-CBDF-4496-B0E1-823C024725F5}" destId="{990A3403-D142-4DC3-A4E3-7551546010F0}" srcOrd="1" destOrd="0" presId="urn:microsoft.com/office/officeart/2005/8/layout/process3"/>
    <dgm:cxn modelId="{9D267F2A-8AE5-41D3-9623-615DD963D236}" srcId="{D4B72962-DBA9-432B-9FF4-52A0CF2FFE72}" destId="{EFCF1CF1-8665-408E-BB85-C8CC7F39F16C}" srcOrd="0" destOrd="0" parTransId="{FA2BE32A-C2EF-43C8-8121-2A2D61F2841B}" sibTransId="{C3CD3BA5-2E57-4C48-9F84-C55E907D2643}"/>
    <dgm:cxn modelId="{E5FD292B-B4CD-424F-ABBB-742B9AF78131}" type="presOf" srcId="{91663C5E-0EFE-4B35-9E50-B01D6F84E758}" destId="{FA4B2B34-F0E3-4DA3-803B-BF43D413EB46}" srcOrd="0" destOrd="0" presId="urn:microsoft.com/office/officeart/2005/8/layout/process3"/>
    <dgm:cxn modelId="{D7B65733-2457-47B4-914E-80D17637EC85}" srcId="{78AB69DA-3F74-45A7-8A71-74E7BFDCE538}" destId="{6E0408F1-E790-45A5-A7AF-E37472279BC3}" srcOrd="1" destOrd="0" parTransId="{4D4520B4-6001-45F5-A3FE-A3AAF434A354}" sibTransId="{53221F28-ED01-43E6-9515-6891122F7177}"/>
    <dgm:cxn modelId="{A8EA2734-4166-45BE-8A64-0C963EA84A5C}" type="presOf" srcId="{87D8A2B4-E338-4860-9E1D-FED3A2B00953}" destId="{A7A3850E-3388-4042-B066-6E06F8EED442}" srcOrd="0" destOrd="0" presId="urn:microsoft.com/office/officeart/2005/8/layout/process3"/>
    <dgm:cxn modelId="{8A058534-3A20-4E0C-B00A-D27A9B2E06A1}" type="presOf" srcId="{E17FE759-7CE3-4484-BB77-950E8785EA46}" destId="{D49A884B-4C4B-4C07-9133-52D60893DC14}" srcOrd="0" destOrd="2" presId="urn:microsoft.com/office/officeart/2005/8/layout/process3"/>
    <dgm:cxn modelId="{B8AE7F37-2F50-4375-B5F0-DBDC8BB8FB3A}" type="presOf" srcId="{D45AA0D2-715D-4BAE-9E25-B6ADB3FD4117}" destId="{D97C5A58-CF55-4DCD-A6C0-EFAF39ECE9B4}" srcOrd="0" destOrd="3" presId="urn:microsoft.com/office/officeart/2005/8/layout/process3"/>
    <dgm:cxn modelId="{FEE4C23C-91FC-4CD8-9914-F0D47B3B3F89}" srcId="{87D8A2B4-E338-4860-9E1D-FED3A2B00953}" destId="{CA9C79CC-E10F-49F9-BBA8-868606DE16C1}" srcOrd="0" destOrd="0" parTransId="{1796521A-2E66-4CF5-80DF-AB5A1CE2E6AC}" sibTransId="{9B8D775D-19E4-4AC1-9B12-7F1FE22B8BAB}"/>
    <dgm:cxn modelId="{0FE52A5B-4E97-4EC9-A502-B5DEAE15A073}" type="presOf" srcId="{2F909751-EE14-4927-8389-80C94111A222}" destId="{44A6E372-3F6C-4A41-A8BC-EC594634FF3F}" srcOrd="0" destOrd="5" presId="urn:microsoft.com/office/officeart/2005/8/layout/process3"/>
    <dgm:cxn modelId="{D03EA95F-BDFB-4736-A581-25741436C332}" srcId="{91663C5E-0EFE-4B35-9E50-B01D6F84E758}" destId="{ED53787A-D020-4A9A-9738-8A374B6891FD}" srcOrd="2" destOrd="0" parTransId="{21EFD212-E0F3-4247-93A0-9C443FB04D61}" sibTransId="{FAC9431E-7C56-43CD-ABD9-8CED2AB4E0A8}"/>
    <dgm:cxn modelId="{C317BE60-EF06-4896-851C-A5FD8C8C37CE}" type="presOf" srcId="{ED073C36-4034-49B6-8E57-62DB7CFB705F}" destId="{AEE1D654-55EA-488A-80CB-1224714F85B6}" srcOrd="0" destOrd="0" presId="urn:microsoft.com/office/officeart/2005/8/layout/process3"/>
    <dgm:cxn modelId="{0E072361-8EAC-4142-978B-48DC043AC4F9}" type="presOf" srcId="{191DF802-26D2-4637-A4BA-46CF87F07625}" destId="{D49A884B-4C4B-4C07-9133-52D60893DC14}" srcOrd="0" destOrd="0" presId="urn:microsoft.com/office/officeart/2005/8/layout/process3"/>
    <dgm:cxn modelId="{4A592363-D9CD-4502-89D9-D8E9B1214558}" srcId="{87D8A2B4-E338-4860-9E1D-FED3A2B00953}" destId="{89EFFB21-1547-46C0-837F-88A854B5CA8D}" srcOrd="1" destOrd="0" parTransId="{41C3BF67-804E-4B9B-98DB-EEB4A2C22BD1}" sibTransId="{5A63F797-2DBC-4299-A417-ABDAC3A91617}"/>
    <dgm:cxn modelId="{2DB08F63-F04F-4C83-B215-FCF5B64CCC4B}" type="presOf" srcId="{91663C5E-0EFE-4B35-9E50-B01D6F84E758}" destId="{60087BEA-463E-469E-9AD8-55FD2228C694}" srcOrd="1" destOrd="0" presId="urn:microsoft.com/office/officeart/2005/8/layout/process3"/>
    <dgm:cxn modelId="{5270C04A-8B32-461A-A02E-649FD3D9750C}" type="presOf" srcId="{9DF6A54E-8B5B-487D-80CA-A8BF74EA46BD}" destId="{1940BD17-5F8E-4BFE-9263-F81622682B7A}" srcOrd="0" destOrd="1" presId="urn:microsoft.com/office/officeart/2005/8/layout/process3"/>
    <dgm:cxn modelId="{339D0A6E-ED63-4DAF-B3EA-E07062ACC540}" srcId="{528616C0-8FCB-4A68-BCD6-087C448090B2}" destId="{78AB69DA-3F74-45A7-8A71-74E7BFDCE538}" srcOrd="2" destOrd="0" parTransId="{B094930D-167C-45B9-80DE-7A6C57C59F09}" sibTransId="{ED073C36-4034-49B6-8E57-62DB7CFB705F}"/>
    <dgm:cxn modelId="{9D0E7C4E-3784-4593-8718-F2B0B29EA965}" srcId="{78AB69DA-3F74-45A7-8A71-74E7BFDCE538}" destId="{E17FE759-7CE3-4484-BB77-950E8785EA46}" srcOrd="2" destOrd="0" parTransId="{2530F50F-036A-46B6-88C7-D2989617682A}" sibTransId="{32D5AB6B-FF01-4A91-BCCF-16BDE66B2F93}"/>
    <dgm:cxn modelId="{3BDBC771-33D3-4E3A-AE9F-616A52176DE1}" type="presOf" srcId="{3E4D951D-E5A9-4DF6-B0F4-83C8FB837ED2}" destId="{44A6E372-3F6C-4A41-A8BC-EC594634FF3F}" srcOrd="0" destOrd="3" presId="urn:microsoft.com/office/officeart/2005/8/layout/process3"/>
    <dgm:cxn modelId="{B018FA51-7CF6-45F7-A9CF-4F5FB2D93786}" srcId="{87D8A2B4-E338-4860-9E1D-FED3A2B00953}" destId="{A73C3995-2B0F-442F-931F-865310AD3893}" srcOrd="4" destOrd="0" parTransId="{D49D4565-6B00-471B-98D1-6A57C046F8CB}" sibTransId="{9E7B8513-F904-4A72-B0FF-27BBF1C638C0}"/>
    <dgm:cxn modelId="{D2894953-F2CF-4EFA-85F6-61BFA23D41D3}" type="presOf" srcId="{89EFFB21-1547-46C0-837F-88A854B5CA8D}" destId="{44A6E372-3F6C-4A41-A8BC-EC594634FF3F}" srcOrd="0" destOrd="1" presId="urn:microsoft.com/office/officeart/2005/8/layout/process3"/>
    <dgm:cxn modelId="{DE21E373-8DE3-4FB6-B83A-C53951FDC7F0}" type="presOf" srcId="{A73C3995-2B0F-442F-931F-865310AD3893}" destId="{44A6E372-3F6C-4A41-A8BC-EC594634FF3F}" srcOrd="0" destOrd="4" presId="urn:microsoft.com/office/officeart/2005/8/layout/process3"/>
    <dgm:cxn modelId="{EDEAEC53-65F9-4379-A754-361B8D2CF5DA}" srcId="{91663C5E-0EFE-4B35-9E50-B01D6F84E758}" destId="{776A9D23-B172-4E51-A131-FCAB99D5B2AE}" srcOrd="0" destOrd="0" parTransId="{33752398-4541-4D58-9E50-7B17A73FC241}" sibTransId="{A2EF5DE1-89B8-4EF9-B03D-CF6D70391904}"/>
    <dgm:cxn modelId="{B210D27D-65C4-4338-8BAC-8E43F2EBB897}" srcId="{D4B72962-DBA9-432B-9FF4-52A0CF2FFE72}" destId="{E321ADB0-5B34-41F9-9D6B-069B057061CC}" srcOrd="2" destOrd="0" parTransId="{F16580B9-71C6-4EB0-B6CA-49378E7C2002}" sibTransId="{67E2D22E-5CF3-4AF4-9903-DC7D07D05AFF}"/>
    <dgm:cxn modelId="{6C60B388-D574-4625-8951-BBFC180CA3AF}" type="presOf" srcId="{E321ADB0-5B34-41F9-9D6B-069B057061CC}" destId="{D97C5A58-CF55-4DCD-A6C0-EFAF39ECE9B4}" srcOrd="0" destOrd="2" presId="urn:microsoft.com/office/officeart/2005/8/layout/process3"/>
    <dgm:cxn modelId="{4A27538C-6BD6-4C6E-904C-6B65C575B8C1}" type="presOf" srcId="{281CFF1C-DBF7-407D-B88F-2D18C0F630BA}" destId="{44A6E372-3F6C-4A41-A8BC-EC594634FF3F}" srcOrd="0" destOrd="2" presId="urn:microsoft.com/office/officeart/2005/8/layout/process3"/>
    <dgm:cxn modelId="{86627393-4B5D-4390-8C38-A9F3403B26B5}" srcId="{87D8A2B4-E338-4860-9E1D-FED3A2B00953}" destId="{2F909751-EE14-4927-8389-80C94111A222}" srcOrd="5" destOrd="0" parTransId="{B3E5569C-DDDA-4CC5-9DC1-5EA593A160E0}" sibTransId="{76C41A63-8F5C-4CB5-A030-46C4B1F42B56}"/>
    <dgm:cxn modelId="{A8739593-3679-469E-9323-CB42E9784115}" type="presOf" srcId="{78AB69DA-3F74-45A7-8A71-74E7BFDCE538}" destId="{E088815E-D57C-4B50-902E-3BC36DF44AF3}" srcOrd="1" destOrd="0" presId="urn:microsoft.com/office/officeart/2005/8/layout/process3"/>
    <dgm:cxn modelId="{D2B27D94-5E15-4C94-AF57-EA06C1B087A7}" srcId="{78AB69DA-3F74-45A7-8A71-74E7BFDCE538}" destId="{191DF802-26D2-4637-A4BA-46CF87F07625}" srcOrd="0" destOrd="0" parTransId="{14B2419C-6C82-4D8E-9BE5-6DBDBC2EC752}" sibTransId="{5E99FCCC-395A-40DD-8717-DC5FC79E3406}"/>
    <dgm:cxn modelId="{F283BC9C-F992-4D89-8219-4A717D36449E}" type="presOf" srcId="{EFCF1CF1-8665-408E-BB85-C8CC7F39F16C}" destId="{D97C5A58-CF55-4DCD-A6C0-EFAF39ECE9B4}" srcOrd="0" destOrd="0" presId="urn:microsoft.com/office/officeart/2005/8/layout/process3"/>
    <dgm:cxn modelId="{9D84539F-D222-4F50-AC79-3D6243D6829F}" srcId="{87D8A2B4-E338-4860-9E1D-FED3A2B00953}" destId="{3E4D951D-E5A9-4DF6-B0F4-83C8FB837ED2}" srcOrd="3" destOrd="0" parTransId="{030645A1-1C97-4629-AEAC-93D9678322DE}" sibTransId="{C4102CBB-5618-430D-8EC6-C34DCD5C0594}"/>
    <dgm:cxn modelId="{C1DE16A0-E0FD-4BC7-9E97-1C5D85B32D29}" type="presOf" srcId="{776A9D23-B172-4E51-A131-FCAB99D5B2AE}" destId="{1940BD17-5F8E-4BFE-9263-F81622682B7A}" srcOrd="0" destOrd="0" presId="urn:microsoft.com/office/officeart/2005/8/layout/process3"/>
    <dgm:cxn modelId="{5507F2AC-0A9D-43AF-AB1E-173CF5BFEE08}" srcId="{528616C0-8FCB-4A68-BCD6-087C448090B2}" destId="{91663C5E-0EFE-4B35-9E50-B01D6F84E758}" srcOrd="0" destOrd="0" parTransId="{B65EC3B2-C32E-4904-815B-CDA2F0D33563}" sibTransId="{858CE155-CBDF-4496-B0E1-823C024725F5}"/>
    <dgm:cxn modelId="{CC902BBE-9834-4826-A0CF-FDC32F638229}" type="presOf" srcId="{ED073C36-4034-49B6-8E57-62DB7CFB705F}" destId="{0968B66A-2A76-4451-937B-78FCF590B422}" srcOrd="1" destOrd="0" presId="urn:microsoft.com/office/officeart/2005/8/layout/process3"/>
    <dgm:cxn modelId="{8D4B35C3-A817-434A-9EDC-B2713F71346E}" type="presOf" srcId="{D4B72962-DBA9-432B-9FF4-52A0CF2FFE72}" destId="{D73991BB-8981-4CF6-A384-9B7D22DB9FCE}" srcOrd="1" destOrd="0" presId="urn:microsoft.com/office/officeart/2005/8/layout/process3"/>
    <dgm:cxn modelId="{7EB2C2C4-DE8A-4CFF-9A88-FC5D79B42BC1}" srcId="{528616C0-8FCB-4A68-BCD6-087C448090B2}" destId="{87D8A2B4-E338-4860-9E1D-FED3A2B00953}" srcOrd="3" destOrd="0" parTransId="{BFDFA0BD-7587-4ED6-AD99-6EE36A320651}" sibTransId="{1A1BD538-297D-48F7-9D79-22B240B0BEE3}"/>
    <dgm:cxn modelId="{F1D540E2-CC84-46FA-B9B2-E7BA1AF91ED2}" srcId="{528616C0-8FCB-4A68-BCD6-087C448090B2}" destId="{D4B72962-DBA9-432B-9FF4-52A0CF2FFE72}" srcOrd="1" destOrd="0" parTransId="{DD444A22-FFE0-4A27-8963-58E22705A7C0}" sibTransId="{870125EF-9D8E-48D2-9982-536CD146E06D}"/>
    <dgm:cxn modelId="{6610B8F1-A078-4626-BA0B-A3624BCC9AD5}" type="presOf" srcId="{87D8A2B4-E338-4860-9E1D-FED3A2B00953}" destId="{C8CF4E0B-5F97-483B-96EE-4E3B2EBE4C86}" srcOrd="1" destOrd="0" presId="urn:microsoft.com/office/officeart/2005/8/layout/process3"/>
    <dgm:cxn modelId="{DB66DFF2-7A58-427B-BCB6-058685A88572}" srcId="{D4B72962-DBA9-432B-9FF4-52A0CF2FFE72}" destId="{D45AA0D2-715D-4BAE-9E25-B6ADB3FD4117}" srcOrd="3" destOrd="0" parTransId="{D688A031-17D9-4441-987C-D34718925E95}" sibTransId="{A0673811-6A75-4183-BCD6-C00BC07EB680}"/>
    <dgm:cxn modelId="{A22047F6-3DAF-4209-BE79-32ADDC615BF3}" type="presOf" srcId="{CA9C79CC-E10F-49F9-BBA8-868606DE16C1}" destId="{44A6E372-3F6C-4A41-A8BC-EC594634FF3F}" srcOrd="0" destOrd="0" presId="urn:microsoft.com/office/officeart/2005/8/layout/process3"/>
    <dgm:cxn modelId="{10D78CF8-8003-4ABE-A4B6-1475310FA564}" type="presOf" srcId="{ED53787A-D020-4A9A-9738-8A374B6891FD}" destId="{1940BD17-5F8E-4BFE-9263-F81622682B7A}" srcOrd="0" destOrd="2" presId="urn:microsoft.com/office/officeart/2005/8/layout/process3"/>
    <dgm:cxn modelId="{F28A53FB-35DD-4395-A2E0-D58ECCBFADA5}" type="presOf" srcId="{8B2D41A5-17FA-4B5D-9ECF-D6A40D56F8E8}" destId="{D97C5A58-CF55-4DCD-A6C0-EFAF39ECE9B4}" srcOrd="0" destOrd="1" presId="urn:microsoft.com/office/officeart/2005/8/layout/process3"/>
    <dgm:cxn modelId="{AEBEADFB-6C9D-4BB4-B552-899E93F2BE29}" type="presOf" srcId="{858CE155-CBDF-4496-B0E1-823C024725F5}" destId="{06A47E9C-60F0-43DF-8567-DB98E71DBF5F}" srcOrd="0" destOrd="0" presId="urn:microsoft.com/office/officeart/2005/8/layout/process3"/>
    <dgm:cxn modelId="{DCA8F1FC-4371-4E0D-B948-D9586DA987AA}" type="presOf" srcId="{528616C0-8FCB-4A68-BCD6-087C448090B2}" destId="{96F75573-76AE-4450-8B85-C57D7552FE30}" srcOrd="0" destOrd="0" presId="urn:microsoft.com/office/officeart/2005/8/layout/process3"/>
    <dgm:cxn modelId="{74BF86FD-97E6-4630-9C84-A326724E2C99}" srcId="{87D8A2B4-E338-4860-9E1D-FED3A2B00953}" destId="{281CFF1C-DBF7-407D-B88F-2D18C0F630BA}" srcOrd="2" destOrd="0" parTransId="{7BEE4DA1-C521-4178-935A-9BA283E4F69B}" sibTransId="{C0C9679B-DA82-4D69-AAF1-4D71235261B7}"/>
    <dgm:cxn modelId="{84E787FE-AD48-45AF-9B11-5E59E7F3015E}" srcId="{91663C5E-0EFE-4B35-9E50-B01D6F84E758}" destId="{9DF6A54E-8B5B-487D-80CA-A8BF74EA46BD}" srcOrd="1" destOrd="0" parTransId="{7B7FB55C-CACF-4AD5-A15D-01232F37DE77}" sibTransId="{CF3802FF-E219-4754-84C5-21EC8FD660F1}"/>
    <dgm:cxn modelId="{82393DFE-71C5-4549-803B-121309411063}" type="presParOf" srcId="{96F75573-76AE-4450-8B85-C57D7552FE30}" destId="{0DF23557-FC3C-4D22-8E83-0C3F4905EF47}" srcOrd="0" destOrd="0" presId="urn:microsoft.com/office/officeart/2005/8/layout/process3"/>
    <dgm:cxn modelId="{E6D91A6B-EB7C-4C18-95DC-A02DFF82154B}" type="presParOf" srcId="{0DF23557-FC3C-4D22-8E83-0C3F4905EF47}" destId="{FA4B2B34-F0E3-4DA3-803B-BF43D413EB46}" srcOrd="0" destOrd="0" presId="urn:microsoft.com/office/officeart/2005/8/layout/process3"/>
    <dgm:cxn modelId="{52DB4F7E-F47E-4A64-AF3B-7393DAEFDD8A}" type="presParOf" srcId="{0DF23557-FC3C-4D22-8E83-0C3F4905EF47}" destId="{60087BEA-463E-469E-9AD8-55FD2228C694}" srcOrd="1" destOrd="0" presId="urn:microsoft.com/office/officeart/2005/8/layout/process3"/>
    <dgm:cxn modelId="{4B89305E-F0C9-49EF-9DE2-04CFB8A21B1A}" type="presParOf" srcId="{0DF23557-FC3C-4D22-8E83-0C3F4905EF47}" destId="{1940BD17-5F8E-4BFE-9263-F81622682B7A}" srcOrd="2" destOrd="0" presId="urn:microsoft.com/office/officeart/2005/8/layout/process3"/>
    <dgm:cxn modelId="{AB9D77A9-BFEC-49FC-9AE2-94CE5AFFF1BC}" type="presParOf" srcId="{96F75573-76AE-4450-8B85-C57D7552FE30}" destId="{06A47E9C-60F0-43DF-8567-DB98E71DBF5F}" srcOrd="1" destOrd="0" presId="urn:microsoft.com/office/officeart/2005/8/layout/process3"/>
    <dgm:cxn modelId="{8FEB066F-E2E3-400F-B8D9-B9D4E5AA3CC5}" type="presParOf" srcId="{06A47E9C-60F0-43DF-8567-DB98E71DBF5F}" destId="{990A3403-D142-4DC3-A4E3-7551546010F0}" srcOrd="0" destOrd="0" presId="urn:microsoft.com/office/officeart/2005/8/layout/process3"/>
    <dgm:cxn modelId="{0EA8F003-F4C3-411D-A464-704105EE33C1}" type="presParOf" srcId="{96F75573-76AE-4450-8B85-C57D7552FE30}" destId="{83E19BE7-D2D9-4FAD-8F3A-2694C8E2C101}" srcOrd="2" destOrd="0" presId="urn:microsoft.com/office/officeart/2005/8/layout/process3"/>
    <dgm:cxn modelId="{D64525A8-5DE9-4FB1-864B-33469FB6C14D}" type="presParOf" srcId="{83E19BE7-D2D9-4FAD-8F3A-2694C8E2C101}" destId="{79CD8364-CF26-4FEA-84B3-693D8E1EACBC}" srcOrd="0" destOrd="0" presId="urn:microsoft.com/office/officeart/2005/8/layout/process3"/>
    <dgm:cxn modelId="{C8254A9E-BB4D-4A5D-AF73-4F9E49A344E6}" type="presParOf" srcId="{83E19BE7-D2D9-4FAD-8F3A-2694C8E2C101}" destId="{D73991BB-8981-4CF6-A384-9B7D22DB9FCE}" srcOrd="1" destOrd="0" presId="urn:microsoft.com/office/officeart/2005/8/layout/process3"/>
    <dgm:cxn modelId="{FAF852AB-40AA-417A-8C57-F9224594860D}" type="presParOf" srcId="{83E19BE7-D2D9-4FAD-8F3A-2694C8E2C101}" destId="{D97C5A58-CF55-4DCD-A6C0-EFAF39ECE9B4}" srcOrd="2" destOrd="0" presId="urn:microsoft.com/office/officeart/2005/8/layout/process3"/>
    <dgm:cxn modelId="{87CF9BE4-A97F-4574-9577-590989BD2C1C}" type="presParOf" srcId="{96F75573-76AE-4450-8B85-C57D7552FE30}" destId="{295A6F93-A700-4896-B26F-F6D89D88AC0C}" srcOrd="3" destOrd="0" presId="urn:microsoft.com/office/officeart/2005/8/layout/process3"/>
    <dgm:cxn modelId="{43F27936-53E3-4619-9564-38EA8E5008CC}" type="presParOf" srcId="{295A6F93-A700-4896-B26F-F6D89D88AC0C}" destId="{1CDA6FD0-9D30-40F6-8D6C-5C7ACBB88D09}" srcOrd="0" destOrd="0" presId="urn:microsoft.com/office/officeart/2005/8/layout/process3"/>
    <dgm:cxn modelId="{4B8D2C66-2704-4B4D-A50B-0BFA9CBE3E72}" type="presParOf" srcId="{96F75573-76AE-4450-8B85-C57D7552FE30}" destId="{43C667FB-13C2-4079-A78C-A4549B2E9A01}" srcOrd="4" destOrd="0" presId="urn:microsoft.com/office/officeart/2005/8/layout/process3"/>
    <dgm:cxn modelId="{D89B6581-25E5-4132-B04D-D2E8CCAA866A}" type="presParOf" srcId="{43C667FB-13C2-4079-A78C-A4549B2E9A01}" destId="{4F4454A5-1A8A-4070-A0FB-462BC7B34EB9}" srcOrd="0" destOrd="0" presId="urn:microsoft.com/office/officeart/2005/8/layout/process3"/>
    <dgm:cxn modelId="{1D96D3A5-E1CB-4018-B6D8-91C6507B1C49}" type="presParOf" srcId="{43C667FB-13C2-4079-A78C-A4549B2E9A01}" destId="{E088815E-D57C-4B50-902E-3BC36DF44AF3}" srcOrd="1" destOrd="0" presId="urn:microsoft.com/office/officeart/2005/8/layout/process3"/>
    <dgm:cxn modelId="{E8FF5261-E848-4C0D-BAE5-7771602782AE}" type="presParOf" srcId="{43C667FB-13C2-4079-A78C-A4549B2E9A01}" destId="{D49A884B-4C4B-4C07-9133-52D60893DC14}" srcOrd="2" destOrd="0" presId="urn:microsoft.com/office/officeart/2005/8/layout/process3"/>
    <dgm:cxn modelId="{73F4777F-C3AF-419A-885C-790C429996C8}" type="presParOf" srcId="{96F75573-76AE-4450-8B85-C57D7552FE30}" destId="{AEE1D654-55EA-488A-80CB-1224714F85B6}" srcOrd="5" destOrd="0" presId="urn:microsoft.com/office/officeart/2005/8/layout/process3"/>
    <dgm:cxn modelId="{2256B964-89F8-490B-B660-061F9DF6A424}" type="presParOf" srcId="{AEE1D654-55EA-488A-80CB-1224714F85B6}" destId="{0968B66A-2A76-4451-937B-78FCF590B422}" srcOrd="0" destOrd="0" presId="urn:microsoft.com/office/officeart/2005/8/layout/process3"/>
    <dgm:cxn modelId="{BDCC45DE-2F7A-4CB4-8B31-ED894BC57C0F}" type="presParOf" srcId="{96F75573-76AE-4450-8B85-C57D7552FE30}" destId="{35466488-E458-49F5-AA83-88AC73E72538}" srcOrd="6" destOrd="0" presId="urn:microsoft.com/office/officeart/2005/8/layout/process3"/>
    <dgm:cxn modelId="{BA8700B2-44E9-44F0-893A-4B30C13EC542}" type="presParOf" srcId="{35466488-E458-49F5-AA83-88AC73E72538}" destId="{A7A3850E-3388-4042-B066-6E06F8EED442}" srcOrd="0" destOrd="0" presId="urn:microsoft.com/office/officeart/2005/8/layout/process3"/>
    <dgm:cxn modelId="{6D66EACC-3F60-417E-B76F-FBACE93BC7C7}" type="presParOf" srcId="{35466488-E458-49F5-AA83-88AC73E72538}" destId="{C8CF4E0B-5F97-483B-96EE-4E3B2EBE4C86}" srcOrd="1" destOrd="0" presId="urn:microsoft.com/office/officeart/2005/8/layout/process3"/>
    <dgm:cxn modelId="{EB469CA6-E8B0-452B-A7D8-2FF5B3E8A753}" type="presParOf" srcId="{35466488-E458-49F5-AA83-88AC73E72538}" destId="{44A6E372-3F6C-4A41-A8BC-EC594634FF3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1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Coerenza </a:t>
          </a:r>
          <a:r>
            <a:rPr lang="it-IT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/>
      <dgm:spPr/>
      <dgm:t>
        <a:bodyPr/>
        <a:lstStyle/>
        <a:p>
          <a:r>
            <a:rPr lang="it-IT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D8D6BDBE-9FB9-4061-9C50-BDCE33E04C2B}" type="pres">
      <dgm:prSet presAssocID="{CE1EB405-1AAE-4DF8-89CD-158EC54C5FF4}" presName="Name0" presStyleCnt="0">
        <dgm:presLayoutVars>
          <dgm:dir/>
          <dgm:resizeHandles val="exact"/>
        </dgm:presLayoutVars>
      </dgm:prSet>
      <dgm:spPr/>
    </dgm:pt>
    <dgm:pt modelId="{B0A5ABFC-6F9F-49D5-B72C-240A4F60F0B3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6549B818-CDE0-4573-9D38-F8D72952E002}" type="pres">
      <dgm:prSet presAssocID="{7BAF73B5-1F31-446B-8F43-F788FAD98276}" presName="sibTrans" presStyleLbl="sibTrans2D1" presStyleIdx="0" presStyleCnt="5"/>
      <dgm:spPr/>
    </dgm:pt>
    <dgm:pt modelId="{A50CC889-8D2A-45A9-8EC7-B170BCD281C8}" type="pres">
      <dgm:prSet presAssocID="{7BAF73B5-1F31-446B-8F43-F788FAD98276}" presName="connectorText" presStyleLbl="sibTrans2D1" presStyleIdx="0" presStyleCnt="5"/>
      <dgm:spPr/>
    </dgm:pt>
    <dgm:pt modelId="{07390F85-F564-4DA5-A812-6B8F5CBB8BD6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CC19C80-6913-4CD5-AEC8-253E317130C1}" type="pres">
      <dgm:prSet presAssocID="{FAF39CAE-50C4-4118-8D6F-8DC0440BF66B}" presName="sibTrans" presStyleLbl="sibTrans2D1" presStyleIdx="1" presStyleCnt="5"/>
      <dgm:spPr/>
    </dgm:pt>
    <dgm:pt modelId="{02AD0763-673B-45B1-B669-2470522A5E7B}" type="pres">
      <dgm:prSet presAssocID="{FAF39CAE-50C4-4118-8D6F-8DC0440BF66B}" presName="connectorText" presStyleLbl="sibTrans2D1" presStyleIdx="1" presStyleCnt="5"/>
      <dgm:spPr/>
    </dgm:pt>
    <dgm:pt modelId="{38F1E448-8B59-41A1-A859-F66EFEF1F4AF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F54A648B-170D-442E-BC9F-9C92741AB9DD}" type="pres">
      <dgm:prSet presAssocID="{A4529C09-F4F0-440D-9E66-A03917BD7F3B}" presName="sibTrans" presStyleLbl="sibTrans2D1" presStyleIdx="2" presStyleCnt="5"/>
      <dgm:spPr/>
    </dgm:pt>
    <dgm:pt modelId="{44187CE3-A064-4111-875B-C9980D656AE1}" type="pres">
      <dgm:prSet presAssocID="{A4529C09-F4F0-440D-9E66-A03917BD7F3B}" presName="connectorText" presStyleLbl="sibTrans2D1" presStyleIdx="2" presStyleCnt="5"/>
      <dgm:spPr/>
    </dgm:pt>
    <dgm:pt modelId="{DCD7C4E6-718D-482B-8D62-AFBE817F18DF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A7955134-AA5E-414B-9694-88D3F3DFAFE9}" type="pres">
      <dgm:prSet presAssocID="{CA0AB31A-78D9-4255-9466-6D96027A52C3}" presName="sibTrans" presStyleLbl="sibTrans2D1" presStyleIdx="3" presStyleCnt="5"/>
      <dgm:spPr/>
    </dgm:pt>
    <dgm:pt modelId="{8A915B37-2EDD-4033-9200-5C44C1160A6F}" type="pres">
      <dgm:prSet presAssocID="{CA0AB31A-78D9-4255-9466-6D96027A52C3}" presName="connectorText" presStyleLbl="sibTrans2D1" presStyleIdx="3" presStyleCnt="5"/>
      <dgm:spPr/>
    </dgm:pt>
    <dgm:pt modelId="{EA60C24A-88E5-4023-89BC-E14944173AD4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47AC7922-ABEC-4C53-8A47-9779FF526E76}" type="pres">
      <dgm:prSet presAssocID="{03809A5A-B0DE-43A9-AE0C-945335BF7A83}" presName="sibTrans" presStyleLbl="sibTrans2D1" presStyleIdx="4" presStyleCnt="5"/>
      <dgm:spPr/>
    </dgm:pt>
    <dgm:pt modelId="{D89738B7-9C1B-4640-BBC5-2C96070338C0}" type="pres">
      <dgm:prSet presAssocID="{03809A5A-B0DE-43A9-AE0C-945335BF7A83}" presName="connectorText" presStyleLbl="sibTrans2D1" presStyleIdx="4" presStyleCnt="5"/>
      <dgm:spPr/>
    </dgm:pt>
    <dgm:pt modelId="{FC1516C8-4037-4B3B-9085-81CDC56C7FD3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3D10E20C-2F2A-4E4F-9131-A1B1B66F6E64}" type="presOf" srcId="{03809A5A-B0DE-43A9-AE0C-945335BF7A83}" destId="{D89738B7-9C1B-4640-BBC5-2C96070338C0}" srcOrd="1" destOrd="0" presId="urn:microsoft.com/office/officeart/2005/8/layout/process1"/>
    <dgm:cxn modelId="{3DE6EE0E-285A-4DAF-9D6B-C19FFFBAF2DD}" type="presOf" srcId="{A4529C09-F4F0-440D-9E66-A03917BD7F3B}" destId="{44187CE3-A064-4111-875B-C9980D656AE1}" srcOrd="1" destOrd="0" presId="urn:microsoft.com/office/officeart/2005/8/layout/process1"/>
    <dgm:cxn modelId="{049D1211-B399-4BB0-A684-87EDD181EC41}" type="presOf" srcId="{CA0AB31A-78D9-4255-9466-6D96027A52C3}" destId="{A7955134-AA5E-414B-9694-88D3F3DFAFE9}" srcOrd="0" destOrd="0" presId="urn:microsoft.com/office/officeart/2005/8/layout/process1"/>
    <dgm:cxn modelId="{C3DDC51D-A4B3-4389-8F48-3EBCF418E7E2}" type="presOf" srcId="{7BAF73B5-1F31-446B-8F43-F788FAD98276}" destId="{6549B818-CDE0-4573-9D38-F8D72952E002}" srcOrd="0" destOrd="0" presId="urn:microsoft.com/office/officeart/2005/8/layout/process1"/>
    <dgm:cxn modelId="{A9E75F2F-4AE2-41BB-BEBE-F7F6F4149B12}" type="presOf" srcId="{CA0AB31A-78D9-4255-9466-6D96027A52C3}" destId="{8A915B37-2EDD-4033-9200-5C44C1160A6F}" srcOrd="1" destOrd="0" presId="urn:microsoft.com/office/officeart/2005/8/layout/process1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1FD8B95D-DCA1-4651-BF52-00AF3042AA60}" type="presOf" srcId="{7BAF73B5-1F31-446B-8F43-F788FAD98276}" destId="{A50CC889-8D2A-45A9-8EC7-B170BCD281C8}" srcOrd="1" destOrd="0" presId="urn:microsoft.com/office/officeart/2005/8/layout/process1"/>
    <dgm:cxn modelId="{F818C45F-F850-4A0F-814E-6D1E8CB814B0}" type="presOf" srcId="{FAF39CAE-50C4-4118-8D6F-8DC0440BF66B}" destId="{BCC19C80-6913-4CD5-AEC8-253E317130C1}" srcOrd="0" destOrd="0" presId="urn:microsoft.com/office/officeart/2005/8/layout/process1"/>
    <dgm:cxn modelId="{85FB9B53-CA08-4D37-9E43-A0A413164B87}" type="presOf" srcId="{03809A5A-B0DE-43A9-AE0C-945335BF7A83}" destId="{47AC7922-ABEC-4C53-8A47-9779FF526E76}" srcOrd="0" destOrd="0" presId="urn:microsoft.com/office/officeart/2005/8/layout/process1"/>
    <dgm:cxn modelId="{6523A556-E9FE-4EBD-924D-E60D7C706D6C}" type="presOf" srcId="{27B593AF-B3CC-4D7E-BF04-C6A42C4A24F8}" destId="{EA60C24A-88E5-4023-89BC-E14944173AD4}" srcOrd="0" destOrd="0" presId="urn:microsoft.com/office/officeart/2005/8/layout/process1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A166B482-5352-4BA7-B9CF-897BEF90312C}" type="presOf" srcId="{2D1777ED-3458-4AC8-82B6-C4070AB5CE59}" destId="{B0A5ABFC-6F9F-49D5-B72C-240A4F60F0B3}" srcOrd="0" destOrd="0" presId="urn:microsoft.com/office/officeart/2005/8/layout/process1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4E377F96-F0D5-4E35-B33A-F2082DE17F2E}" type="presOf" srcId="{A4529C09-F4F0-440D-9E66-A03917BD7F3B}" destId="{F54A648B-170D-442E-BC9F-9C92741AB9DD}" srcOrd="0" destOrd="0" presId="urn:microsoft.com/office/officeart/2005/8/layout/process1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EE74869B-D058-42E0-9F88-1C5ED5316B55}" type="presOf" srcId="{CE6B0D62-BDC8-4A92-8EFD-29C179650E08}" destId="{07390F85-F564-4DA5-A812-6B8F5CBB8BD6}" srcOrd="0" destOrd="0" presId="urn:microsoft.com/office/officeart/2005/8/layout/process1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1F4225A8-6801-4592-A5D1-743F7F2182CC}" type="presOf" srcId="{0627215A-5DE2-4096-970F-5C986DAC0F29}" destId="{38F1E448-8B59-41A1-A859-F66EFEF1F4AF}" srcOrd="0" destOrd="0" presId="urn:microsoft.com/office/officeart/2005/8/layout/process1"/>
    <dgm:cxn modelId="{03B559C3-C571-4C08-8392-F88031D6EF4C}" type="presOf" srcId="{CE1EB405-1AAE-4DF8-89CD-158EC54C5FF4}" destId="{D8D6BDBE-9FB9-4061-9C50-BDCE33E04C2B}" srcOrd="0" destOrd="0" presId="urn:microsoft.com/office/officeart/2005/8/layout/process1"/>
    <dgm:cxn modelId="{28D81ED3-9F50-4767-ADFA-987DF7FFB329}" type="presOf" srcId="{25B99495-988B-4177-8B6B-930137A7137E}" destId="{FC1516C8-4037-4B3B-9085-81CDC56C7FD3}" srcOrd="0" destOrd="0" presId="urn:microsoft.com/office/officeart/2005/8/layout/process1"/>
    <dgm:cxn modelId="{359056D7-137F-4880-BC5F-1700FC898E2D}" type="presOf" srcId="{FAF39CAE-50C4-4118-8D6F-8DC0440BF66B}" destId="{02AD0763-673B-45B1-B669-2470522A5E7B}" srcOrd="1" destOrd="0" presId="urn:microsoft.com/office/officeart/2005/8/layout/process1"/>
    <dgm:cxn modelId="{E44947EE-2347-4350-B85F-EB99C691B0AE}" type="presOf" srcId="{FAD560B2-60CE-46CA-B90D-1E6764F363B5}" destId="{DCD7C4E6-718D-482B-8D62-AFBE817F18DF}" srcOrd="0" destOrd="0" presId="urn:microsoft.com/office/officeart/2005/8/layout/process1"/>
    <dgm:cxn modelId="{0E4C8C4D-1381-447D-B007-057DBEDBD0E8}" type="presParOf" srcId="{D8D6BDBE-9FB9-4061-9C50-BDCE33E04C2B}" destId="{B0A5ABFC-6F9F-49D5-B72C-240A4F60F0B3}" srcOrd="0" destOrd="0" presId="urn:microsoft.com/office/officeart/2005/8/layout/process1"/>
    <dgm:cxn modelId="{7DCDBDAD-A2AC-4B04-BB74-F4607EB5091B}" type="presParOf" srcId="{D8D6BDBE-9FB9-4061-9C50-BDCE33E04C2B}" destId="{6549B818-CDE0-4573-9D38-F8D72952E002}" srcOrd="1" destOrd="0" presId="urn:microsoft.com/office/officeart/2005/8/layout/process1"/>
    <dgm:cxn modelId="{84EEA01E-33C7-4751-B905-DEBE75E9E081}" type="presParOf" srcId="{6549B818-CDE0-4573-9D38-F8D72952E002}" destId="{A50CC889-8D2A-45A9-8EC7-B170BCD281C8}" srcOrd="0" destOrd="0" presId="urn:microsoft.com/office/officeart/2005/8/layout/process1"/>
    <dgm:cxn modelId="{E67D1426-6D1E-4FB2-A055-CE3E2D4DAC7D}" type="presParOf" srcId="{D8D6BDBE-9FB9-4061-9C50-BDCE33E04C2B}" destId="{07390F85-F564-4DA5-A812-6B8F5CBB8BD6}" srcOrd="2" destOrd="0" presId="urn:microsoft.com/office/officeart/2005/8/layout/process1"/>
    <dgm:cxn modelId="{5A2D8A54-94A9-4BB7-98CD-36694470B417}" type="presParOf" srcId="{D8D6BDBE-9FB9-4061-9C50-BDCE33E04C2B}" destId="{BCC19C80-6913-4CD5-AEC8-253E317130C1}" srcOrd="3" destOrd="0" presId="urn:microsoft.com/office/officeart/2005/8/layout/process1"/>
    <dgm:cxn modelId="{B2D4FCEA-2BDE-4ADF-93EE-5728797EB78D}" type="presParOf" srcId="{BCC19C80-6913-4CD5-AEC8-253E317130C1}" destId="{02AD0763-673B-45B1-B669-2470522A5E7B}" srcOrd="0" destOrd="0" presId="urn:microsoft.com/office/officeart/2005/8/layout/process1"/>
    <dgm:cxn modelId="{041C468A-0218-45E5-B473-7B31E924BB74}" type="presParOf" srcId="{D8D6BDBE-9FB9-4061-9C50-BDCE33E04C2B}" destId="{38F1E448-8B59-41A1-A859-F66EFEF1F4AF}" srcOrd="4" destOrd="0" presId="urn:microsoft.com/office/officeart/2005/8/layout/process1"/>
    <dgm:cxn modelId="{425C4322-4990-4489-8DB8-0D482BAFC8AB}" type="presParOf" srcId="{D8D6BDBE-9FB9-4061-9C50-BDCE33E04C2B}" destId="{F54A648B-170D-442E-BC9F-9C92741AB9DD}" srcOrd="5" destOrd="0" presId="urn:microsoft.com/office/officeart/2005/8/layout/process1"/>
    <dgm:cxn modelId="{CF2570C4-B172-4C48-8967-C8F1C66F21DF}" type="presParOf" srcId="{F54A648B-170D-442E-BC9F-9C92741AB9DD}" destId="{44187CE3-A064-4111-875B-C9980D656AE1}" srcOrd="0" destOrd="0" presId="urn:microsoft.com/office/officeart/2005/8/layout/process1"/>
    <dgm:cxn modelId="{E2A35612-6D31-4AF7-997D-FA21E61C8BF6}" type="presParOf" srcId="{D8D6BDBE-9FB9-4061-9C50-BDCE33E04C2B}" destId="{DCD7C4E6-718D-482B-8D62-AFBE817F18DF}" srcOrd="6" destOrd="0" presId="urn:microsoft.com/office/officeart/2005/8/layout/process1"/>
    <dgm:cxn modelId="{74A8E00F-789A-497E-8B77-2C5B0EE46E63}" type="presParOf" srcId="{D8D6BDBE-9FB9-4061-9C50-BDCE33E04C2B}" destId="{A7955134-AA5E-414B-9694-88D3F3DFAFE9}" srcOrd="7" destOrd="0" presId="urn:microsoft.com/office/officeart/2005/8/layout/process1"/>
    <dgm:cxn modelId="{5031BEC9-F485-45AA-BA5E-5E07C41D1953}" type="presParOf" srcId="{A7955134-AA5E-414B-9694-88D3F3DFAFE9}" destId="{8A915B37-2EDD-4033-9200-5C44C1160A6F}" srcOrd="0" destOrd="0" presId="urn:microsoft.com/office/officeart/2005/8/layout/process1"/>
    <dgm:cxn modelId="{E09F98B8-13F9-41E5-822A-82E159839386}" type="presParOf" srcId="{D8D6BDBE-9FB9-4061-9C50-BDCE33E04C2B}" destId="{EA60C24A-88E5-4023-89BC-E14944173AD4}" srcOrd="8" destOrd="0" presId="urn:microsoft.com/office/officeart/2005/8/layout/process1"/>
    <dgm:cxn modelId="{CB2EC37F-FDBA-4BDF-9357-55E01F962862}" type="presParOf" srcId="{D8D6BDBE-9FB9-4061-9C50-BDCE33E04C2B}" destId="{47AC7922-ABEC-4C53-8A47-9779FF526E76}" srcOrd="9" destOrd="0" presId="urn:microsoft.com/office/officeart/2005/8/layout/process1"/>
    <dgm:cxn modelId="{30B9BE4F-2757-4DE1-98BE-3C74EE2B8659}" type="presParOf" srcId="{47AC7922-ABEC-4C53-8A47-9779FF526E76}" destId="{D89738B7-9C1B-4640-BBC5-2C96070338C0}" srcOrd="0" destOrd="0" presId="urn:microsoft.com/office/officeart/2005/8/layout/process1"/>
    <dgm:cxn modelId="{5A143B68-BCB0-4C00-B8AC-743471AEDDE0}" type="presParOf" srcId="{D8D6BDBE-9FB9-4061-9C50-BDCE33E04C2B}" destId="{FC1516C8-4037-4B3B-9085-81CDC56C7FD3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Coerenza </a:t>
          </a:r>
          <a:r>
            <a:rPr lang="it-IT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/>
      <dgm:spPr/>
      <dgm:t>
        <a:bodyPr/>
        <a:lstStyle/>
        <a:p>
          <a:r>
            <a:rPr lang="it-IT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 custScaleX="146410" custScaleY="146410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6F45F2-D1B1-40B1-BAD8-6C96FCCFAE33}" type="doc">
      <dgm:prSet loTypeId="urn:microsoft.com/office/officeart/2008/layout/LinedList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6DBCDB79-3795-41A3-AE1B-A24CC33E0B02}">
      <dgm:prSet phldrT="[Testo]" phldr="0"/>
      <dgm:spPr/>
      <dgm:t>
        <a:bodyPr/>
        <a:lstStyle/>
        <a:p>
          <a:pPr algn="r"/>
          <a:r>
            <a:rPr lang="it-IT" b="1" dirty="0"/>
            <a:t>Osservazioni</a:t>
          </a:r>
        </a:p>
      </dgm:t>
    </dgm:pt>
    <dgm:pt modelId="{66F499DF-F423-4E66-A1E2-F61297FA6EDA}" type="parTrans" cxnId="{D5803094-9171-484D-AE9B-232DD90F7F49}">
      <dgm:prSet/>
      <dgm:spPr/>
      <dgm:t>
        <a:bodyPr/>
        <a:lstStyle/>
        <a:p>
          <a:endParaRPr lang="it-IT"/>
        </a:p>
      </dgm:t>
    </dgm:pt>
    <dgm:pt modelId="{D9001FE2-4BAF-461A-A054-A2B6D0956D07}" type="sibTrans" cxnId="{D5803094-9171-484D-AE9B-232DD90F7F49}">
      <dgm:prSet/>
      <dgm:spPr/>
      <dgm:t>
        <a:bodyPr/>
        <a:lstStyle/>
        <a:p>
          <a:endParaRPr lang="it-IT"/>
        </a:p>
      </dgm:t>
    </dgm:pt>
    <dgm:pt modelId="{5EE46C03-6C0C-4C82-9783-6092D77A1361}">
      <dgm:prSet phldrT="[Testo]" phldr="0"/>
      <dgm:spPr/>
      <dgm:t>
        <a:bodyPr/>
        <a:lstStyle/>
        <a:p>
          <a:r>
            <a:rPr lang="it-IT" dirty="0"/>
            <a:t>1.4B è il più robusto</a:t>
          </a:r>
        </a:p>
      </dgm:t>
    </dgm:pt>
    <dgm:pt modelId="{A2AAF2C4-DAD9-4454-A4BB-F0621E7EE784}" type="parTrans" cxnId="{628BA18D-89BC-4068-893F-36572F1C0C80}">
      <dgm:prSet/>
      <dgm:spPr/>
      <dgm:t>
        <a:bodyPr/>
        <a:lstStyle/>
        <a:p>
          <a:endParaRPr lang="it-IT"/>
        </a:p>
      </dgm:t>
    </dgm:pt>
    <dgm:pt modelId="{D2D8C568-77BC-4497-ABC8-EA927ABCF1FD}" type="sibTrans" cxnId="{628BA18D-89BC-4068-893F-36572F1C0C80}">
      <dgm:prSet/>
      <dgm:spPr/>
      <dgm:t>
        <a:bodyPr/>
        <a:lstStyle/>
        <a:p>
          <a:endParaRPr lang="it-IT"/>
        </a:p>
      </dgm:t>
    </dgm:pt>
    <dgm:pt modelId="{16C03506-4C1C-41BD-AB6F-9CDC2D46C098}">
      <dgm:prSet phldrT="[Testo]" phldr="0"/>
      <dgm:spPr/>
      <dgm:t>
        <a:bodyPr/>
        <a:lstStyle/>
        <a:p>
          <a:r>
            <a:rPr lang="it-IT" dirty="0"/>
            <a:t>160M e 6.9B sono i più deboli sotto minaccia</a:t>
          </a:r>
        </a:p>
      </dgm:t>
    </dgm:pt>
    <dgm:pt modelId="{394C0413-EB80-401D-B617-9A597FCAEC6B}" type="parTrans" cxnId="{36B9E0B8-C266-4086-AFD4-E77C5580F617}">
      <dgm:prSet/>
      <dgm:spPr/>
      <dgm:t>
        <a:bodyPr/>
        <a:lstStyle/>
        <a:p>
          <a:endParaRPr lang="it-IT"/>
        </a:p>
      </dgm:t>
    </dgm:pt>
    <dgm:pt modelId="{45A6B347-2770-47F2-99B4-63399EA7C03B}" type="sibTrans" cxnId="{36B9E0B8-C266-4086-AFD4-E77C5580F617}">
      <dgm:prSet/>
      <dgm:spPr/>
      <dgm:t>
        <a:bodyPr/>
        <a:lstStyle/>
        <a:p>
          <a:endParaRPr lang="it-IT"/>
        </a:p>
      </dgm:t>
    </dgm:pt>
    <dgm:pt modelId="{D3397BA9-5AB7-47AD-B0C3-54CCF1FEC6CD}">
      <dgm:prSet phldrT="[Testo]" phldr="0"/>
      <dgm:spPr/>
      <dgm:t>
        <a:bodyPr/>
        <a:lstStyle/>
        <a:p>
          <a:r>
            <a:rPr lang="it-IT" dirty="0"/>
            <a:t>Robustezza strutturale (permutazione e duplicazione)</a:t>
          </a:r>
        </a:p>
      </dgm:t>
    </dgm:pt>
    <dgm:pt modelId="{8C99F540-0203-4879-A3CB-335F6C49FE4D}" type="parTrans" cxnId="{18BA07E5-6055-4DE0-9BE7-932EBF72549D}">
      <dgm:prSet/>
      <dgm:spPr/>
      <dgm:t>
        <a:bodyPr/>
        <a:lstStyle/>
        <a:p>
          <a:endParaRPr lang="it-IT"/>
        </a:p>
      </dgm:t>
    </dgm:pt>
    <dgm:pt modelId="{03CE1F09-5B7A-42ED-BA77-70383643923F}" type="sibTrans" cxnId="{18BA07E5-6055-4DE0-9BE7-932EBF72549D}">
      <dgm:prSet/>
      <dgm:spPr/>
      <dgm:t>
        <a:bodyPr/>
        <a:lstStyle/>
        <a:p>
          <a:endParaRPr lang="it-IT"/>
        </a:p>
      </dgm:t>
    </dgm:pt>
    <dgm:pt modelId="{32FC1DDE-711D-4B12-9BC6-17A8B6B0FFAD}" type="pres">
      <dgm:prSet presAssocID="{CC6F45F2-D1B1-40B1-BAD8-6C96FCCFAE33}" presName="vert0" presStyleCnt="0">
        <dgm:presLayoutVars>
          <dgm:dir/>
          <dgm:animOne val="branch"/>
          <dgm:animLvl val="lvl"/>
        </dgm:presLayoutVars>
      </dgm:prSet>
      <dgm:spPr/>
    </dgm:pt>
    <dgm:pt modelId="{18A3137E-61CA-4D31-A715-0920BCE48657}" type="pres">
      <dgm:prSet presAssocID="{6DBCDB79-3795-41A3-AE1B-A24CC33E0B02}" presName="thickLine" presStyleLbl="alignNode1" presStyleIdx="0" presStyleCnt="1"/>
      <dgm:spPr/>
    </dgm:pt>
    <dgm:pt modelId="{CAE7190C-1356-4EF0-8F40-FF1F155EFE29}" type="pres">
      <dgm:prSet presAssocID="{6DBCDB79-3795-41A3-AE1B-A24CC33E0B02}" presName="horz1" presStyleCnt="0"/>
      <dgm:spPr/>
    </dgm:pt>
    <dgm:pt modelId="{439E4469-7D22-4978-899E-3D18EC65E1A0}" type="pres">
      <dgm:prSet presAssocID="{6DBCDB79-3795-41A3-AE1B-A24CC33E0B02}" presName="tx1" presStyleLbl="revTx" presStyleIdx="0" presStyleCnt="4"/>
      <dgm:spPr/>
    </dgm:pt>
    <dgm:pt modelId="{092A149A-F4D7-4F3C-9E25-922A1A53ED3E}" type="pres">
      <dgm:prSet presAssocID="{6DBCDB79-3795-41A3-AE1B-A24CC33E0B02}" presName="vert1" presStyleCnt="0"/>
      <dgm:spPr/>
    </dgm:pt>
    <dgm:pt modelId="{E79C56FB-2A0A-45B3-9377-43726C183D81}" type="pres">
      <dgm:prSet presAssocID="{5EE46C03-6C0C-4C82-9783-6092D77A1361}" presName="vertSpace2a" presStyleCnt="0"/>
      <dgm:spPr/>
    </dgm:pt>
    <dgm:pt modelId="{80E75179-9B69-4486-9338-469FD90C04BF}" type="pres">
      <dgm:prSet presAssocID="{5EE46C03-6C0C-4C82-9783-6092D77A1361}" presName="horz2" presStyleCnt="0"/>
      <dgm:spPr/>
    </dgm:pt>
    <dgm:pt modelId="{169118A2-34A8-4A47-90AA-93A22CE57724}" type="pres">
      <dgm:prSet presAssocID="{5EE46C03-6C0C-4C82-9783-6092D77A1361}" presName="horzSpace2" presStyleCnt="0"/>
      <dgm:spPr/>
    </dgm:pt>
    <dgm:pt modelId="{A8975B29-C891-4DE5-A931-5FB4BE67098B}" type="pres">
      <dgm:prSet presAssocID="{5EE46C03-6C0C-4C82-9783-6092D77A1361}" presName="tx2" presStyleLbl="revTx" presStyleIdx="1" presStyleCnt="4"/>
      <dgm:spPr/>
    </dgm:pt>
    <dgm:pt modelId="{9D547A5A-CCEC-4482-8FDD-3DD3A815B856}" type="pres">
      <dgm:prSet presAssocID="{5EE46C03-6C0C-4C82-9783-6092D77A1361}" presName="vert2" presStyleCnt="0"/>
      <dgm:spPr/>
    </dgm:pt>
    <dgm:pt modelId="{E3ACFED0-EEB1-4B34-8C88-A7DDC7339923}" type="pres">
      <dgm:prSet presAssocID="{5EE46C03-6C0C-4C82-9783-6092D77A1361}" presName="thinLine2b" presStyleLbl="callout" presStyleIdx="0" presStyleCnt="3"/>
      <dgm:spPr/>
    </dgm:pt>
    <dgm:pt modelId="{98F19D89-F540-4337-A2E3-B5678779B3FD}" type="pres">
      <dgm:prSet presAssocID="{5EE46C03-6C0C-4C82-9783-6092D77A1361}" presName="vertSpace2b" presStyleCnt="0"/>
      <dgm:spPr/>
    </dgm:pt>
    <dgm:pt modelId="{4E28BCEE-8C98-4440-8CF6-399D7D840B20}" type="pres">
      <dgm:prSet presAssocID="{16C03506-4C1C-41BD-AB6F-9CDC2D46C098}" presName="horz2" presStyleCnt="0"/>
      <dgm:spPr/>
    </dgm:pt>
    <dgm:pt modelId="{1B5263CC-6AC0-4CD9-9DD9-C0676B568D7B}" type="pres">
      <dgm:prSet presAssocID="{16C03506-4C1C-41BD-AB6F-9CDC2D46C098}" presName="horzSpace2" presStyleCnt="0"/>
      <dgm:spPr/>
    </dgm:pt>
    <dgm:pt modelId="{EA49EB12-3787-4DB7-B1D9-FFD49406959A}" type="pres">
      <dgm:prSet presAssocID="{16C03506-4C1C-41BD-AB6F-9CDC2D46C098}" presName="tx2" presStyleLbl="revTx" presStyleIdx="2" presStyleCnt="4"/>
      <dgm:spPr/>
    </dgm:pt>
    <dgm:pt modelId="{FA67165A-01AB-4B35-9264-1DE129A48470}" type="pres">
      <dgm:prSet presAssocID="{16C03506-4C1C-41BD-AB6F-9CDC2D46C098}" presName="vert2" presStyleCnt="0"/>
      <dgm:spPr/>
    </dgm:pt>
    <dgm:pt modelId="{99C37EC2-1527-4A37-9A17-19BEA7BF2EAA}" type="pres">
      <dgm:prSet presAssocID="{16C03506-4C1C-41BD-AB6F-9CDC2D46C098}" presName="thinLine2b" presStyleLbl="callout" presStyleIdx="1" presStyleCnt="3"/>
      <dgm:spPr/>
    </dgm:pt>
    <dgm:pt modelId="{6F85D83C-9F92-45E1-ADB5-54BD7FB0EAA9}" type="pres">
      <dgm:prSet presAssocID="{16C03506-4C1C-41BD-AB6F-9CDC2D46C098}" presName="vertSpace2b" presStyleCnt="0"/>
      <dgm:spPr/>
    </dgm:pt>
    <dgm:pt modelId="{80064ACA-E22F-418B-893D-550072AD7E81}" type="pres">
      <dgm:prSet presAssocID="{D3397BA9-5AB7-47AD-B0C3-54CCF1FEC6CD}" presName="horz2" presStyleCnt="0"/>
      <dgm:spPr/>
    </dgm:pt>
    <dgm:pt modelId="{F033CBDE-88FC-46F2-9257-82B5A2D573C5}" type="pres">
      <dgm:prSet presAssocID="{D3397BA9-5AB7-47AD-B0C3-54CCF1FEC6CD}" presName="horzSpace2" presStyleCnt="0"/>
      <dgm:spPr/>
    </dgm:pt>
    <dgm:pt modelId="{E3F797FE-C0F6-48F0-B105-827709E3CBFC}" type="pres">
      <dgm:prSet presAssocID="{D3397BA9-5AB7-47AD-B0C3-54CCF1FEC6CD}" presName="tx2" presStyleLbl="revTx" presStyleIdx="3" presStyleCnt="4"/>
      <dgm:spPr/>
    </dgm:pt>
    <dgm:pt modelId="{4CDA3C52-EED0-4B5F-98AB-C159B78BC991}" type="pres">
      <dgm:prSet presAssocID="{D3397BA9-5AB7-47AD-B0C3-54CCF1FEC6CD}" presName="vert2" presStyleCnt="0"/>
      <dgm:spPr/>
    </dgm:pt>
    <dgm:pt modelId="{DEFD7B56-8097-4B82-9FB0-CDE82EF43707}" type="pres">
      <dgm:prSet presAssocID="{D3397BA9-5AB7-47AD-B0C3-54CCF1FEC6CD}" presName="thinLine2b" presStyleLbl="callout" presStyleIdx="2" presStyleCnt="3"/>
      <dgm:spPr/>
    </dgm:pt>
    <dgm:pt modelId="{8034BAD3-2A89-4B9B-94E1-6A5DEE4AA802}" type="pres">
      <dgm:prSet presAssocID="{D3397BA9-5AB7-47AD-B0C3-54CCF1FEC6CD}" presName="vertSpace2b" presStyleCnt="0"/>
      <dgm:spPr/>
    </dgm:pt>
  </dgm:ptLst>
  <dgm:cxnLst>
    <dgm:cxn modelId="{5CFC6B07-C935-4BA0-B682-0D6D9A4C3CC2}" type="presOf" srcId="{CC6F45F2-D1B1-40B1-BAD8-6C96FCCFAE33}" destId="{32FC1DDE-711D-4B12-9BC6-17A8B6B0FFAD}" srcOrd="0" destOrd="0" presId="urn:microsoft.com/office/officeart/2008/layout/LinedList"/>
    <dgm:cxn modelId="{F5BEEC1A-3451-479C-AEE9-EE1AEAA572A5}" type="presOf" srcId="{D3397BA9-5AB7-47AD-B0C3-54CCF1FEC6CD}" destId="{E3F797FE-C0F6-48F0-B105-827709E3CBFC}" srcOrd="0" destOrd="0" presId="urn:microsoft.com/office/officeart/2008/layout/LinedList"/>
    <dgm:cxn modelId="{EF49F21A-9FAF-488D-BF4D-E7DCB658CA4B}" type="presOf" srcId="{6DBCDB79-3795-41A3-AE1B-A24CC33E0B02}" destId="{439E4469-7D22-4978-899E-3D18EC65E1A0}" srcOrd="0" destOrd="0" presId="urn:microsoft.com/office/officeart/2008/layout/LinedList"/>
    <dgm:cxn modelId="{838ECE8A-ACBA-4EDD-B74C-8E381C2C9544}" type="presOf" srcId="{5EE46C03-6C0C-4C82-9783-6092D77A1361}" destId="{A8975B29-C891-4DE5-A931-5FB4BE67098B}" srcOrd="0" destOrd="0" presId="urn:microsoft.com/office/officeart/2008/layout/LinedList"/>
    <dgm:cxn modelId="{628BA18D-89BC-4068-893F-36572F1C0C80}" srcId="{6DBCDB79-3795-41A3-AE1B-A24CC33E0B02}" destId="{5EE46C03-6C0C-4C82-9783-6092D77A1361}" srcOrd="0" destOrd="0" parTransId="{A2AAF2C4-DAD9-4454-A4BB-F0621E7EE784}" sibTransId="{D2D8C568-77BC-4497-ABC8-EA927ABCF1FD}"/>
    <dgm:cxn modelId="{D5803094-9171-484D-AE9B-232DD90F7F49}" srcId="{CC6F45F2-D1B1-40B1-BAD8-6C96FCCFAE33}" destId="{6DBCDB79-3795-41A3-AE1B-A24CC33E0B02}" srcOrd="0" destOrd="0" parTransId="{66F499DF-F423-4E66-A1E2-F61297FA6EDA}" sibTransId="{D9001FE2-4BAF-461A-A054-A2B6D0956D07}"/>
    <dgm:cxn modelId="{190F6699-2174-432E-8BC9-3F3F6252B895}" type="presOf" srcId="{16C03506-4C1C-41BD-AB6F-9CDC2D46C098}" destId="{EA49EB12-3787-4DB7-B1D9-FFD49406959A}" srcOrd="0" destOrd="0" presId="urn:microsoft.com/office/officeart/2008/layout/LinedList"/>
    <dgm:cxn modelId="{36B9E0B8-C266-4086-AFD4-E77C5580F617}" srcId="{6DBCDB79-3795-41A3-AE1B-A24CC33E0B02}" destId="{16C03506-4C1C-41BD-AB6F-9CDC2D46C098}" srcOrd="1" destOrd="0" parTransId="{394C0413-EB80-401D-B617-9A597FCAEC6B}" sibTransId="{45A6B347-2770-47F2-99B4-63399EA7C03B}"/>
    <dgm:cxn modelId="{18BA07E5-6055-4DE0-9BE7-932EBF72549D}" srcId="{6DBCDB79-3795-41A3-AE1B-A24CC33E0B02}" destId="{D3397BA9-5AB7-47AD-B0C3-54CCF1FEC6CD}" srcOrd="2" destOrd="0" parTransId="{8C99F540-0203-4879-A3CB-335F6C49FE4D}" sibTransId="{03CE1F09-5B7A-42ED-BA77-70383643923F}"/>
    <dgm:cxn modelId="{1D21CE2C-625B-4166-AA9C-B36571881BE3}" type="presParOf" srcId="{32FC1DDE-711D-4B12-9BC6-17A8B6B0FFAD}" destId="{18A3137E-61CA-4D31-A715-0920BCE48657}" srcOrd="0" destOrd="0" presId="urn:microsoft.com/office/officeart/2008/layout/LinedList"/>
    <dgm:cxn modelId="{2243F299-9192-4616-B420-A0123BA62278}" type="presParOf" srcId="{32FC1DDE-711D-4B12-9BC6-17A8B6B0FFAD}" destId="{CAE7190C-1356-4EF0-8F40-FF1F155EFE29}" srcOrd="1" destOrd="0" presId="urn:microsoft.com/office/officeart/2008/layout/LinedList"/>
    <dgm:cxn modelId="{2A56146B-6139-4A7E-9AFC-0DB4FEBA060A}" type="presParOf" srcId="{CAE7190C-1356-4EF0-8F40-FF1F155EFE29}" destId="{439E4469-7D22-4978-899E-3D18EC65E1A0}" srcOrd="0" destOrd="0" presId="urn:microsoft.com/office/officeart/2008/layout/LinedList"/>
    <dgm:cxn modelId="{9F8B1FBF-73AD-403E-98A5-263F380FDA5D}" type="presParOf" srcId="{CAE7190C-1356-4EF0-8F40-FF1F155EFE29}" destId="{092A149A-F4D7-4F3C-9E25-922A1A53ED3E}" srcOrd="1" destOrd="0" presId="urn:microsoft.com/office/officeart/2008/layout/LinedList"/>
    <dgm:cxn modelId="{7C08DDF2-5497-463A-8D46-DC8346067CD4}" type="presParOf" srcId="{092A149A-F4D7-4F3C-9E25-922A1A53ED3E}" destId="{E79C56FB-2A0A-45B3-9377-43726C183D81}" srcOrd="0" destOrd="0" presId="urn:microsoft.com/office/officeart/2008/layout/LinedList"/>
    <dgm:cxn modelId="{EDB7D0DF-4EFA-4D7A-BD6D-3D3FE949B579}" type="presParOf" srcId="{092A149A-F4D7-4F3C-9E25-922A1A53ED3E}" destId="{80E75179-9B69-4486-9338-469FD90C04BF}" srcOrd="1" destOrd="0" presId="urn:microsoft.com/office/officeart/2008/layout/LinedList"/>
    <dgm:cxn modelId="{B2190239-8051-48B3-A0FB-55C93B64D3CC}" type="presParOf" srcId="{80E75179-9B69-4486-9338-469FD90C04BF}" destId="{169118A2-34A8-4A47-90AA-93A22CE57724}" srcOrd="0" destOrd="0" presId="urn:microsoft.com/office/officeart/2008/layout/LinedList"/>
    <dgm:cxn modelId="{0C177C65-D23D-4C00-8285-2A9A62EF841F}" type="presParOf" srcId="{80E75179-9B69-4486-9338-469FD90C04BF}" destId="{A8975B29-C891-4DE5-A931-5FB4BE67098B}" srcOrd="1" destOrd="0" presId="urn:microsoft.com/office/officeart/2008/layout/LinedList"/>
    <dgm:cxn modelId="{5F9705EF-7332-4ED3-A628-A9E175588A06}" type="presParOf" srcId="{80E75179-9B69-4486-9338-469FD90C04BF}" destId="{9D547A5A-CCEC-4482-8FDD-3DD3A815B856}" srcOrd="2" destOrd="0" presId="urn:microsoft.com/office/officeart/2008/layout/LinedList"/>
    <dgm:cxn modelId="{9728490A-DA6E-4A71-8C18-9D0E801952DC}" type="presParOf" srcId="{092A149A-F4D7-4F3C-9E25-922A1A53ED3E}" destId="{E3ACFED0-EEB1-4B34-8C88-A7DDC7339923}" srcOrd="2" destOrd="0" presId="urn:microsoft.com/office/officeart/2008/layout/LinedList"/>
    <dgm:cxn modelId="{154ABE22-1261-46F7-B80C-A41EE28CC649}" type="presParOf" srcId="{092A149A-F4D7-4F3C-9E25-922A1A53ED3E}" destId="{98F19D89-F540-4337-A2E3-B5678779B3FD}" srcOrd="3" destOrd="0" presId="urn:microsoft.com/office/officeart/2008/layout/LinedList"/>
    <dgm:cxn modelId="{CFC522AC-45C0-4402-9712-C1560A886C77}" type="presParOf" srcId="{092A149A-F4D7-4F3C-9E25-922A1A53ED3E}" destId="{4E28BCEE-8C98-4440-8CF6-399D7D840B20}" srcOrd="4" destOrd="0" presId="urn:microsoft.com/office/officeart/2008/layout/LinedList"/>
    <dgm:cxn modelId="{9ABE0654-08AE-4608-848A-E250D9E5CB5D}" type="presParOf" srcId="{4E28BCEE-8C98-4440-8CF6-399D7D840B20}" destId="{1B5263CC-6AC0-4CD9-9DD9-C0676B568D7B}" srcOrd="0" destOrd="0" presId="urn:microsoft.com/office/officeart/2008/layout/LinedList"/>
    <dgm:cxn modelId="{6BC83651-3AAD-46C3-8B3C-4A141197235B}" type="presParOf" srcId="{4E28BCEE-8C98-4440-8CF6-399D7D840B20}" destId="{EA49EB12-3787-4DB7-B1D9-FFD49406959A}" srcOrd="1" destOrd="0" presId="urn:microsoft.com/office/officeart/2008/layout/LinedList"/>
    <dgm:cxn modelId="{FF8A65A4-B093-48FF-96F4-72AAB97117AF}" type="presParOf" srcId="{4E28BCEE-8C98-4440-8CF6-399D7D840B20}" destId="{FA67165A-01AB-4B35-9264-1DE129A48470}" srcOrd="2" destOrd="0" presId="urn:microsoft.com/office/officeart/2008/layout/LinedList"/>
    <dgm:cxn modelId="{BFA71207-F4FA-4C38-B211-791438D6CAFC}" type="presParOf" srcId="{092A149A-F4D7-4F3C-9E25-922A1A53ED3E}" destId="{99C37EC2-1527-4A37-9A17-19BEA7BF2EAA}" srcOrd="5" destOrd="0" presId="urn:microsoft.com/office/officeart/2008/layout/LinedList"/>
    <dgm:cxn modelId="{EE68EA76-DE97-4C54-8F39-8D5C8C07C10D}" type="presParOf" srcId="{092A149A-F4D7-4F3C-9E25-922A1A53ED3E}" destId="{6F85D83C-9F92-45E1-ADB5-54BD7FB0EAA9}" srcOrd="6" destOrd="0" presId="urn:microsoft.com/office/officeart/2008/layout/LinedList"/>
    <dgm:cxn modelId="{72198D83-D3DB-4269-A1D6-A3DC987C06F0}" type="presParOf" srcId="{092A149A-F4D7-4F3C-9E25-922A1A53ED3E}" destId="{80064ACA-E22F-418B-893D-550072AD7E81}" srcOrd="7" destOrd="0" presId="urn:microsoft.com/office/officeart/2008/layout/LinedList"/>
    <dgm:cxn modelId="{618B30CE-0716-4B2F-B2FF-18BC7FBE424E}" type="presParOf" srcId="{80064ACA-E22F-418B-893D-550072AD7E81}" destId="{F033CBDE-88FC-46F2-9257-82B5A2D573C5}" srcOrd="0" destOrd="0" presId="urn:microsoft.com/office/officeart/2008/layout/LinedList"/>
    <dgm:cxn modelId="{CF3BEB09-3C52-4EF6-BCF9-BC69E530D725}" type="presParOf" srcId="{80064ACA-E22F-418B-893D-550072AD7E81}" destId="{E3F797FE-C0F6-48F0-B105-827709E3CBFC}" srcOrd="1" destOrd="0" presId="urn:microsoft.com/office/officeart/2008/layout/LinedList"/>
    <dgm:cxn modelId="{8D642620-AF3D-4969-86C4-DDAF7022AB72}" type="presParOf" srcId="{80064ACA-E22F-418B-893D-550072AD7E81}" destId="{4CDA3C52-EED0-4B5F-98AB-C159B78BC991}" srcOrd="2" destOrd="0" presId="urn:microsoft.com/office/officeart/2008/layout/LinedList"/>
    <dgm:cxn modelId="{FC299BE1-8CB1-40E8-807A-A77690748997}" type="presParOf" srcId="{092A149A-F4D7-4F3C-9E25-922A1A53ED3E}" destId="{DEFD7B56-8097-4B82-9FB0-CDE82EF43707}" srcOrd="8" destOrd="0" presId="urn:microsoft.com/office/officeart/2008/layout/LinedList"/>
    <dgm:cxn modelId="{76BAA89F-2DBE-4439-BBB2-09F16861BFA9}" type="presParOf" srcId="{092A149A-F4D7-4F3C-9E25-922A1A53ED3E}" destId="{8034BAD3-2A89-4B9B-94E1-6A5DEE4AA802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/>
      <dgm:spPr/>
      <dgm:t>
        <a:bodyPr/>
        <a:lstStyle/>
        <a:p>
          <a:r>
            <a:rPr lang="it-IT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 custScaleX="146410" custScaleY="146410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/>
      <dgm:spPr/>
      <dgm:t>
        <a:bodyPr/>
        <a:lstStyle/>
        <a:p>
          <a:r>
            <a:rPr lang="it-IT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/>
      <dgm:spPr/>
      <dgm:t>
        <a:bodyPr/>
        <a:lstStyle/>
        <a:p>
          <a:r>
            <a:rPr lang="it-IT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 custScaleX="146410" custScaleY="146410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C6F45F2-D1B1-40B1-BAD8-6C96FCCFAE33}" type="doc">
      <dgm:prSet loTypeId="urn:microsoft.com/office/officeart/2008/layout/LinedList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6DBCDB79-3795-41A3-AE1B-A24CC33E0B02}">
      <dgm:prSet phldrT="[Testo]" phldr="0"/>
      <dgm:spPr/>
      <dgm:t>
        <a:bodyPr/>
        <a:lstStyle/>
        <a:p>
          <a:pPr algn="r"/>
          <a:r>
            <a:rPr lang="it-IT" b="1" dirty="0"/>
            <a:t>Osservazioni</a:t>
          </a:r>
        </a:p>
      </dgm:t>
    </dgm:pt>
    <dgm:pt modelId="{66F499DF-F423-4E66-A1E2-F61297FA6EDA}" type="parTrans" cxnId="{D5803094-9171-484D-AE9B-232DD90F7F49}">
      <dgm:prSet/>
      <dgm:spPr/>
      <dgm:t>
        <a:bodyPr/>
        <a:lstStyle/>
        <a:p>
          <a:endParaRPr lang="it-IT"/>
        </a:p>
      </dgm:t>
    </dgm:pt>
    <dgm:pt modelId="{D9001FE2-4BAF-461A-A054-A2B6D0956D07}" type="sibTrans" cxnId="{D5803094-9171-484D-AE9B-232DD90F7F49}">
      <dgm:prSet/>
      <dgm:spPr/>
      <dgm:t>
        <a:bodyPr/>
        <a:lstStyle/>
        <a:p>
          <a:endParaRPr lang="it-IT"/>
        </a:p>
      </dgm:t>
    </dgm:pt>
    <dgm:pt modelId="{9BF1F930-E883-4354-A733-C449248DBC59}">
      <dgm:prSet phldrT="[Testo]" phldr="0"/>
      <dgm:spPr/>
      <dgm:t>
        <a:bodyPr/>
        <a:lstStyle/>
        <a:p>
          <a:r>
            <a:rPr lang="it-IT" b="0" dirty="0"/>
            <a:t>Picco di prestazioni nel 1B</a:t>
          </a:r>
        </a:p>
      </dgm:t>
    </dgm:pt>
    <dgm:pt modelId="{AC4AC083-1A14-4A2D-8ACF-8EB00375D9D5}" type="parTrans" cxnId="{666D8548-779A-4ED4-A7A8-A34AA739E123}">
      <dgm:prSet/>
      <dgm:spPr/>
      <dgm:t>
        <a:bodyPr/>
        <a:lstStyle/>
        <a:p>
          <a:endParaRPr lang="it-IT"/>
        </a:p>
      </dgm:t>
    </dgm:pt>
    <dgm:pt modelId="{C592F8B7-1962-4106-B52B-6C937B42DDB2}" type="sibTrans" cxnId="{666D8548-779A-4ED4-A7A8-A34AA739E123}">
      <dgm:prSet/>
      <dgm:spPr/>
      <dgm:t>
        <a:bodyPr/>
        <a:lstStyle/>
        <a:p>
          <a:endParaRPr lang="it-IT"/>
        </a:p>
      </dgm:t>
    </dgm:pt>
    <dgm:pt modelId="{88E8D4D6-8643-4DAE-98D3-C11B79249226}">
      <dgm:prSet phldrT="[Testo]" phldr="0"/>
      <dgm:spPr/>
      <dgm:t>
        <a:bodyPr/>
        <a:lstStyle/>
        <a:p>
          <a:r>
            <a:rPr lang="it-IT" b="0" dirty="0"/>
            <a:t>Discrepanza logico-sintattica nel 1.4B </a:t>
          </a:r>
        </a:p>
      </dgm:t>
    </dgm:pt>
    <dgm:pt modelId="{FE5B4380-AF7B-4D73-A687-33678A2EE9B0}" type="parTrans" cxnId="{8498A9BD-D3C4-4EA1-B28D-8DE1097176A8}">
      <dgm:prSet/>
      <dgm:spPr/>
      <dgm:t>
        <a:bodyPr/>
        <a:lstStyle/>
        <a:p>
          <a:endParaRPr lang="it-IT"/>
        </a:p>
      </dgm:t>
    </dgm:pt>
    <dgm:pt modelId="{5AEF21E7-19F1-47E2-B56D-8BE15E7A11DC}" type="sibTrans" cxnId="{8498A9BD-D3C4-4EA1-B28D-8DE1097176A8}">
      <dgm:prSet/>
      <dgm:spPr/>
      <dgm:t>
        <a:bodyPr/>
        <a:lstStyle/>
        <a:p>
          <a:endParaRPr lang="it-IT"/>
        </a:p>
      </dgm:t>
    </dgm:pt>
    <dgm:pt modelId="{BCB2B24B-8338-4142-8CA8-1056CC55BD4A}">
      <dgm:prSet phldrT="[Testo]" phldr="0"/>
      <dgm:spPr/>
      <dgm:t>
        <a:bodyPr/>
        <a:lstStyle/>
        <a:p>
          <a:r>
            <a:rPr lang="it-IT" b="0" dirty="0"/>
            <a:t>Robustezza strutturale, ma debolezza semantica (stesso andamento della validità)</a:t>
          </a:r>
        </a:p>
      </dgm:t>
    </dgm:pt>
    <dgm:pt modelId="{075B0232-61CB-434A-83CC-FBBEADA18FED}" type="parTrans" cxnId="{12C7BCE3-7EA1-48E1-9FA1-59894B94C8C5}">
      <dgm:prSet/>
      <dgm:spPr/>
      <dgm:t>
        <a:bodyPr/>
        <a:lstStyle/>
        <a:p>
          <a:endParaRPr lang="it-IT"/>
        </a:p>
      </dgm:t>
    </dgm:pt>
    <dgm:pt modelId="{7E5BF341-E4AA-401D-8783-BFBD64E3A700}" type="sibTrans" cxnId="{12C7BCE3-7EA1-48E1-9FA1-59894B94C8C5}">
      <dgm:prSet/>
      <dgm:spPr/>
      <dgm:t>
        <a:bodyPr/>
        <a:lstStyle/>
        <a:p>
          <a:endParaRPr lang="it-IT"/>
        </a:p>
      </dgm:t>
    </dgm:pt>
    <dgm:pt modelId="{32FC1DDE-711D-4B12-9BC6-17A8B6B0FFAD}" type="pres">
      <dgm:prSet presAssocID="{CC6F45F2-D1B1-40B1-BAD8-6C96FCCFAE33}" presName="vert0" presStyleCnt="0">
        <dgm:presLayoutVars>
          <dgm:dir/>
          <dgm:animOne val="branch"/>
          <dgm:animLvl val="lvl"/>
        </dgm:presLayoutVars>
      </dgm:prSet>
      <dgm:spPr/>
    </dgm:pt>
    <dgm:pt modelId="{18A3137E-61CA-4D31-A715-0920BCE48657}" type="pres">
      <dgm:prSet presAssocID="{6DBCDB79-3795-41A3-AE1B-A24CC33E0B02}" presName="thickLine" presStyleLbl="alignNode1" presStyleIdx="0" presStyleCnt="1"/>
      <dgm:spPr/>
    </dgm:pt>
    <dgm:pt modelId="{CAE7190C-1356-4EF0-8F40-FF1F155EFE29}" type="pres">
      <dgm:prSet presAssocID="{6DBCDB79-3795-41A3-AE1B-A24CC33E0B02}" presName="horz1" presStyleCnt="0"/>
      <dgm:spPr/>
    </dgm:pt>
    <dgm:pt modelId="{439E4469-7D22-4978-899E-3D18EC65E1A0}" type="pres">
      <dgm:prSet presAssocID="{6DBCDB79-3795-41A3-AE1B-A24CC33E0B02}" presName="tx1" presStyleLbl="revTx" presStyleIdx="0" presStyleCnt="4"/>
      <dgm:spPr/>
    </dgm:pt>
    <dgm:pt modelId="{092A149A-F4D7-4F3C-9E25-922A1A53ED3E}" type="pres">
      <dgm:prSet presAssocID="{6DBCDB79-3795-41A3-AE1B-A24CC33E0B02}" presName="vert1" presStyleCnt="0"/>
      <dgm:spPr/>
    </dgm:pt>
    <dgm:pt modelId="{EB342C3E-D8CB-41F4-88F3-0DCFBD983B01}" type="pres">
      <dgm:prSet presAssocID="{9BF1F930-E883-4354-A733-C449248DBC59}" presName="vertSpace2a" presStyleCnt="0"/>
      <dgm:spPr/>
    </dgm:pt>
    <dgm:pt modelId="{1107026C-23AD-4906-917D-CC8E93EC0BBA}" type="pres">
      <dgm:prSet presAssocID="{9BF1F930-E883-4354-A733-C449248DBC59}" presName="horz2" presStyleCnt="0"/>
      <dgm:spPr/>
    </dgm:pt>
    <dgm:pt modelId="{C776477F-3EB1-4CF5-9265-790D8C4B848A}" type="pres">
      <dgm:prSet presAssocID="{9BF1F930-E883-4354-A733-C449248DBC59}" presName="horzSpace2" presStyleCnt="0"/>
      <dgm:spPr/>
    </dgm:pt>
    <dgm:pt modelId="{12A6426A-C92A-43C6-B747-9B7869E5B426}" type="pres">
      <dgm:prSet presAssocID="{9BF1F930-E883-4354-A733-C449248DBC59}" presName="tx2" presStyleLbl="revTx" presStyleIdx="1" presStyleCnt="4"/>
      <dgm:spPr/>
    </dgm:pt>
    <dgm:pt modelId="{86C96D29-9A5B-4066-8D03-4A25D49FCD35}" type="pres">
      <dgm:prSet presAssocID="{9BF1F930-E883-4354-A733-C449248DBC59}" presName="vert2" presStyleCnt="0"/>
      <dgm:spPr/>
    </dgm:pt>
    <dgm:pt modelId="{074CA358-C7DA-41DD-890E-CF2E42C1AC67}" type="pres">
      <dgm:prSet presAssocID="{9BF1F930-E883-4354-A733-C449248DBC59}" presName="thinLine2b" presStyleLbl="callout" presStyleIdx="0" presStyleCnt="3"/>
      <dgm:spPr/>
    </dgm:pt>
    <dgm:pt modelId="{894F9488-E9F3-41E2-A2F8-6117C19D63BB}" type="pres">
      <dgm:prSet presAssocID="{9BF1F930-E883-4354-A733-C449248DBC59}" presName="vertSpace2b" presStyleCnt="0"/>
      <dgm:spPr/>
    </dgm:pt>
    <dgm:pt modelId="{7F17C263-5D8D-4C44-AC2F-38996BFA07EC}" type="pres">
      <dgm:prSet presAssocID="{88E8D4D6-8643-4DAE-98D3-C11B79249226}" presName="horz2" presStyleCnt="0"/>
      <dgm:spPr/>
    </dgm:pt>
    <dgm:pt modelId="{D6BA9C73-261E-4E6A-81AD-5B4F41A78BE9}" type="pres">
      <dgm:prSet presAssocID="{88E8D4D6-8643-4DAE-98D3-C11B79249226}" presName="horzSpace2" presStyleCnt="0"/>
      <dgm:spPr/>
    </dgm:pt>
    <dgm:pt modelId="{836B75EF-C968-4DDF-8831-66B245D387CC}" type="pres">
      <dgm:prSet presAssocID="{88E8D4D6-8643-4DAE-98D3-C11B79249226}" presName="tx2" presStyleLbl="revTx" presStyleIdx="2" presStyleCnt="4"/>
      <dgm:spPr/>
    </dgm:pt>
    <dgm:pt modelId="{D498806B-F0B0-4265-BA94-37DA213FDE39}" type="pres">
      <dgm:prSet presAssocID="{88E8D4D6-8643-4DAE-98D3-C11B79249226}" presName="vert2" presStyleCnt="0"/>
      <dgm:spPr/>
    </dgm:pt>
    <dgm:pt modelId="{59E447BF-C4BC-4E1A-9933-F1D1FED781C5}" type="pres">
      <dgm:prSet presAssocID="{88E8D4D6-8643-4DAE-98D3-C11B79249226}" presName="thinLine2b" presStyleLbl="callout" presStyleIdx="1" presStyleCnt="3"/>
      <dgm:spPr/>
    </dgm:pt>
    <dgm:pt modelId="{F4D5F02D-66DD-4122-A0E0-813225B66A91}" type="pres">
      <dgm:prSet presAssocID="{88E8D4D6-8643-4DAE-98D3-C11B79249226}" presName="vertSpace2b" presStyleCnt="0"/>
      <dgm:spPr/>
    </dgm:pt>
    <dgm:pt modelId="{9AC62C2F-1D3D-4DC5-90D5-BC18BEFB49AE}" type="pres">
      <dgm:prSet presAssocID="{BCB2B24B-8338-4142-8CA8-1056CC55BD4A}" presName="horz2" presStyleCnt="0"/>
      <dgm:spPr/>
    </dgm:pt>
    <dgm:pt modelId="{A7D766F6-D23B-4468-9E82-D88DBA40E7FF}" type="pres">
      <dgm:prSet presAssocID="{BCB2B24B-8338-4142-8CA8-1056CC55BD4A}" presName="horzSpace2" presStyleCnt="0"/>
      <dgm:spPr/>
    </dgm:pt>
    <dgm:pt modelId="{D492FD41-1D09-4FFB-BD12-1F99A055BB61}" type="pres">
      <dgm:prSet presAssocID="{BCB2B24B-8338-4142-8CA8-1056CC55BD4A}" presName="tx2" presStyleLbl="revTx" presStyleIdx="3" presStyleCnt="4"/>
      <dgm:spPr/>
    </dgm:pt>
    <dgm:pt modelId="{BEEB974D-D110-4B5B-80D8-F96DF5F09734}" type="pres">
      <dgm:prSet presAssocID="{BCB2B24B-8338-4142-8CA8-1056CC55BD4A}" presName="vert2" presStyleCnt="0"/>
      <dgm:spPr/>
    </dgm:pt>
    <dgm:pt modelId="{E5701F31-B36A-4CC3-BE25-ED46D3745A42}" type="pres">
      <dgm:prSet presAssocID="{BCB2B24B-8338-4142-8CA8-1056CC55BD4A}" presName="thinLine2b" presStyleLbl="callout" presStyleIdx="2" presStyleCnt="3"/>
      <dgm:spPr/>
    </dgm:pt>
    <dgm:pt modelId="{6AE539D6-313A-40AE-B5EE-59F5C8C5509D}" type="pres">
      <dgm:prSet presAssocID="{BCB2B24B-8338-4142-8CA8-1056CC55BD4A}" presName="vertSpace2b" presStyleCnt="0"/>
      <dgm:spPr/>
    </dgm:pt>
  </dgm:ptLst>
  <dgm:cxnLst>
    <dgm:cxn modelId="{5CFC6B07-C935-4BA0-B682-0D6D9A4C3CC2}" type="presOf" srcId="{CC6F45F2-D1B1-40B1-BAD8-6C96FCCFAE33}" destId="{32FC1DDE-711D-4B12-9BC6-17A8B6B0FFAD}" srcOrd="0" destOrd="0" presId="urn:microsoft.com/office/officeart/2008/layout/LinedList"/>
    <dgm:cxn modelId="{4DF9FE33-1F2B-45D1-A60A-6F1935569957}" type="presOf" srcId="{88E8D4D6-8643-4DAE-98D3-C11B79249226}" destId="{836B75EF-C968-4DDF-8831-66B245D387CC}" srcOrd="0" destOrd="0" presId="urn:microsoft.com/office/officeart/2008/layout/LinedList"/>
    <dgm:cxn modelId="{666D8548-779A-4ED4-A7A8-A34AA739E123}" srcId="{6DBCDB79-3795-41A3-AE1B-A24CC33E0B02}" destId="{9BF1F930-E883-4354-A733-C449248DBC59}" srcOrd="0" destOrd="0" parTransId="{AC4AC083-1A14-4A2D-8ACF-8EB00375D9D5}" sibTransId="{C592F8B7-1962-4106-B52B-6C937B42DDB2}"/>
    <dgm:cxn modelId="{5779A074-7417-4388-987D-42C918329775}" type="presOf" srcId="{BCB2B24B-8338-4142-8CA8-1056CC55BD4A}" destId="{D492FD41-1D09-4FFB-BD12-1F99A055BB61}" srcOrd="0" destOrd="0" presId="urn:microsoft.com/office/officeart/2008/layout/LinedList"/>
    <dgm:cxn modelId="{D5803094-9171-484D-AE9B-232DD90F7F49}" srcId="{CC6F45F2-D1B1-40B1-BAD8-6C96FCCFAE33}" destId="{6DBCDB79-3795-41A3-AE1B-A24CC33E0B02}" srcOrd="0" destOrd="0" parTransId="{66F499DF-F423-4E66-A1E2-F61297FA6EDA}" sibTransId="{D9001FE2-4BAF-461A-A054-A2B6D0956D07}"/>
    <dgm:cxn modelId="{66016597-7657-4E49-A5F0-02A35C8D10B1}" type="presOf" srcId="{6DBCDB79-3795-41A3-AE1B-A24CC33E0B02}" destId="{439E4469-7D22-4978-899E-3D18EC65E1A0}" srcOrd="0" destOrd="0" presId="urn:microsoft.com/office/officeart/2008/layout/LinedList"/>
    <dgm:cxn modelId="{8498A9BD-D3C4-4EA1-B28D-8DE1097176A8}" srcId="{6DBCDB79-3795-41A3-AE1B-A24CC33E0B02}" destId="{88E8D4D6-8643-4DAE-98D3-C11B79249226}" srcOrd="1" destOrd="0" parTransId="{FE5B4380-AF7B-4D73-A687-33678A2EE9B0}" sibTransId="{5AEF21E7-19F1-47E2-B56D-8BE15E7A11DC}"/>
    <dgm:cxn modelId="{3F662BBE-C54A-470D-8231-A3B517756B2F}" type="presOf" srcId="{9BF1F930-E883-4354-A733-C449248DBC59}" destId="{12A6426A-C92A-43C6-B747-9B7869E5B426}" srcOrd="0" destOrd="0" presId="urn:microsoft.com/office/officeart/2008/layout/LinedList"/>
    <dgm:cxn modelId="{12C7BCE3-7EA1-48E1-9FA1-59894B94C8C5}" srcId="{6DBCDB79-3795-41A3-AE1B-A24CC33E0B02}" destId="{BCB2B24B-8338-4142-8CA8-1056CC55BD4A}" srcOrd="2" destOrd="0" parTransId="{075B0232-61CB-434A-83CC-FBBEADA18FED}" sibTransId="{7E5BF341-E4AA-401D-8783-BFBD64E3A700}"/>
    <dgm:cxn modelId="{331A63C5-5903-45CC-8F87-178A14757245}" type="presParOf" srcId="{32FC1DDE-711D-4B12-9BC6-17A8B6B0FFAD}" destId="{18A3137E-61CA-4D31-A715-0920BCE48657}" srcOrd="0" destOrd="0" presId="urn:microsoft.com/office/officeart/2008/layout/LinedList"/>
    <dgm:cxn modelId="{A3C8C4BA-ED0D-4CFB-8A5A-8ED27B97E338}" type="presParOf" srcId="{32FC1DDE-711D-4B12-9BC6-17A8B6B0FFAD}" destId="{CAE7190C-1356-4EF0-8F40-FF1F155EFE29}" srcOrd="1" destOrd="0" presId="urn:microsoft.com/office/officeart/2008/layout/LinedList"/>
    <dgm:cxn modelId="{D31FAD38-C1A5-420E-927A-A6BC210F5924}" type="presParOf" srcId="{CAE7190C-1356-4EF0-8F40-FF1F155EFE29}" destId="{439E4469-7D22-4978-899E-3D18EC65E1A0}" srcOrd="0" destOrd="0" presId="urn:microsoft.com/office/officeart/2008/layout/LinedList"/>
    <dgm:cxn modelId="{56D6C1A5-F6CE-4E56-BB2F-0F8A7F168552}" type="presParOf" srcId="{CAE7190C-1356-4EF0-8F40-FF1F155EFE29}" destId="{092A149A-F4D7-4F3C-9E25-922A1A53ED3E}" srcOrd="1" destOrd="0" presId="urn:microsoft.com/office/officeart/2008/layout/LinedList"/>
    <dgm:cxn modelId="{B5C0C897-E184-45BD-A53E-7EB7823AE128}" type="presParOf" srcId="{092A149A-F4D7-4F3C-9E25-922A1A53ED3E}" destId="{EB342C3E-D8CB-41F4-88F3-0DCFBD983B01}" srcOrd="0" destOrd="0" presId="urn:microsoft.com/office/officeart/2008/layout/LinedList"/>
    <dgm:cxn modelId="{1A587F8C-DB26-4114-9640-02CA61C74AAC}" type="presParOf" srcId="{092A149A-F4D7-4F3C-9E25-922A1A53ED3E}" destId="{1107026C-23AD-4906-917D-CC8E93EC0BBA}" srcOrd="1" destOrd="0" presId="urn:microsoft.com/office/officeart/2008/layout/LinedList"/>
    <dgm:cxn modelId="{A3ECB5EA-2E2D-4AAB-8CF7-C3D78D066B61}" type="presParOf" srcId="{1107026C-23AD-4906-917D-CC8E93EC0BBA}" destId="{C776477F-3EB1-4CF5-9265-790D8C4B848A}" srcOrd="0" destOrd="0" presId="urn:microsoft.com/office/officeart/2008/layout/LinedList"/>
    <dgm:cxn modelId="{AE460F9E-D7D3-4256-9A40-BF24969CC631}" type="presParOf" srcId="{1107026C-23AD-4906-917D-CC8E93EC0BBA}" destId="{12A6426A-C92A-43C6-B747-9B7869E5B426}" srcOrd="1" destOrd="0" presId="urn:microsoft.com/office/officeart/2008/layout/LinedList"/>
    <dgm:cxn modelId="{DA443E86-02AD-462B-8563-7D3DC771CA4A}" type="presParOf" srcId="{1107026C-23AD-4906-917D-CC8E93EC0BBA}" destId="{86C96D29-9A5B-4066-8D03-4A25D49FCD35}" srcOrd="2" destOrd="0" presId="urn:microsoft.com/office/officeart/2008/layout/LinedList"/>
    <dgm:cxn modelId="{21313772-207F-4B7B-B778-12AC5519BAFD}" type="presParOf" srcId="{092A149A-F4D7-4F3C-9E25-922A1A53ED3E}" destId="{074CA358-C7DA-41DD-890E-CF2E42C1AC67}" srcOrd="2" destOrd="0" presId="urn:microsoft.com/office/officeart/2008/layout/LinedList"/>
    <dgm:cxn modelId="{BF73C689-D333-4690-941C-7D658162C1FA}" type="presParOf" srcId="{092A149A-F4D7-4F3C-9E25-922A1A53ED3E}" destId="{894F9488-E9F3-41E2-A2F8-6117C19D63BB}" srcOrd="3" destOrd="0" presId="urn:microsoft.com/office/officeart/2008/layout/LinedList"/>
    <dgm:cxn modelId="{321F4D82-8A3D-40FC-9382-CAEA2FE7CB10}" type="presParOf" srcId="{092A149A-F4D7-4F3C-9E25-922A1A53ED3E}" destId="{7F17C263-5D8D-4C44-AC2F-38996BFA07EC}" srcOrd="4" destOrd="0" presId="urn:microsoft.com/office/officeart/2008/layout/LinedList"/>
    <dgm:cxn modelId="{A263E54B-4950-43BD-8156-72CD6DA01D99}" type="presParOf" srcId="{7F17C263-5D8D-4C44-AC2F-38996BFA07EC}" destId="{D6BA9C73-261E-4E6A-81AD-5B4F41A78BE9}" srcOrd="0" destOrd="0" presId="urn:microsoft.com/office/officeart/2008/layout/LinedList"/>
    <dgm:cxn modelId="{A3A556BE-34F1-4006-9D41-4638371E74F1}" type="presParOf" srcId="{7F17C263-5D8D-4C44-AC2F-38996BFA07EC}" destId="{836B75EF-C968-4DDF-8831-66B245D387CC}" srcOrd="1" destOrd="0" presId="urn:microsoft.com/office/officeart/2008/layout/LinedList"/>
    <dgm:cxn modelId="{F108AF5B-A87C-42B0-BA05-5D2F094149BE}" type="presParOf" srcId="{7F17C263-5D8D-4C44-AC2F-38996BFA07EC}" destId="{D498806B-F0B0-4265-BA94-37DA213FDE39}" srcOrd="2" destOrd="0" presId="urn:microsoft.com/office/officeart/2008/layout/LinedList"/>
    <dgm:cxn modelId="{BB16813F-75BB-45C7-B86A-6695C39DF6F0}" type="presParOf" srcId="{092A149A-F4D7-4F3C-9E25-922A1A53ED3E}" destId="{59E447BF-C4BC-4E1A-9933-F1D1FED781C5}" srcOrd="5" destOrd="0" presId="urn:microsoft.com/office/officeart/2008/layout/LinedList"/>
    <dgm:cxn modelId="{4A60749A-40C5-464E-8F5A-F8A35F05B0DF}" type="presParOf" srcId="{092A149A-F4D7-4F3C-9E25-922A1A53ED3E}" destId="{F4D5F02D-66DD-4122-A0E0-813225B66A91}" srcOrd="6" destOrd="0" presId="urn:microsoft.com/office/officeart/2008/layout/LinedList"/>
    <dgm:cxn modelId="{4E950769-14B6-4DB8-911F-53764A658182}" type="presParOf" srcId="{092A149A-F4D7-4F3C-9E25-922A1A53ED3E}" destId="{9AC62C2F-1D3D-4DC5-90D5-BC18BEFB49AE}" srcOrd="7" destOrd="0" presId="urn:microsoft.com/office/officeart/2008/layout/LinedList"/>
    <dgm:cxn modelId="{E23E781F-C7B0-47B2-A185-2DE12B5B7401}" type="presParOf" srcId="{9AC62C2F-1D3D-4DC5-90D5-BC18BEFB49AE}" destId="{A7D766F6-D23B-4468-9E82-D88DBA40E7FF}" srcOrd="0" destOrd="0" presId="urn:microsoft.com/office/officeart/2008/layout/LinedList"/>
    <dgm:cxn modelId="{2F637D9A-02D5-4F29-9870-076376DBE0B8}" type="presParOf" srcId="{9AC62C2F-1D3D-4DC5-90D5-BC18BEFB49AE}" destId="{D492FD41-1D09-4FFB-BD12-1F99A055BB61}" srcOrd="1" destOrd="0" presId="urn:microsoft.com/office/officeart/2008/layout/LinedList"/>
    <dgm:cxn modelId="{8E909A8D-898B-4DF5-BE51-7E552DB8F0BB}" type="presParOf" srcId="{9AC62C2F-1D3D-4DC5-90D5-BC18BEFB49AE}" destId="{BEEB974D-D110-4B5B-80D8-F96DF5F09734}" srcOrd="2" destOrd="0" presId="urn:microsoft.com/office/officeart/2008/layout/LinedList"/>
    <dgm:cxn modelId="{994A9BD5-68D6-44D8-8AF7-3C107D0D3DBB}" type="presParOf" srcId="{092A149A-F4D7-4F3C-9E25-922A1A53ED3E}" destId="{E5701F31-B36A-4CC3-BE25-ED46D3745A42}" srcOrd="8" destOrd="0" presId="urn:microsoft.com/office/officeart/2008/layout/LinedList"/>
    <dgm:cxn modelId="{A5032FBE-C262-45DD-95A6-1B1BF8557E98}" type="presParOf" srcId="{092A149A-F4D7-4F3C-9E25-922A1A53ED3E}" destId="{6AE539D6-313A-40AE-B5EE-59F5C8C5509D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 custScaleX="146410" custScaleY="146410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 custScaleX="146410" custScaleY="146410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1B301C8-3275-4AF2-8CFC-6E4A9906CE53}" type="doc">
      <dgm:prSet loTypeId="urn:microsoft.com/office/officeart/2005/8/layout/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B2B8548D-10E5-47C0-A9BE-2AD8B21E01CD}">
      <dgm:prSet/>
      <dgm:spPr>
        <a:solidFill>
          <a:srgbClr val="B2AAB3"/>
        </a:solidFill>
      </dgm:spPr>
      <dgm:t>
        <a:bodyPr/>
        <a:lstStyle/>
        <a:p>
          <a:r>
            <a:rPr lang="it-IT" b="0" i="0" baseline="0" dirty="0">
              <a:solidFill>
                <a:schemeClr val="tx1"/>
              </a:solidFill>
              <a:latin typeface="+mn-lt"/>
            </a:rPr>
            <a:t>La JSD</a:t>
          </a:r>
          <a:r>
            <a:rPr lang="it-IT" b="1" dirty="0">
              <a:solidFill>
                <a:schemeClr val="tx1"/>
              </a:solidFill>
              <a:latin typeface="+mn-lt"/>
            </a:rPr>
            <a:t> </a:t>
          </a:r>
          <a:r>
            <a:rPr lang="it-IT" dirty="0">
              <a:solidFill>
                <a:schemeClr val="tx1"/>
              </a:solidFill>
              <a:latin typeface="+mn-lt"/>
            </a:rPr>
            <a:t>è una metrica </a:t>
          </a:r>
          <a:r>
            <a:rPr lang="it-IT" b="1" dirty="0">
              <a:solidFill>
                <a:schemeClr val="tx1"/>
              </a:solidFill>
              <a:latin typeface="+mn-lt"/>
            </a:rPr>
            <a:t>continua </a:t>
          </a:r>
          <a:r>
            <a:rPr lang="it-IT" dirty="0">
              <a:solidFill>
                <a:schemeClr val="tx1"/>
              </a:solidFill>
              <a:latin typeface="+mn-lt"/>
            </a:rPr>
            <a:t>tra 0 e 1: </a:t>
          </a:r>
        </a:p>
      </dgm:t>
    </dgm:pt>
    <dgm:pt modelId="{C6124D92-6DB9-4891-9C6A-87B25B9B5E8C}" type="parTrans" cxnId="{CAABA281-4E39-405B-B477-A60DED7B991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B318B5E-6ABB-4839-92DB-B306F2C81998}" type="sibTrans" cxnId="{CAABA281-4E39-405B-B477-A60DED7B991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31E32A7-A721-4C7C-8262-7068EC4535C5}">
      <dgm:prSet/>
      <dgm:spPr/>
      <dgm:t>
        <a:bodyPr/>
        <a:lstStyle/>
        <a:p>
          <a:pPr>
            <a:buNone/>
          </a:pPr>
          <a:r>
            <a:rPr lang="it-IT" dirty="0">
              <a:latin typeface="+mn-lt"/>
            </a:rPr>
            <a:t>Più è vicino a 0, meno il modello si è lasciato influenzare.</a:t>
          </a:r>
        </a:p>
      </dgm:t>
    </dgm:pt>
    <dgm:pt modelId="{F25A4083-A41B-45F9-AA51-ABE483BAE49C}" type="parTrans" cxnId="{75CF74CD-A4C5-450A-AA4C-527ED5F78E9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AAACE222-D5C9-40D0-A627-3FF00DEE9F4B}" type="sibTrans" cxnId="{75CF74CD-A4C5-450A-AA4C-527ED5F78E9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BE06FA8-2197-49B9-A3BD-4B2A8EAA3C2D}">
      <dgm:prSet/>
      <dgm:spPr>
        <a:solidFill>
          <a:srgbClr val="B2AAB3"/>
        </a:solidFill>
      </dgm:spPr>
      <dgm:t>
        <a:bodyPr/>
        <a:lstStyle/>
        <a:p>
          <a:r>
            <a:rPr lang="it-IT" b="1" dirty="0">
              <a:solidFill>
                <a:schemeClr val="tx1"/>
              </a:solidFill>
              <a:latin typeface="+mn-lt"/>
            </a:rPr>
            <a:t>Soglie di sensibilità</a:t>
          </a:r>
          <a:r>
            <a:rPr lang="it-IT" dirty="0">
              <a:solidFill>
                <a:schemeClr val="tx1"/>
              </a:solidFill>
              <a:latin typeface="+mn-lt"/>
            </a:rPr>
            <a:t> empiriche:</a:t>
          </a:r>
        </a:p>
      </dgm:t>
    </dgm:pt>
    <dgm:pt modelId="{7F7D37CC-4A4B-43E5-82C3-88A245FDB1E4}" type="parTrans" cxnId="{0D83328B-F911-45B5-8D89-624C16D8C51D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55650E79-0243-404F-B3B6-3051288C688A}" type="sibTrans" cxnId="{0D83328B-F911-45B5-8D89-624C16D8C51D}">
      <dgm:prSet/>
      <dgm:spPr/>
      <dgm:t>
        <a:bodyPr/>
        <a:lstStyle/>
        <a:p>
          <a:endParaRPr lang="it-IT">
            <a:latin typeface="+mn-lt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7B1E4F86-CEC8-4A1D-9E6F-A75F5DAAD70C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it-IT" i="1" dirty="0" smtClean="0">
                      <a:latin typeface="Cambria Math" panose="02040503050406030204" pitchFamily="18" charset="0"/>
                    </a:rPr>
                    <m:t>𝐽𝑆𝐷</m:t>
                  </m:r>
                  <m:r>
                    <a:rPr lang="it-IT" i="1" dirty="0" smtClean="0">
                      <a:latin typeface="Cambria Math" panose="02040503050406030204" pitchFamily="18" charset="0"/>
                    </a:rPr>
                    <m:t>&lt;0.05</m:t>
                  </m:r>
                </m:oMath>
              </a14:m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robusto</a:t>
              </a:r>
              <a:r>
                <a:rPr lang="it-IT" b="0" dirty="0">
                  <a:latin typeface="+mn-lt"/>
                </a:rPr>
                <a:t>;</a:t>
              </a:r>
            </a:p>
          </dgm:t>
        </dgm:pt>
      </mc:Choice>
      <mc:Fallback xmlns="">
        <dgm:pt modelId="{7B1E4F86-CEC8-4A1D-9E6F-A75F5DAAD70C}">
          <dgm:prSet/>
          <dgm:spPr/>
          <dgm:t>
            <a:bodyPr/>
            <a:lstStyle/>
            <a:p>
              <a:r>
                <a:rPr lang="it-IT" i="0" dirty="0">
                  <a:latin typeface="+mn-lt"/>
                </a:rPr>
                <a:t>𝐽𝑆𝐷&lt;0.05</a:t>
              </a:r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robusto</a:t>
              </a:r>
              <a:r>
                <a:rPr lang="it-IT" b="0" dirty="0">
                  <a:latin typeface="+mn-lt"/>
                </a:rPr>
                <a:t>;</a:t>
              </a:r>
            </a:p>
          </dgm:t>
        </dgm:pt>
      </mc:Fallback>
    </mc:AlternateContent>
    <dgm:pt modelId="{D2566EF4-DC92-4518-ACC3-ED6DEB6C5733}" type="parTrans" cxnId="{01316ADE-7C86-4E02-ACED-E4C2226FE4B1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31E7882E-51F1-4FDC-9A47-BB1CB99E04A3}" type="sibTrans" cxnId="{01316ADE-7C86-4E02-ACED-E4C2226FE4B1}">
      <dgm:prSet/>
      <dgm:spPr/>
      <dgm:t>
        <a:bodyPr/>
        <a:lstStyle/>
        <a:p>
          <a:endParaRPr lang="it-IT">
            <a:latin typeface="+mn-lt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E7C9238-A109-4E65-B374-188CCBE3383F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it-IT" i="1" dirty="0" smtClean="0">
                      <a:latin typeface="Cambria Math" panose="02040503050406030204" pitchFamily="18" charset="0"/>
                    </a:rPr>
                    <m:t>0.05</m:t>
                  </m:r>
                  <m:r>
                    <a:rPr lang="it-IT" i="1" dirty="0">
                      <a:latin typeface="Cambria Math" panose="02040503050406030204" pitchFamily="18" charset="0"/>
                    </a:rPr>
                    <m:t>≤</m:t>
                  </m:r>
                  <m:r>
                    <a:rPr lang="it-IT" i="1" dirty="0">
                      <a:latin typeface="Cambria Math" panose="02040503050406030204" pitchFamily="18" charset="0"/>
                    </a:rPr>
                    <m:t>𝐽𝑆𝐷</m:t>
                  </m:r>
                  <m:r>
                    <a:rPr lang="it-IT" i="1" dirty="0">
                      <a:latin typeface="Cambria Math" panose="02040503050406030204" pitchFamily="18" charset="0"/>
                    </a:rPr>
                    <m:t>&lt;0.15</m:t>
                  </m:r>
                </m:oMath>
              </a14:m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stabile</a:t>
              </a:r>
              <a:r>
                <a:rPr lang="it-IT" b="0" dirty="0">
                  <a:latin typeface="+mn-lt"/>
                </a:rPr>
                <a:t>;</a:t>
              </a:r>
            </a:p>
          </dgm:t>
        </dgm:pt>
      </mc:Choice>
      <mc:Fallback xmlns="">
        <dgm:pt modelId="{0E7C9238-A109-4E65-B374-188CCBE3383F}">
          <dgm:prSet/>
          <dgm:spPr/>
          <dgm:t>
            <a:bodyPr/>
            <a:lstStyle/>
            <a:p>
              <a:r>
                <a:rPr lang="it-IT" i="0" dirty="0">
                  <a:latin typeface="+mn-lt"/>
                </a:rPr>
                <a:t>0.05≤𝐽𝑆𝐷&lt;0.15</a:t>
              </a:r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stabile</a:t>
              </a:r>
              <a:r>
                <a:rPr lang="it-IT" b="0" dirty="0">
                  <a:latin typeface="+mn-lt"/>
                </a:rPr>
                <a:t>;</a:t>
              </a:r>
            </a:p>
          </dgm:t>
        </dgm:pt>
      </mc:Fallback>
    </mc:AlternateContent>
    <dgm:pt modelId="{734AFBDE-A274-4980-9883-E8D011929585}" type="parTrans" cxnId="{32C07D07-322A-45D5-AE85-E037B407917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0D400664-F7E6-4B33-8168-B4EA77FF082E}" type="sibTrans" cxnId="{32C07D07-322A-45D5-AE85-E037B4079170}">
      <dgm:prSet/>
      <dgm:spPr/>
      <dgm:t>
        <a:bodyPr/>
        <a:lstStyle/>
        <a:p>
          <a:endParaRPr lang="it-IT">
            <a:latin typeface="+mn-lt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C1B12006-D204-4CD9-AB62-F08CF2726047}">
          <dgm:prSet/>
          <dgm:spPr/>
          <dgm:t>
            <a:bodyPr/>
            <a:lstStyle/>
            <a:p>
              <a14:m>
                <m:oMath xmlns:m="http://schemas.openxmlformats.org/officeDocument/2006/math">
                  <m:r>
                    <a:rPr lang="it-IT" i="1" dirty="0" smtClean="0">
                      <a:latin typeface="Cambria Math" panose="02040503050406030204" pitchFamily="18" charset="0"/>
                    </a:rPr>
                    <m:t>𝐽𝑆𝐷</m:t>
                  </m:r>
                  <m:r>
                    <a:rPr lang="it-IT" i="1" dirty="0">
                      <a:latin typeface="Cambria Math" panose="02040503050406030204" pitchFamily="18" charset="0"/>
                    </a:rPr>
                    <m:t>≥0.15</m:t>
                  </m:r>
                </m:oMath>
              </a14:m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instabile </a:t>
              </a:r>
              <a:r>
                <a:rPr lang="it-IT" b="0" i="0" dirty="0">
                  <a:latin typeface="+mn-lt"/>
                </a:rPr>
                <a:t>(bias o vulnerabilità)</a:t>
              </a:r>
              <a:r>
                <a:rPr lang="it-IT" b="0" dirty="0">
                  <a:latin typeface="+mn-lt"/>
                </a:rPr>
                <a:t>.</a:t>
              </a:r>
            </a:p>
          </dgm:t>
        </dgm:pt>
      </mc:Choice>
      <mc:Fallback xmlns="">
        <dgm:pt modelId="{C1B12006-D204-4CD9-AB62-F08CF2726047}">
          <dgm:prSet/>
          <dgm:spPr/>
          <dgm:t>
            <a:bodyPr/>
            <a:lstStyle/>
            <a:p>
              <a:r>
                <a:rPr lang="it-IT" i="0" dirty="0">
                  <a:latin typeface="+mn-lt"/>
                </a:rPr>
                <a:t>𝐽𝑆𝐷≥0.15</a:t>
              </a:r>
              <a:r>
                <a:rPr lang="it-IT" dirty="0">
                  <a:latin typeface="+mn-lt"/>
                </a:rPr>
                <a:t>: </a:t>
              </a:r>
              <a:r>
                <a:rPr lang="it-IT" b="1" dirty="0">
                  <a:latin typeface="+mn-lt"/>
                </a:rPr>
                <a:t>instabile </a:t>
              </a:r>
              <a:r>
                <a:rPr lang="it-IT" b="0" i="0" dirty="0">
                  <a:latin typeface="+mn-lt"/>
                </a:rPr>
                <a:t>(bias o vulnerabilità)</a:t>
              </a:r>
              <a:r>
                <a:rPr lang="it-IT" b="0" dirty="0">
                  <a:latin typeface="+mn-lt"/>
                </a:rPr>
                <a:t>.</a:t>
              </a:r>
            </a:p>
          </dgm:t>
        </dgm:pt>
      </mc:Fallback>
    </mc:AlternateContent>
    <dgm:pt modelId="{B8262D9D-1807-4508-BD4B-53E9CA15AF77}" type="parTrans" cxnId="{60FF78BE-B7F4-4EC0-AEEB-3BFFFBC70A1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8988DF40-62EE-4ED9-8499-33CA5735032E}" type="sibTrans" cxnId="{60FF78BE-B7F4-4EC0-AEEB-3BFFFBC70A1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6B13AD4C-0AA8-45DD-B2FA-64683E68A1DE}" type="pres">
      <dgm:prSet presAssocID="{71B301C8-3275-4AF2-8CFC-6E4A9906CE53}" presName="linear" presStyleCnt="0">
        <dgm:presLayoutVars>
          <dgm:dir/>
          <dgm:animLvl val="lvl"/>
          <dgm:resizeHandles val="exact"/>
        </dgm:presLayoutVars>
      </dgm:prSet>
      <dgm:spPr/>
    </dgm:pt>
    <dgm:pt modelId="{6A8507D2-5D52-4E9D-90D7-B3CC0224526B}" type="pres">
      <dgm:prSet presAssocID="{B2B8548D-10E5-47C0-A9BE-2AD8B21E01CD}" presName="parentLin" presStyleCnt="0"/>
      <dgm:spPr/>
    </dgm:pt>
    <dgm:pt modelId="{A9F1C2EA-87AC-40E8-987F-B5D8CA4A496C}" type="pres">
      <dgm:prSet presAssocID="{B2B8548D-10E5-47C0-A9BE-2AD8B21E01CD}" presName="parentLeftMargin" presStyleLbl="node1" presStyleIdx="0" presStyleCnt="2"/>
      <dgm:spPr/>
    </dgm:pt>
    <dgm:pt modelId="{FF8D7823-2BC5-446A-86CC-BAD47D752C88}" type="pres">
      <dgm:prSet presAssocID="{B2B8548D-10E5-47C0-A9BE-2AD8B21E01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0683F4-3224-4007-A25B-FF6F57ACDE05}" type="pres">
      <dgm:prSet presAssocID="{B2B8548D-10E5-47C0-A9BE-2AD8B21E01CD}" presName="negativeSpace" presStyleCnt="0"/>
      <dgm:spPr/>
    </dgm:pt>
    <dgm:pt modelId="{DFF906D5-69F2-4841-84CA-AED9394BBC1A}" type="pres">
      <dgm:prSet presAssocID="{B2B8548D-10E5-47C0-A9BE-2AD8B21E01CD}" presName="childText" presStyleLbl="conFgAcc1" presStyleIdx="0" presStyleCnt="2">
        <dgm:presLayoutVars>
          <dgm:bulletEnabled val="1"/>
        </dgm:presLayoutVars>
      </dgm:prSet>
      <dgm:spPr/>
    </dgm:pt>
    <dgm:pt modelId="{C06F9ABC-A72E-4C1F-BFCA-A05F5EF85762}" type="pres">
      <dgm:prSet presAssocID="{4B318B5E-6ABB-4839-92DB-B306F2C81998}" presName="spaceBetweenRectangles" presStyleCnt="0"/>
      <dgm:spPr/>
    </dgm:pt>
    <dgm:pt modelId="{8535AAE1-1C19-43A4-AF89-747A31F7415C}" type="pres">
      <dgm:prSet presAssocID="{4BE06FA8-2197-49B9-A3BD-4B2A8EAA3C2D}" presName="parentLin" presStyleCnt="0"/>
      <dgm:spPr/>
    </dgm:pt>
    <dgm:pt modelId="{EDF5E760-98C7-4110-B300-4DBA826F7D90}" type="pres">
      <dgm:prSet presAssocID="{4BE06FA8-2197-49B9-A3BD-4B2A8EAA3C2D}" presName="parentLeftMargin" presStyleLbl="node1" presStyleIdx="0" presStyleCnt="2"/>
      <dgm:spPr/>
    </dgm:pt>
    <dgm:pt modelId="{609A8F7B-AD81-46BA-A967-EFB057CBBDB2}" type="pres">
      <dgm:prSet presAssocID="{4BE06FA8-2197-49B9-A3BD-4B2A8EAA3C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7BC2426-D5F9-40D6-8809-9128B954ABD3}" type="pres">
      <dgm:prSet presAssocID="{4BE06FA8-2197-49B9-A3BD-4B2A8EAA3C2D}" presName="negativeSpace" presStyleCnt="0"/>
      <dgm:spPr/>
    </dgm:pt>
    <dgm:pt modelId="{3B2457A1-40F7-4AE8-87B8-1952D85BF978}" type="pres">
      <dgm:prSet presAssocID="{4BE06FA8-2197-49B9-A3BD-4B2A8EAA3C2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2C07D07-322A-45D5-AE85-E037B4079170}" srcId="{4BE06FA8-2197-49B9-A3BD-4B2A8EAA3C2D}" destId="{0E7C9238-A109-4E65-B374-188CCBE3383F}" srcOrd="1" destOrd="0" parTransId="{734AFBDE-A274-4980-9883-E8D011929585}" sibTransId="{0D400664-F7E6-4B33-8168-B4EA77FF082E}"/>
    <dgm:cxn modelId="{EC2B0D0C-3567-403A-88DF-F9DA22A688B4}" type="presOf" srcId="{71B301C8-3275-4AF2-8CFC-6E4A9906CE53}" destId="{6B13AD4C-0AA8-45DD-B2FA-64683E68A1DE}" srcOrd="0" destOrd="0" presId="urn:microsoft.com/office/officeart/2005/8/layout/list1"/>
    <dgm:cxn modelId="{2374EA27-404F-4C1B-9028-034BB4A407B8}" type="presOf" srcId="{4BE06FA8-2197-49B9-A3BD-4B2A8EAA3C2D}" destId="{EDF5E760-98C7-4110-B300-4DBA826F7D90}" srcOrd="0" destOrd="0" presId="urn:microsoft.com/office/officeart/2005/8/layout/list1"/>
    <dgm:cxn modelId="{CAABA281-4E39-405B-B477-A60DED7B9916}" srcId="{71B301C8-3275-4AF2-8CFC-6E4A9906CE53}" destId="{B2B8548D-10E5-47C0-A9BE-2AD8B21E01CD}" srcOrd="0" destOrd="0" parTransId="{C6124D92-6DB9-4891-9C6A-87B25B9B5E8C}" sibTransId="{4B318B5E-6ABB-4839-92DB-B306F2C81998}"/>
    <dgm:cxn modelId="{0D83328B-F911-45B5-8D89-624C16D8C51D}" srcId="{71B301C8-3275-4AF2-8CFC-6E4A9906CE53}" destId="{4BE06FA8-2197-49B9-A3BD-4B2A8EAA3C2D}" srcOrd="1" destOrd="0" parTransId="{7F7D37CC-4A4B-43E5-82C3-88A245FDB1E4}" sibTransId="{55650E79-0243-404F-B3B6-3051288C688A}"/>
    <dgm:cxn modelId="{BE62D28C-AA62-4B95-81EF-EB52D6E4428B}" type="presOf" srcId="{B2B8548D-10E5-47C0-A9BE-2AD8B21E01CD}" destId="{A9F1C2EA-87AC-40E8-987F-B5D8CA4A496C}" srcOrd="0" destOrd="0" presId="urn:microsoft.com/office/officeart/2005/8/layout/list1"/>
    <dgm:cxn modelId="{FE1AC496-B895-4539-800E-9D326612DDB8}" type="presOf" srcId="{7B1E4F86-CEC8-4A1D-9E6F-A75F5DAAD70C}" destId="{3B2457A1-40F7-4AE8-87B8-1952D85BF978}" srcOrd="0" destOrd="0" presId="urn:microsoft.com/office/officeart/2005/8/layout/list1"/>
    <dgm:cxn modelId="{A924CCA1-3DB3-4BE1-9A16-C2A453B9A397}" type="presOf" srcId="{B2B8548D-10E5-47C0-A9BE-2AD8B21E01CD}" destId="{FF8D7823-2BC5-446A-86CC-BAD47D752C88}" srcOrd="1" destOrd="0" presId="urn:microsoft.com/office/officeart/2005/8/layout/list1"/>
    <dgm:cxn modelId="{60FF78BE-B7F4-4EC0-AEEB-3BFFFBC70A10}" srcId="{4BE06FA8-2197-49B9-A3BD-4B2A8EAA3C2D}" destId="{C1B12006-D204-4CD9-AB62-F08CF2726047}" srcOrd="2" destOrd="0" parTransId="{B8262D9D-1807-4508-BD4B-53E9CA15AF77}" sibTransId="{8988DF40-62EE-4ED9-8499-33CA5735032E}"/>
    <dgm:cxn modelId="{1E3740C8-1F7F-4623-BEAA-40E6D9E7F8B7}" type="presOf" srcId="{4BE06FA8-2197-49B9-A3BD-4B2A8EAA3C2D}" destId="{609A8F7B-AD81-46BA-A967-EFB057CBBDB2}" srcOrd="1" destOrd="0" presId="urn:microsoft.com/office/officeart/2005/8/layout/list1"/>
    <dgm:cxn modelId="{75CF74CD-A4C5-450A-AA4C-527ED5F78E96}" srcId="{B2B8548D-10E5-47C0-A9BE-2AD8B21E01CD}" destId="{431E32A7-A721-4C7C-8262-7068EC4535C5}" srcOrd="0" destOrd="0" parTransId="{F25A4083-A41B-45F9-AA51-ABE483BAE49C}" sibTransId="{AAACE222-D5C9-40D0-A627-3FF00DEE9F4B}"/>
    <dgm:cxn modelId="{2BFBBCD0-C49E-4799-B5F5-811A07292B77}" type="presOf" srcId="{0E7C9238-A109-4E65-B374-188CCBE3383F}" destId="{3B2457A1-40F7-4AE8-87B8-1952D85BF978}" srcOrd="0" destOrd="1" presId="urn:microsoft.com/office/officeart/2005/8/layout/list1"/>
    <dgm:cxn modelId="{43DD84DA-603E-4D31-8F4C-97E11138C6DB}" type="presOf" srcId="{C1B12006-D204-4CD9-AB62-F08CF2726047}" destId="{3B2457A1-40F7-4AE8-87B8-1952D85BF978}" srcOrd="0" destOrd="2" presId="urn:microsoft.com/office/officeart/2005/8/layout/list1"/>
    <dgm:cxn modelId="{87BD6CDC-E105-407D-A085-731028BDE2BB}" type="presOf" srcId="{431E32A7-A721-4C7C-8262-7068EC4535C5}" destId="{DFF906D5-69F2-4841-84CA-AED9394BBC1A}" srcOrd="0" destOrd="0" presId="urn:microsoft.com/office/officeart/2005/8/layout/list1"/>
    <dgm:cxn modelId="{01316ADE-7C86-4E02-ACED-E4C2226FE4B1}" srcId="{4BE06FA8-2197-49B9-A3BD-4B2A8EAA3C2D}" destId="{7B1E4F86-CEC8-4A1D-9E6F-A75F5DAAD70C}" srcOrd="0" destOrd="0" parTransId="{D2566EF4-DC92-4518-ACC3-ED6DEB6C5733}" sibTransId="{31E7882E-51F1-4FDC-9A47-BB1CB99E04A3}"/>
    <dgm:cxn modelId="{E0B91E9C-AB0A-48CC-9F55-AC64CFF1E9A9}" type="presParOf" srcId="{6B13AD4C-0AA8-45DD-B2FA-64683E68A1DE}" destId="{6A8507D2-5D52-4E9D-90D7-B3CC0224526B}" srcOrd="0" destOrd="0" presId="urn:microsoft.com/office/officeart/2005/8/layout/list1"/>
    <dgm:cxn modelId="{47940861-FE5A-4A96-B3E0-6A1330A4C237}" type="presParOf" srcId="{6A8507D2-5D52-4E9D-90D7-B3CC0224526B}" destId="{A9F1C2EA-87AC-40E8-987F-B5D8CA4A496C}" srcOrd="0" destOrd="0" presId="urn:microsoft.com/office/officeart/2005/8/layout/list1"/>
    <dgm:cxn modelId="{ECA70450-C575-4035-BAD3-1C97E98CA08F}" type="presParOf" srcId="{6A8507D2-5D52-4E9D-90D7-B3CC0224526B}" destId="{FF8D7823-2BC5-446A-86CC-BAD47D752C88}" srcOrd="1" destOrd="0" presId="urn:microsoft.com/office/officeart/2005/8/layout/list1"/>
    <dgm:cxn modelId="{C3800BCE-DE19-4911-94C1-AC733CC6D721}" type="presParOf" srcId="{6B13AD4C-0AA8-45DD-B2FA-64683E68A1DE}" destId="{410683F4-3224-4007-A25B-FF6F57ACDE05}" srcOrd="1" destOrd="0" presId="urn:microsoft.com/office/officeart/2005/8/layout/list1"/>
    <dgm:cxn modelId="{1B8B9499-2E11-43D0-8672-3CCECE227485}" type="presParOf" srcId="{6B13AD4C-0AA8-45DD-B2FA-64683E68A1DE}" destId="{DFF906D5-69F2-4841-84CA-AED9394BBC1A}" srcOrd="2" destOrd="0" presId="urn:microsoft.com/office/officeart/2005/8/layout/list1"/>
    <dgm:cxn modelId="{3A55D819-C271-4D50-B151-4830629B4DD4}" type="presParOf" srcId="{6B13AD4C-0AA8-45DD-B2FA-64683E68A1DE}" destId="{C06F9ABC-A72E-4C1F-BFCA-A05F5EF85762}" srcOrd="3" destOrd="0" presId="urn:microsoft.com/office/officeart/2005/8/layout/list1"/>
    <dgm:cxn modelId="{98FE38FF-1F1D-45FA-A0C8-DE513240259C}" type="presParOf" srcId="{6B13AD4C-0AA8-45DD-B2FA-64683E68A1DE}" destId="{8535AAE1-1C19-43A4-AF89-747A31F7415C}" srcOrd="4" destOrd="0" presId="urn:microsoft.com/office/officeart/2005/8/layout/list1"/>
    <dgm:cxn modelId="{5F019314-FAA1-4C71-BA25-71C4353964AA}" type="presParOf" srcId="{8535AAE1-1C19-43A4-AF89-747A31F7415C}" destId="{EDF5E760-98C7-4110-B300-4DBA826F7D90}" srcOrd="0" destOrd="0" presId="urn:microsoft.com/office/officeart/2005/8/layout/list1"/>
    <dgm:cxn modelId="{E06214E0-CDA7-4AE9-92CB-1CC6CA720F35}" type="presParOf" srcId="{8535AAE1-1C19-43A4-AF89-747A31F7415C}" destId="{609A8F7B-AD81-46BA-A967-EFB057CBBDB2}" srcOrd="1" destOrd="0" presId="urn:microsoft.com/office/officeart/2005/8/layout/list1"/>
    <dgm:cxn modelId="{39ABDB21-20F5-4CFA-A2BD-60812C80F43C}" type="presParOf" srcId="{6B13AD4C-0AA8-45DD-B2FA-64683E68A1DE}" destId="{47BC2426-D5F9-40D6-8809-9128B954ABD3}" srcOrd="5" destOrd="0" presId="urn:microsoft.com/office/officeart/2005/8/layout/list1"/>
    <dgm:cxn modelId="{42587CDD-57C8-49D8-812E-7953F94DBB42}" type="presParOf" srcId="{6B13AD4C-0AA8-45DD-B2FA-64683E68A1DE}" destId="{3B2457A1-40F7-4AE8-87B8-1952D85BF97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 custScaleX="146410" custScaleY="146410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 custScaleX="146410" custScaleY="146410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 custScaleX="146410" custScaleY="146410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 custScaleX="146410" custScaleY="146410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A3EE2EB-2590-4953-B8A7-CD9A1E4FC3BD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mc:AlternateContent xmlns:mc="http://schemas.openxmlformats.org/markup-compatibility/2006" xmlns:a14="http://schemas.microsoft.com/office/drawing/2010/main">
      <mc:Choice Requires="a14">
        <dgm:pt modelId="{1ADF0501-74CD-452B-B5B5-73EC29B10C3C}">
          <dgm:prSet phldrT="[Testo]" phldr="0" custT="1"/>
          <dgm:spPr>
            <a:solidFill>
              <a:srgbClr val="D1CCD2"/>
            </a:solidFill>
            <a:ln>
              <a:solidFill>
                <a:srgbClr val="D1CCD2"/>
              </a:solidFill>
            </a:ln>
          </dgm:spPr>
          <dgm:t>
            <a:bodyPr/>
            <a:lstStyle/>
            <a:p>
              <a:pPr algn="ctr"/>
              <a:r>
                <a:rPr lang="it-IT" sz="1600" b="1" dirty="0">
                  <a:solidFill>
                    <a:sysClr val="windowText" lastClr="000000"/>
                  </a:solidFill>
                </a:rPr>
                <a:t>Resistenza alla minaccia </a:t>
              </a:r>
              <a14:m>
                <m:oMath xmlns:m="http://schemas.openxmlformats.org/officeDocument/2006/math">
                  <m:d>
                    <m:dPr>
                      <m:ctrlPr>
                        <a:rPr lang="it-IT" sz="1600" b="1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it-IT" sz="16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1" i="0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</m:e>
                        <m:sub>
                          <m:r>
                            <a:rPr lang="it-IT" sz="1600" b="1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𝒗𝒂𝒍𝒊𝒅𝒊𝒕𝒚</m:t>
                          </m:r>
                        </m:sub>
                      </m:sSub>
                    </m:e>
                  </m:d>
                </m:oMath>
              </a14:m>
              <a:endParaRPr lang="it-IT" sz="1600" b="1" dirty="0">
                <a:solidFill>
                  <a:sysClr val="windowText" lastClr="000000"/>
                </a:solidFill>
              </a:endParaRPr>
            </a:p>
          </dgm:t>
        </dgm:pt>
      </mc:Choice>
      <mc:Fallback xmlns="">
        <dgm:pt modelId="{1ADF0501-74CD-452B-B5B5-73EC29B10C3C}">
          <dgm:prSet phldrT="[Testo]" phldr="0" custT="1"/>
          <dgm:spPr>
            <a:solidFill>
              <a:srgbClr val="D1CCD2"/>
            </a:solidFill>
            <a:ln>
              <a:solidFill>
                <a:srgbClr val="D1CCD2"/>
              </a:solidFill>
            </a:ln>
          </dgm:spPr>
          <dgm:t>
            <a:bodyPr/>
            <a:lstStyle/>
            <a:p>
              <a:pPr algn="ctr"/>
              <a:r>
                <a:rPr lang="it-IT" sz="1600" b="1" dirty="0">
                  <a:solidFill>
                    <a:sysClr val="windowText" lastClr="000000"/>
                  </a:solidFill>
                </a:rPr>
                <a:t>Resistenza alla minaccia </a:t>
              </a:r>
              <a:r>
                <a:rPr lang="it-IT" sz="1600" b="1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(𝚫_𝒗𝒂𝒍𝒊𝒅𝒊𝒕𝒚 )</a:t>
              </a:r>
              <a:endParaRPr lang="it-IT" sz="1600" b="1" dirty="0">
                <a:solidFill>
                  <a:sysClr val="windowText" lastClr="000000"/>
                </a:solidFill>
              </a:endParaRPr>
            </a:p>
          </dgm:t>
        </dgm:pt>
      </mc:Fallback>
    </mc:AlternateContent>
    <dgm:pt modelId="{02404C80-230E-48D5-9B30-36D86F759ACD}" type="parTrans" cxnId="{79B96BFC-A2A9-4D8F-A17C-A0138C07E9A3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8EEF9165-093B-45E3-ACD4-AEEC7BAA9F50}" type="sibTrans" cxnId="{79B96BFC-A2A9-4D8F-A17C-A0138C07E9A3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B468AFF-6CF3-450B-9B6F-4EDED3E7573B}">
      <dgm:prSet phldrT="[Testo]" phldr="0" custT="1"/>
      <dgm:spPr>
        <a:solidFill>
          <a:srgbClr val="D1CCD2"/>
        </a:solidFill>
        <a:ln>
          <a:solidFill>
            <a:srgbClr val="D1CCD2"/>
          </a:solidFill>
        </a:ln>
      </dgm:spPr>
      <dgm:t>
        <a:bodyPr/>
        <a:lstStyle/>
        <a:p>
          <a:pPr algn="ctr"/>
          <a:r>
            <a:rPr lang="it-IT" sz="1600" b="1" dirty="0">
              <a:solidFill>
                <a:sysClr val="windowText" lastClr="000000"/>
              </a:solidFill>
            </a:rPr>
            <a:t>Intensità di disturbo</a:t>
          </a:r>
        </a:p>
      </dgm:t>
    </dgm:pt>
    <dgm:pt modelId="{71BC28E2-834B-45FE-87E4-452E0A17A0FC}" type="parTrans" cxnId="{6FE273B0-FCB6-4381-9EA5-096027E3174F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2FB8E7-228C-48C5-9CBB-1AF19BA0AC8F}" type="sibTrans" cxnId="{6FE273B0-FCB6-4381-9EA5-096027E3174F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03335C97-4F55-4DDB-A5C9-6D33CFB92CB5}">
      <dgm:prSet phldrT="[Testo]" phldr="0" custT="1"/>
      <dgm:spPr>
        <a:solidFill>
          <a:srgbClr val="D1CCD2"/>
        </a:solidFill>
        <a:ln>
          <a:solidFill>
            <a:srgbClr val="D1CCD2"/>
          </a:solidFill>
        </a:ln>
      </dgm:spPr>
      <dgm:t>
        <a:bodyPr/>
        <a:lstStyle/>
        <a:p>
          <a:pPr algn="ctr"/>
          <a:r>
            <a:rPr lang="it-IT" sz="1600" b="1" dirty="0">
              <a:solidFill>
                <a:sysClr val="windowText" lastClr="000000"/>
              </a:solidFill>
            </a:rPr>
            <a:t>Efficacia su validità e coerenza </a:t>
          </a:r>
        </a:p>
      </dgm:t>
    </dgm:pt>
    <dgm:pt modelId="{FA6C697D-63D5-466C-969D-D73943815E8A}" type="parTrans" cxnId="{F2B639DD-FC4A-42AC-ABA9-C8D37658869E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B2E69A-3893-4D08-BADE-ECE91FDB1409}" type="sibTrans" cxnId="{F2B639DD-FC4A-42AC-ABA9-C8D37658869E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284A8A73-8817-4CDE-A45A-006E37AA3CE0}">
      <dgm:prSet phldrT="[Testo]" phldr="0" custT="1"/>
      <dgm:spPr/>
      <dgm:t>
        <a:bodyPr/>
        <a:lstStyle/>
        <a:p>
          <a:pPr algn="ctr"/>
          <a:r>
            <a:rPr lang="it-IT" sz="1400" dirty="0">
              <a:solidFill>
                <a:sysClr val="windowText" lastClr="000000"/>
              </a:solidFill>
            </a:rPr>
            <a:t>Impatto netto della minaccia sulla validità:</a:t>
          </a:r>
        </a:p>
      </dgm:t>
    </dgm:pt>
    <dgm:pt modelId="{158CD619-C88D-42E3-B658-FED029744AB1}" type="parTrans" cxnId="{4BC380B2-19D1-4C0A-B73B-D5D03FFA2BB4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18AF590B-6657-437E-B3B9-56B7743DCBCB}" type="sibTrans" cxnId="{4BC380B2-19D1-4C0A-B73B-D5D03FFA2BB4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82A5745-5553-45CA-A282-DD2CF87B5EC7}">
          <dgm:prSet phldrT="[Testo]" phldr="0" custT="1"/>
          <dgm:spPr/>
          <dgm:t>
            <a:bodyPr/>
            <a:lstStyle/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𝑣𝑎𝑙𝑖𝑑𝑖𝑡𝑦</m:t>
                        </m:r>
                      </m:sub>
                    </m:sSub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𝑡h𝑟𝑒𝑎𝑡</m:t>
                        </m:r>
                      </m:sub>
                    </m:sSub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–</m:t>
                    </m:r>
                    <m:sSub>
                      <m:sSubPr>
                        <m:ctrlP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𝑏𝑎𝑠𝑒𝑙𝑖𝑛𝑒</m:t>
                        </m:r>
                      </m:sub>
                    </m:sSub>
                  </m:oMath>
                </m:oMathPara>
              </a14:m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Choice>
      <mc:Fallback xmlns="">
        <dgm:pt modelId="{582A5745-5553-45CA-A282-DD2CF87B5EC7}">
          <dgm:prSet phldrT="[Testo]" phldr="0" custT="1"/>
          <dgm:spPr/>
          <dgm:t>
            <a:bodyPr/>
            <a:lstStyle/>
            <a:p>
              <a:pPr algn="l"/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𝛥_𝑣𝑎𝑙𝑖𝑑𝑖𝑡𝑦=𝑉_𝑡ℎ𝑟𝑒𝑎𝑡–𝑉_𝑏𝑎𝑠𝑒𝑙𝑖𝑛𝑒</a:t>
              </a:r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Fallback>
    </mc:AlternateContent>
    <dgm:pt modelId="{1C978681-B783-4D99-B44C-EC5C7B841D95}" type="parTrans" cxnId="{C69E7DD8-484B-4073-A4D5-26C3AF96AAEB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6134E124-C519-45A1-A2A9-296FAB93FADB}" type="sibTrans" cxnId="{C69E7DD8-484B-4073-A4D5-26C3AF96AAEB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FE14CF69-10D2-4F63-84DF-406D628AEC17}">
      <dgm:prSet phldrT="[Testo]" phldr="0" custT="1"/>
      <dgm:spPr/>
      <dgm:t>
        <a:bodyPr/>
        <a:lstStyle/>
        <a:p>
          <a:pPr algn="l"/>
          <a:r>
            <a:rPr lang="it-IT" sz="1400" i="0" dirty="0">
              <a:solidFill>
                <a:sysClr val="windowText" lastClr="000000"/>
              </a:solidFill>
            </a:rPr>
            <a:t>Risulta:</a:t>
          </a:r>
        </a:p>
      </dgm:t>
    </dgm:pt>
    <dgm:pt modelId="{C3BAD316-A580-48D6-898C-5B861F544BFF}" type="parTrans" cxnId="{8049FD7C-4756-4E71-8C20-18D355064F4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B2D20B46-22AA-440C-A6B3-6178EC1AA433}" type="sibTrans" cxnId="{8049FD7C-4756-4E71-8C20-18D355064F4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74B843EE-6C85-4ECB-BBF5-9065EEFD9D79}">
          <dgm:prSet phldrT="[Testo]" phldr="0" custT="1"/>
          <dgm:spPr/>
          <dgm:t>
            <a:bodyPr/>
            <a:lstStyle/>
            <a:p>
              <a:pPr algn="l"/>
              <a:r>
                <a:rPr lang="it-IT" sz="1400" i="0" dirty="0">
                  <a:solidFill>
                    <a:sysClr val="windowText" lastClr="000000"/>
                  </a:solidFill>
                </a:rPr>
                <a:t>Peggiorata </a:t>
              </a:r>
              <a14:m>
                <m:oMath xmlns:m="http://schemas.openxmlformats.org/officeDocument/2006/math">
                  <m: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≤−0.2)</m:t>
                  </m:r>
                </m:oMath>
              </a14:m>
              <a:r>
                <a:rPr lang="it-IT" sz="1400" i="0" dirty="0">
                  <a:solidFill>
                    <a:sysClr val="windowText" lastClr="000000"/>
                  </a:solidFill>
                </a:rPr>
                <a:t>;</a:t>
              </a:r>
            </a:p>
          </dgm:t>
        </dgm:pt>
      </mc:Choice>
      <mc:Fallback xmlns="">
        <dgm:pt modelId="{74B843EE-6C85-4ECB-BBF5-9065EEFD9D79}">
          <dgm:prSet phldrT="[Testo]" phldr="0" custT="1"/>
          <dgm:spPr/>
          <dgm:t>
            <a:bodyPr/>
            <a:lstStyle/>
            <a:p>
              <a:pPr algn="l"/>
              <a:r>
                <a:rPr lang="it-IT" sz="1400" i="0" dirty="0">
                  <a:solidFill>
                    <a:sysClr val="windowText" lastClr="000000"/>
                  </a:solidFill>
                </a:rPr>
                <a:t>Peggiorata 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(Δ≤−0.2)</a:t>
              </a:r>
              <a:r>
                <a:rPr lang="it-IT" sz="1400" i="0" dirty="0">
                  <a:solidFill>
                    <a:sysClr val="windowText" lastClr="000000"/>
                  </a:solidFill>
                </a:rPr>
                <a:t>;</a:t>
              </a:r>
            </a:p>
          </dgm:t>
        </dgm:pt>
      </mc:Fallback>
    </mc:AlternateContent>
    <dgm:pt modelId="{E7276DBC-5BD8-4A70-B736-22966F218AFD}" type="parTrans" cxnId="{373395A5-512A-409C-BA07-728E97365CC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C8B5A539-4907-49B9-AA0D-403FBA18E2C9}" type="sibTrans" cxnId="{373395A5-512A-409C-BA07-728E97365CC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65CC8E88-6F7B-4D5F-A678-92D9DAF3F73F}">
          <dgm:prSet phldrT="[Testo]" phldr="0" custT="1"/>
          <dgm:spPr/>
          <dgm:t>
            <a:bodyPr/>
            <a:lstStyle/>
            <a:p>
              <a:pPr algn="l"/>
              <a:r>
                <a:rPr lang="it-IT" sz="1400" i="0" dirty="0">
                  <a:solidFill>
                    <a:sysClr val="windowText" lastClr="000000"/>
                  </a:solidFill>
                </a:rPr>
                <a:t>Migliorata </a:t>
              </a:r>
              <a14:m>
                <m:oMath xmlns:m="http://schemas.openxmlformats.org/officeDocument/2006/math">
                  <m: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m:rPr>
                      <m:sty m:val="p"/>
                    </m:rP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Δ</m:t>
                  </m:r>
                  <m:r>
                    <a:rPr lang="it-IT" sz="1400" b="0" i="1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  <m:t>≥0.2);</m:t>
                  </m:r>
                </m:oMath>
              </a14:m>
              <a:endParaRPr lang="it-IT" sz="1400" i="0" dirty="0">
                <a:solidFill>
                  <a:sysClr val="windowText" lastClr="000000"/>
                </a:solidFill>
              </a:endParaRPr>
            </a:p>
          </dgm:t>
        </dgm:pt>
      </mc:Choice>
      <mc:Fallback xmlns="">
        <dgm:pt modelId="{65CC8E88-6F7B-4D5F-A678-92D9DAF3F73F}">
          <dgm:prSet phldrT="[Testo]" phldr="0" custT="1"/>
          <dgm:spPr/>
          <dgm:t>
            <a:bodyPr/>
            <a:lstStyle/>
            <a:p>
              <a:pPr algn="l"/>
              <a:r>
                <a:rPr lang="it-IT" sz="1400" i="0" dirty="0">
                  <a:solidFill>
                    <a:sysClr val="windowText" lastClr="000000"/>
                  </a:solidFill>
                </a:rPr>
                <a:t>Migliorata 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(Δ≥0.2);</a:t>
              </a:r>
              <a:endParaRPr lang="it-IT" sz="1400" i="0" dirty="0">
                <a:solidFill>
                  <a:sysClr val="windowText" lastClr="000000"/>
                </a:solidFill>
              </a:endParaRPr>
            </a:p>
          </dgm:t>
        </dgm:pt>
      </mc:Fallback>
    </mc:AlternateContent>
    <dgm:pt modelId="{40BA0661-55C2-453E-9600-AA527DF1B421}" type="parTrans" cxnId="{FAE10654-6CC0-4E56-A965-B058CB61C82D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9DF145-0002-476E-8F5D-07DB8FEC6A19}" type="sibTrans" cxnId="{FAE10654-6CC0-4E56-A965-B058CB61C82D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E6281DB-AE61-4A50-9192-DD9A244C4592}">
      <dgm:prSet phldrT="[Testo]" phldr="0" custT="1"/>
      <dgm:spPr/>
      <dgm:t>
        <a:bodyPr/>
        <a:lstStyle/>
        <a:p>
          <a:pPr algn="l"/>
          <a:r>
            <a:rPr lang="it-IT" sz="1400" i="0" dirty="0">
              <a:solidFill>
                <a:sysClr val="windowText" lastClr="000000"/>
              </a:solidFill>
            </a:rPr>
            <a:t>Stabile.</a:t>
          </a:r>
        </a:p>
      </dgm:t>
    </dgm:pt>
    <dgm:pt modelId="{DB8467E7-9C52-41CB-A389-F2EBEC9D38AE}" type="parTrans" cxnId="{D69B93FC-EE90-47DF-8F96-5F1D4ED8A1A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135633D-2378-42C9-9037-B5D57A9375A7}" type="sibTrans" cxnId="{D69B93FC-EE90-47DF-8F96-5F1D4ED8A1A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387EB4B0-B2BB-4746-A081-2B1A85869B41}">
      <dgm:prSet phldrT="[Testo]" phldr="0" custT="1"/>
      <dgm:spPr/>
      <dgm:t>
        <a:bodyPr/>
        <a:lstStyle/>
        <a:p>
          <a:pPr algn="ctr"/>
          <a:r>
            <a:rPr lang="it-IT" sz="1400" dirty="0">
              <a:solidFill>
                <a:sysClr val="windowText" lastClr="000000"/>
              </a:solidFill>
            </a:rPr>
            <a:t>Quale variante massimizza la JSD:</a:t>
          </a:r>
        </a:p>
      </dgm:t>
    </dgm:pt>
    <dgm:pt modelId="{C240BD12-6FAF-45E1-91BF-86A5AC000222}" type="parTrans" cxnId="{E58F6035-1FA2-47B2-BBF1-13D36B4AD0F1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91DC3B19-EE58-4C14-AB26-54407DA8F07E}" type="sibTrans" cxnId="{E58F6035-1FA2-47B2-BBF1-13D36B4AD0F1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39879C84-A26D-4992-AB53-EE80191643C0}">
          <dgm:prSet phldrT="[Testo]" phldr="0" custT="1"/>
          <dgm:spPr/>
          <dgm:t>
            <a:bodyPr/>
            <a:lstStyle/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func>
                      <m:funcPr>
                        <m:ctrlPr>
                          <a:rPr lang="it-IT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sz="140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𝑎𝑟𝑔</m:t>
                            </m:r>
                            <m:r>
                              <a:rPr lang="it-IT" sz="140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e>
                          <m:lim>
                            <m: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lim>
                        </m:limLow>
                      </m:fName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𝐽𝑆𝐷</m:t>
                        </m:r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it-IT" sz="1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∥</m:t>
                        </m:r>
                        <m:sSub>
                          <m:sSubPr>
                            <m:ctrlP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it-IT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400" i="1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𝑡h𝑟𝑒𝑎𝑡</m:t>
                                </m:r>
                              </m:e>
                              <m:sub>
                                <m:r>
                                  <a:rPr lang="it-IT" sz="1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sub>
                        </m:s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m:oMathPara>
              </a14:m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Choice>
      <mc:Fallback xmlns="">
        <dgm:pt modelId="{39879C84-A26D-4992-AB53-EE80191643C0}">
          <dgm:prSet phldrT="[Testo]" phldr="0" custT="1"/>
          <dgm:spPr/>
          <dgm:t>
            <a:bodyPr/>
            <a:lstStyle/>
            <a:p>
              <a:pPr algn="l"/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𝑎𝑟𝑔</a:t>
              </a:r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𝑚𝑎𝑥)┬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𝑡⁡〖𝐽𝑆𝐷(𝑃_</a:t>
              </a:r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𝑏𝑎𝑠𝑒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∥𝑃_(〖</a:t>
              </a:r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𝑡ℎ𝑟𝑒𝑎𝑡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〗_𝑡 ))〗</a:t>
              </a:r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Fallback>
    </mc:AlternateContent>
    <dgm:pt modelId="{B83EA01B-DA0A-41BA-A5E6-C435684C1F96}" type="parTrans" cxnId="{CF51CF10-71CB-4B69-9FD5-C65D540FFBE6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4BFDBF52-94B8-4A07-B62F-29B8AA2F2FDD}" type="sibTrans" cxnId="{CF51CF10-71CB-4B69-9FD5-C65D540FFBE6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A117CBD-6026-4856-99BE-0185C38CA01B}">
          <dgm:prSet phldrT="[Testo]" phldr="0" custT="1"/>
          <dgm:spPr/>
          <dgm:t>
            <a:bodyPr/>
            <a:lstStyle/>
            <a:p>
              <a:pPr algn="ctr"/>
              <a:r>
                <a:rPr lang="it-IT" sz="1400" dirty="0">
                  <a:solidFill>
                    <a:sysClr val="windowText" lastClr="000000"/>
                  </a:solidFill>
                </a:rPr>
                <a:t>Quale variante massimizza, rispettivamente, la validità e la coerenza </a:t>
              </a:r>
              <a:r>
                <a:rPr lang="it-IT" sz="1400" dirty="0" err="1">
                  <a:solidFill>
                    <a:sysClr val="windowText" lastClr="000000"/>
                  </a:solidFill>
                </a:rPr>
                <a:t>logit</a:t>
              </a:r>
              <a:r>
                <a:rPr lang="it-IT" sz="1400" dirty="0">
                  <a:solidFill>
                    <a:sysClr val="windowText" lastClr="000000"/>
                  </a:solidFill>
                </a:rPr>
                <a:t>-testo generato:</a:t>
              </a:r>
            </a:p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limLow>
                      <m:limLowPr>
                        <m:ctrlPr>
                          <a:rPr lang="it-IT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it-IT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𝑉𝑎𝑙𝑖𝑑𝑖𝑡</m:t>
                    </m:r>
                    <m:sSub>
                      <m:sSubPr>
                        <m:ctrlP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à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m:oMathPara>
              </a14:m>
              <a:endParaRPr lang="it-IT" sz="1400" i="1" dirty="0">
                <a:solidFill>
                  <a:sysClr val="windowText" lastClr="000000"/>
                </a:solidFill>
              </a:endParaRPr>
            </a:p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limLow>
                      <m:limLowPr>
                        <m:ctrlPr>
                          <a:rPr lang="it-IT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it-IT" sz="1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𝐶𝑜𝑒𝑟𝑒𝑛𝑧</m:t>
                    </m:r>
                    <m:sSub>
                      <m:sSubPr>
                        <m:ctrlP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it-IT" sz="1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m:oMathPara>
              </a14:m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Choice>
      <mc:Fallback xmlns="">
        <dgm:pt modelId="{9A117CBD-6026-4856-99BE-0185C38CA01B}">
          <dgm:prSet phldrT="[Testo]" phldr="0" custT="1"/>
          <dgm:spPr/>
          <dgm:t>
            <a:bodyPr/>
            <a:lstStyle/>
            <a:p>
              <a:pPr algn="ctr"/>
              <a:r>
                <a:rPr lang="it-IT" sz="1400" dirty="0">
                  <a:solidFill>
                    <a:sysClr val="windowText" lastClr="000000"/>
                  </a:solidFill>
                </a:rPr>
                <a:t>Quale variante massimizza, rispettivamente, la validità e la coerenza </a:t>
              </a:r>
              <a:r>
                <a:rPr lang="it-IT" sz="1400" dirty="0" err="1">
                  <a:solidFill>
                    <a:sysClr val="windowText" lastClr="000000"/>
                  </a:solidFill>
                </a:rPr>
                <a:t>logit</a:t>
              </a:r>
              <a:r>
                <a:rPr lang="it-IT" sz="1400" dirty="0">
                  <a:solidFill>
                    <a:sysClr val="windowText" lastClr="000000"/>
                  </a:solidFill>
                </a:rPr>
                <a:t>-testo generato:</a:t>
              </a:r>
            </a:p>
            <a:p>
              <a:pPr algn="l"/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𝑎𝑟𝑔</a:t>
              </a:r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𝑚𝑎𝑥)┬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𝑡  𝑉𝑎𝑙𝑖𝑑𝑖𝑡à_𝑡</a:t>
              </a:r>
              <a:endParaRPr lang="it-IT" sz="1400" i="1" dirty="0">
                <a:solidFill>
                  <a:sysClr val="windowText" lastClr="000000"/>
                </a:solidFill>
              </a:endParaRPr>
            </a:p>
            <a:p>
              <a:pPr algn="l"/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(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𝑎𝑟𝑔</a:t>
              </a:r>
              <a:r>
                <a:rPr lang="it-IT" sz="140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𝑚𝑎𝑥)┬</a:t>
              </a:r>
              <a:r>
                <a:rPr lang="it-IT" sz="1400" b="0" i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a:t>𝑡  𝐶𝑜𝑒𝑟𝑒𝑛𝑧𝑎_𝑡</a:t>
              </a:r>
              <a:endParaRPr lang="it-IT" sz="1400" i="1" dirty="0">
                <a:solidFill>
                  <a:sysClr val="windowText" lastClr="000000"/>
                </a:solidFill>
              </a:endParaRPr>
            </a:p>
          </dgm:t>
        </dgm:pt>
      </mc:Fallback>
    </mc:AlternateContent>
    <dgm:pt modelId="{E4D02752-08C8-44AD-911F-9E1C591D3535}" type="parTrans" cxnId="{B7FB1B07-1DAA-4DF7-8DED-09D84A2C4D0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30A028DF-C956-407B-A91B-C7D4B002F4D1}" type="sibTrans" cxnId="{B7FB1B07-1DAA-4DF7-8DED-09D84A2C4D0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AFC1F665-C698-41AC-A4BB-222002DBC3E6}" type="pres">
      <dgm:prSet presAssocID="{CA3EE2EB-2590-4953-B8A7-CD9A1E4FC3BD}" presName="Name0" presStyleCnt="0">
        <dgm:presLayoutVars>
          <dgm:dir/>
          <dgm:animLvl val="lvl"/>
          <dgm:resizeHandles val="exact"/>
        </dgm:presLayoutVars>
      </dgm:prSet>
      <dgm:spPr/>
    </dgm:pt>
    <dgm:pt modelId="{0D0649A7-87DB-4FE6-815B-4AB5A83A583D}" type="pres">
      <dgm:prSet presAssocID="{1ADF0501-74CD-452B-B5B5-73EC29B10C3C}" presName="composite" presStyleCnt="0"/>
      <dgm:spPr/>
    </dgm:pt>
    <dgm:pt modelId="{54CD02C0-E05C-42D7-A35C-D446E87A7B10}" type="pres">
      <dgm:prSet presAssocID="{1ADF0501-74CD-452B-B5B5-73EC29B10C3C}" presName="parTx" presStyleLbl="alignNode1" presStyleIdx="0" presStyleCnt="3">
        <dgm:presLayoutVars>
          <dgm:chMax val="0"/>
          <dgm:chPref val="0"/>
        </dgm:presLayoutVars>
      </dgm:prSet>
      <dgm:spPr/>
    </dgm:pt>
    <dgm:pt modelId="{1606C8F0-F016-4C4C-822A-D7A0E9802C16}" type="pres">
      <dgm:prSet presAssocID="{1ADF0501-74CD-452B-B5B5-73EC29B10C3C}" presName="bgOutline" presStyleLbl="fgAcc1" presStyleIdx="0" presStyleCnt="3">
        <dgm:presLayoutVars>
          <dgm:bulletEnabled/>
        </dgm:presLayoutVars>
      </dgm:prSet>
      <dgm:spPr/>
    </dgm:pt>
    <dgm:pt modelId="{56CE9EAD-986B-46A2-AD5D-1ED4FF89C787}" type="pres">
      <dgm:prSet presAssocID="{8EEF9165-093B-45E3-ACD4-AEEC7BAA9F50}" presName="space" presStyleCnt="0"/>
      <dgm:spPr/>
    </dgm:pt>
    <dgm:pt modelId="{8DBE3610-7B32-47B8-8EF4-76B8E3E7B844}" type="pres">
      <dgm:prSet presAssocID="{DB468AFF-6CF3-450B-9B6F-4EDED3E7573B}" presName="composite" presStyleCnt="0"/>
      <dgm:spPr/>
    </dgm:pt>
    <dgm:pt modelId="{5432C022-9A12-4FC0-80C6-85DA28BEC06E}" type="pres">
      <dgm:prSet presAssocID="{DB468AFF-6CF3-450B-9B6F-4EDED3E7573B}" presName="parTx" presStyleLbl="alignNode1" presStyleIdx="1" presStyleCnt="3">
        <dgm:presLayoutVars>
          <dgm:chMax val="0"/>
          <dgm:chPref val="0"/>
        </dgm:presLayoutVars>
      </dgm:prSet>
      <dgm:spPr/>
    </dgm:pt>
    <dgm:pt modelId="{B052F0C4-7365-4F49-8BB0-81A4B5BF6BA5}" type="pres">
      <dgm:prSet presAssocID="{DB468AFF-6CF3-450B-9B6F-4EDED3E7573B}" presName="bgOutline" presStyleLbl="fgAcc1" presStyleIdx="1" presStyleCnt="3">
        <dgm:presLayoutVars>
          <dgm:bulletEnabled/>
        </dgm:presLayoutVars>
      </dgm:prSet>
      <dgm:spPr/>
    </dgm:pt>
    <dgm:pt modelId="{FFFE2F8A-D3D2-4115-B9C1-F5B05CDB7B10}" type="pres">
      <dgm:prSet presAssocID="{DD2FB8E7-228C-48C5-9CBB-1AF19BA0AC8F}" presName="space" presStyleCnt="0"/>
      <dgm:spPr/>
    </dgm:pt>
    <dgm:pt modelId="{76C48F50-84D2-4EF9-9E43-061329CECE21}" type="pres">
      <dgm:prSet presAssocID="{03335C97-4F55-4DDB-A5C9-6D33CFB92CB5}" presName="composite" presStyleCnt="0"/>
      <dgm:spPr/>
    </dgm:pt>
    <dgm:pt modelId="{893BBFD0-1EBF-4347-AF1C-147D11145887}" type="pres">
      <dgm:prSet presAssocID="{03335C97-4F55-4DDB-A5C9-6D33CFB92CB5}" presName="parTx" presStyleLbl="alignNode1" presStyleIdx="2" presStyleCnt="3">
        <dgm:presLayoutVars>
          <dgm:chMax val="0"/>
          <dgm:chPref val="0"/>
        </dgm:presLayoutVars>
      </dgm:prSet>
      <dgm:spPr/>
    </dgm:pt>
    <dgm:pt modelId="{7FF45550-BD85-4519-8DB1-8F0363888171}" type="pres">
      <dgm:prSet presAssocID="{03335C97-4F55-4DDB-A5C9-6D33CFB92CB5}" presName="bgOutline" presStyleLbl="fgAcc1" presStyleIdx="2" presStyleCnt="3">
        <dgm:presLayoutVars>
          <dgm:bulletEnabled/>
        </dgm:presLayoutVars>
      </dgm:prSet>
      <dgm:spPr/>
    </dgm:pt>
  </dgm:ptLst>
  <dgm:cxnLst>
    <dgm:cxn modelId="{E3433A02-8D71-4AFF-9AC9-89ABE4477A00}" type="presOf" srcId="{284A8A73-8817-4CDE-A45A-006E37AA3CE0}" destId="{1606C8F0-F016-4C4C-822A-D7A0E9802C16}" srcOrd="0" destOrd="0" presId="urn:microsoft.com/office/officeart/2024/layout/HorizontalActionList"/>
    <dgm:cxn modelId="{B7FB1B07-1DAA-4DF7-8DED-09D84A2C4D08}" srcId="{03335C97-4F55-4DDB-A5C9-6D33CFB92CB5}" destId="{9A117CBD-6026-4856-99BE-0185C38CA01B}" srcOrd="0" destOrd="0" parTransId="{E4D02752-08C8-44AD-911F-9E1C591D3535}" sibTransId="{30A028DF-C956-407B-A91B-C7D4B002F4D1}"/>
    <dgm:cxn modelId="{CF51CF10-71CB-4B69-9FD5-C65D540FFBE6}" srcId="{DB468AFF-6CF3-450B-9B6F-4EDED3E7573B}" destId="{39879C84-A26D-4992-AB53-EE80191643C0}" srcOrd="1" destOrd="0" parTransId="{B83EA01B-DA0A-41BA-A5E6-C435684C1F96}" sibTransId="{4BFDBF52-94B8-4A07-B62F-29B8AA2F2FDD}"/>
    <dgm:cxn modelId="{25289E2C-203E-4185-96E0-03E481100CA4}" type="presOf" srcId="{CA3EE2EB-2590-4953-B8A7-CD9A1E4FC3BD}" destId="{AFC1F665-C698-41AC-A4BB-222002DBC3E6}" srcOrd="0" destOrd="0" presId="urn:microsoft.com/office/officeart/2024/layout/HorizontalActionList"/>
    <dgm:cxn modelId="{E58F6035-1FA2-47B2-BBF1-13D36B4AD0F1}" srcId="{DB468AFF-6CF3-450B-9B6F-4EDED3E7573B}" destId="{387EB4B0-B2BB-4746-A081-2B1A85869B41}" srcOrd="0" destOrd="0" parTransId="{C240BD12-6FAF-45E1-91BF-86A5AC000222}" sibTransId="{91DC3B19-EE58-4C14-AB26-54407DA8F07E}"/>
    <dgm:cxn modelId="{FD43F735-C382-4F3B-BF50-4FFE2D313853}" type="presOf" srcId="{74B843EE-6C85-4ECB-BBF5-9065EEFD9D79}" destId="{1606C8F0-F016-4C4C-822A-D7A0E9802C16}" srcOrd="0" destOrd="3" presId="urn:microsoft.com/office/officeart/2024/layout/HorizontalActionList"/>
    <dgm:cxn modelId="{04498039-9A78-4CAA-8FCB-CDE4D283D018}" type="presOf" srcId="{39879C84-A26D-4992-AB53-EE80191643C0}" destId="{B052F0C4-7365-4F49-8BB0-81A4B5BF6BA5}" srcOrd="0" destOrd="1" presId="urn:microsoft.com/office/officeart/2024/layout/HorizontalActionList"/>
    <dgm:cxn modelId="{88BE2065-DF45-4000-BB94-66C642454B20}" type="presOf" srcId="{1ADF0501-74CD-452B-B5B5-73EC29B10C3C}" destId="{54CD02C0-E05C-42D7-A35C-D446E87A7B10}" srcOrd="0" destOrd="0" presId="urn:microsoft.com/office/officeart/2024/layout/HorizontalActionList"/>
    <dgm:cxn modelId="{FAE10654-6CC0-4E56-A965-B058CB61C82D}" srcId="{FE14CF69-10D2-4F63-84DF-406D628AEC17}" destId="{65CC8E88-6F7B-4D5F-A678-92D9DAF3F73F}" srcOrd="1" destOrd="0" parTransId="{40BA0661-55C2-453E-9600-AA527DF1B421}" sibTransId="{DD9DF145-0002-476E-8F5D-07DB8FEC6A19}"/>
    <dgm:cxn modelId="{1FB17A74-884C-4D2B-B818-6CFDCE1D1BAE}" type="presOf" srcId="{FE14CF69-10D2-4F63-84DF-406D628AEC17}" destId="{1606C8F0-F016-4C4C-822A-D7A0E9802C16}" srcOrd="0" destOrd="2" presId="urn:microsoft.com/office/officeart/2024/layout/HorizontalActionList"/>
    <dgm:cxn modelId="{4D767358-6AE6-4E59-8C5D-244B051753AF}" type="presOf" srcId="{DB468AFF-6CF3-450B-9B6F-4EDED3E7573B}" destId="{5432C022-9A12-4FC0-80C6-85DA28BEC06E}" srcOrd="0" destOrd="0" presId="urn:microsoft.com/office/officeart/2024/layout/HorizontalActionList"/>
    <dgm:cxn modelId="{2A38E67B-ECC0-4A0B-AC1F-6DC29761BE19}" type="presOf" srcId="{9A117CBD-6026-4856-99BE-0185C38CA01B}" destId="{7FF45550-BD85-4519-8DB1-8F0363888171}" srcOrd="0" destOrd="0" presId="urn:microsoft.com/office/officeart/2024/layout/HorizontalActionList"/>
    <dgm:cxn modelId="{8049FD7C-4756-4E71-8C20-18D355064F4A}" srcId="{1ADF0501-74CD-452B-B5B5-73EC29B10C3C}" destId="{FE14CF69-10D2-4F63-84DF-406D628AEC17}" srcOrd="2" destOrd="0" parTransId="{C3BAD316-A580-48D6-898C-5B861F544BFF}" sibTransId="{B2D20B46-22AA-440C-A6B3-6178EC1AA433}"/>
    <dgm:cxn modelId="{373395A5-512A-409C-BA07-728E97365CC8}" srcId="{FE14CF69-10D2-4F63-84DF-406D628AEC17}" destId="{74B843EE-6C85-4ECB-BBF5-9065EEFD9D79}" srcOrd="0" destOrd="0" parTransId="{E7276DBC-5BD8-4A70-B736-22966F218AFD}" sibTransId="{C8B5A539-4907-49B9-AA0D-403FBA18E2C9}"/>
    <dgm:cxn modelId="{6FE273B0-FCB6-4381-9EA5-096027E3174F}" srcId="{CA3EE2EB-2590-4953-B8A7-CD9A1E4FC3BD}" destId="{DB468AFF-6CF3-450B-9B6F-4EDED3E7573B}" srcOrd="1" destOrd="0" parTransId="{71BC28E2-834B-45FE-87E4-452E0A17A0FC}" sibTransId="{DD2FB8E7-228C-48C5-9CBB-1AF19BA0AC8F}"/>
    <dgm:cxn modelId="{4BC380B2-19D1-4C0A-B73B-D5D03FFA2BB4}" srcId="{1ADF0501-74CD-452B-B5B5-73EC29B10C3C}" destId="{284A8A73-8817-4CDE-A45A-006E37AA3CE0}" srcOrd="0" destOrd="0" parTransId="{158CD619-C88D-42E3-B658-FED029744AB1}" sibTransId="{18AF590B-6657-437E-B3B9-56B7743DCBCB}"/>
    <dgm:cxn modelId="{8BA329D4-A17D-428B-B0D4-3DAFA1263450}" type="presOf" srcId="{65CC8E88-6F7B-4D5F-A678-92D9DAF3F73F}" destId="{1606C8F0-F016-4C4C-822A-D7A0E9802C16}" srcOrd="0" destOrd="4" presId="urn:microsoft.com/office/officeart/2024/layout/HorizontalActionList"/>
    <dgm:cxn modelId="{C69E7DD8-484B-4073-A4D5-26C3AF96AAEB}" srcId="{1ADF0501-74CD-452B-B5B5-73EC29B10C3C}" destId="{582A5745-5553-45CA-A282-DD2CF87B5EC7}" srcOrd="1" destOrd="0" parTransId="{1C978681-B783-4D99-B44C-EC5C7B841D95}" sibTransId="{6134E124-C519-45A1-A2A9-296FAB93FADB}"/>
    <dgm:cxn modelId="{8CAE50D9-A9C8-4653-A105-7B4B80CF98A8}" type="presOf" srcId="{387EB4B0-B2BB-4746-A081-2B1A85869B41}" destId="{B052F0C4-7365-4F49-8BB0-81A4B5BF6BA5}" srcOrd="0" destOrd="0" presId="urn:microsoft.com/office/officeart/2024/layout/HorizontalActionList"/>
    <dgm:cxn modelId="{F2B639DD-FC4A-42AC-ABA9-C8D37658869E}" srcId="{CA3EE2EB-2590-4953-B8A7-CD9A1E4FC3BD}" destId="{03335C97-4F55-4DDB-A5C9-6D33CFB92CB5}" srcOrd="2" destOrd="0" parTransId="{FA6C697D-63D5-466C-969D-D73943815E8A}" sibTransId="{DDB2E69A-3893-4D08-BADE-ECE91FDB1409}"/>
    <dgm:cxn modelId="{FDD13EDE-7FF6-4341-9EAB-D8D0D88413C8}" type="presOf" srcId="{582A5745-5553-45CA-A282-DD2CF87B5EC7}" destId="{1606C8F0-F016-4C4C-822A-D7A0E9802C16}" srcOrd="0" destOrd="1" presId="urn:microsoft.com/office/officeart/2024/layout/HorizontalActionList"/>
    <dgm:cxn modelId="{6CC9D5DF-D8D5-4641-8546-F371FADA51B2}" type="presOf" srcId="{DE6281DB-AE61-4A50-9192-DD9A244C4592}" destId="{1606C8F0-F016-4C4C-822A-D7A0E9802C16}" srcOrd="0" destOrd="5" presId="urn:microsoft.com/office/officeart/2024/layout/HorizontalActionList"/>
    <dgm:cxn modelId="{E47D29E0-C941-4437-868A-2B07EE8812CE}" type="presOf" srcId="{03335C97-4F55-4DDB-A5C9-6D33CFB92CB5}" destId="{893BBFD0-1EBF-4347-AF1C-147D11145887}" srcOrd="0" destOrd="0" presId="urn:microsoft.com/office/officeart/2024/layout/HorizontalActionList"/>
    <dgm:cxn modelId="{79B96BFC-A2A9-4D8F-A17C-A0138C07E9A3}" srcId="{CA3EE2EB-2590-4953-B8A7-CD9A1E4FC3BD}" destId="{1ADF0501-74CD-452B-B5B5-73EC29B10C3C}" srcOrd="0" destOrd="0" parTransId="{02404C80-230E-48D5-9B30-36D86F759ACD}" sibTransId="{8EEF9165-093B-45E3-ACD4-AEEC7BAA9F50}"/>
    <dgm:cxn modelId="{D69B93FC-EE90-47DF-8F96-5F1D4ED8A1AA}" srcId="{FE14CF69-10D2-4F63-84DF-406D628AEC17}" destId="{DE6281DB-AE61-4A50-9192-DD9A244C4592}" srcOrd="2" destOrd="0" parTransId="{DB8467E7-9C52-41CB-A389-F2EBEC9D38AE}" sibTransId="{D135633D-2378-42C9-9037-B5D57A9375A7}"/>
    <dgm:cxn modelId="{021D1902-4EBF-45EB-B1D1-7B8D062F77E3}" type="presParOf" srcId="{AFC1F665-C698-41AC-A4BB-222002DBC3E6}" destId="{0D0649A7-87DB-4FE6-815B-4AB5A83A583D}" srcOrd="0" destOrd="0" presId="urn:microsoft.com/office/officeart/2024/layout/HorizontalActionList"/>
    <dgm:cxn modelId="{26236027-4E45-4F59-8B3A-4DF1920A08D1}" type="presParOf" srcId="{0D0649A7-87DB-4FE6-815B-4AB5A83A583D}" destId="{54CD02C0-E05C-42D7-A35C-D446E87A7B10}" srcOrd="0" destOrd="0" presId="urn:microsoft.com/office/officeart/2024/layout/HorizontalActionList"/>
    <dgm:cxn modelId="{FD088326-4A07-4374-A11C-923B71F9D4AC}" type="presParOf" srcId="{0D0649A7-87DB-4FE6-815B-4AB5A83A583D}" destId="{1606C8F0-F016-4C4C-822A-D7A0E9802C16}" srcOrd="1" destOrd="0" presId="urn:microsoft.com/office/officeart/2024/layout/HorizontalActionList"/>
    <dgm:cxn modelId="{64754987-D2A7-42EA-940A-7708E91EC640}" type="presParOf" srcId="{AFC1F665-C698-41AC-A4BB-222002DBC3E6}" destId="{56CE9EAD-986B-46A2-AD5D-1ED4FF89C787}" srcOrd="1" destOrd="0" presId="urn:microsoft.com/office/officeart/2024/layout/HorizontalActionList"/>
    <dgm:cxn modelId="{ADF634D7-65A8-49CB-885F-52DBA76CB747}" type="presParOf" srcId="{AFC1F665-C698-41AC-A4BB-222002DBC3E6}" destId="{8DBE3610-7B32-47B8-8EF4-76B8E3E7B844}" srcOrd="2" destOrd="0" presId="urn:microsoft.com/office/officeart/2024/layout/HorizontalActionList"/>
    <dgm:cxn modelId="{9078284B-C3F5-4281-BA21-087F1F4774FB}" type="presParOf" srcId="{8DBE3610-7B32-47B8-8EF4-76B8E3E7B844}" destId="{5432C022-9A12-4FC0-80C6-85DA28BEC06E}" srcOrd="0" destOrd="0" presId="urn:microsoft.com/office/officeart/2024/layout/HorizontalActionList"/>
    <dgm:cxn modelId="{A4D23B76-F571-45B8-8FC9-00E3199F1177}" type="presParOf" srcId="{8DBE3610-7B32-47B8-8EF4-76B8E3E7B844}" destId="{B052F0C4-7365-4F49-8BB0-81A4B5BF6BA5}" srcOrd="1" destOrd="0" presId="urn:microsoft.com/office/officeart/2024/layout/HorizontalActionList"/>
    <dgm:cxn modelId="{B9EE8A3C-969A-4A04-A831-258F3856EDA9}" type="presParOf" srcId="{AFC1F665-C698-41AC-A4BB-222002DBC3E6}" destId="{FFFE2F8A-D3D2-4115-B9C1-F5B05CDB7B10}" srcOrd="3" destOrd="0" presId="urn:microsoft.com/office/officeart/2024/layout/HorizontalActionList"/>
    <dgm:cxn modelId="{02573BDA-746B-4065-B1A5-674F3944D2CB}" type="presParOf" srcId="{AFC1F665-C698-41AC-A4BB-222002DBC3E6}" destId="{76C48F50-84D2-4EF9-9E43-061329CECE21}" srcOrd="4" destOrd="0" presId="urn:microsoft.com/office/officeart/2024/layout/HorizontalActionList"/>
    <dgm:cxn modelId="{0FF13E6D-DC55-4A58-BA6D-75F2E5460FC9}" type="presParOf" srcId="{76C48F50-84D2-4EF9-9E43-061329CECE21}" destId="{893BBFD0-1EBF-4347-AF1C-147D11145887}" srcOrd="0" destOrd="0" presId="urn:microsoft.com/office/officeart/2024/layout/HorizontalActionList"/>
    <dgm:cxn modelId="{5AAA8455-9014-4B2E-BF9A-4A4C0513154A}" type="presParOf" srcId="{76C48F50-84D2-4EF9-9E43-061329CECE21}" destId="{7FF45550-BD85-4519-8DB1-8F0363888171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 custScaleX="146410" custScaleY="146410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 custScaleX="146410" custScaleY="146410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 custScaleX="146410" custScaleY="146410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 custScaleX="146410" custScaleY="146410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 custScaleX="146410" custScaleY="146410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 custScaleX="146410" custScaleY="146410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dirty="0">
            <a:ln>
              <a:noFill/>
            </a:ln>
            <a:solidFill>
              <a:schemeClr val="tx1"/>
            </a:solidFill>
          </a:endParaRP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 custScaleX="146410" custScaleY="146410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politica</a:t>
          </a: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 custScaleX="146410" custScaleY="146410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politica</a:t>
          </a: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 custScaleX="146410" custScaleY="146410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politica</a:t>
          </a: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 custScaleX="146410" custScaleY="146410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232FBA75-33E7-4CB3-8095-8453116A001B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it-IT"/>
        </a:p>
      </dgm:t>
    </dgm:pt>
    <dgm:pt modelId="{2701BA36-C608-4D96-A17C-478FB8E34053}">
      <dgm:prSet phldrT="[Testo]" phldr="0"/>
      <dgm:spPr/>
      <dgm:t>
        <a:bodyPr/>
        <a:lstStyle/>
        <a:p>
          <a:r>
            <a:rPr lang="it-IT" dirty="0"/>
            <a:t>Neutralità</a:t>
          </a:r>
        </a:p>
      </dgm:t>
    </dgm:pt>
    <dgm:pt modelId="{A2317EA4-F1C9-4E7E-A5E9-5F5D6AB44AD5}" type="parTrans" cxnId="{6C3C20F2-F925-4B6C-87DD-D6B4F91D9D1C}">
      <dgm:prSet/>
      <dgm:spPr/>
      <dgm:t>
        <a:bodyPr/>
        <a:lstStyle/>
        <a:p>
          <a:endParaRPr lang="it-IT"/>
        </a:p>
      </dgm:t>
    </dgm:pt>
    <dgm:pt modelId="{EE57DD6A-6702-4524-B975-CF52774AE180}" type="sibTrans" cxnId="{6C3C20F2-F925-4B6C-87DD-D6B4F91D9D1C}">
      <dgm:prSet/>
      <dgm:spPr/>
      <dgm:t>
        <a:bodyPr/>
        <a:lstStyle/>
        <a:p>
          <a:endParaRPr lang="it-IT"/>
        </a:p>
      </dgm:t>
    </dgm:pt>
    <dgm:pt modelId="{F02F5586-E650-4EAE-A946-631EC90DBB4D}">
      <dgm:prSet phldrT="[Testo]"/>
      <dgm:spPr/>
      <dgm:t>
        <a:bodyPr/>
        <a:lstStyle/>
        <a:p>
          <a:r>
            <a:rPr lang="it-IT" dirty="0"/>
            <a:t>1. Distribuzione equa delle risposte e rappresentazione più bilanciata</a:t>
          </a:r>
        </a:p>
      </dgm:t>
    </dgm:pt>
    <dgm:pt modelId="{88F2AA54-CC5A-438E-BB6B-7D1FD8D00C34}" type="parTrans" cxnId="{5C1757BF-2DDF-49B8-883E-2A34D3BB2EA6}">
      <dgm:prSet/>
      <dgm:spPr>
        <a:ln w="57150">
          <a:solidFill>
            <a:srgbClr val="928895"/>
          </a:solidFill>
        </a:ln>
      </dgm:spPr>
      <dgm:t>
        <a:bodyPr/>
        <a:lstStyle/>
        <a:p>
          <a:endParaRPr lang="it-IT"/>
        </a:p>
      </dgm:t>
    </dgm:pt>
    <dgm:pt modelId="{F2AB4107-2F57-4411-87AB-267652398AB2}" type="sibTrans" cxnId="{5C1757BF-2DDF-49B8-883E-2A34D3BB2EA6}">
      <dgm:prSet/>
      <dgm:spPr/>
      <dgm:t>
        <a:bodyPr/>
        <a:lstStyle/>
        <a:p>
          <a:endParaRPr lang="it-IT"/>
        </a:p>
      </dgm:t>
    </dgm:pt>
    <dgm:pt modelId="{CB857CE3-0E54-42FB-84E6-EDEB83777A0C}">
      <dgm:prSet/>
      <dgm:spPr/>
      <dgm:t>
        <a:bodyPr/>
        <a:lstStyle/>
        <a:p>
          <a:r>
            <a:rPr lang="it-IT" dirty="0"/>
            <a:t>2. Il modello non comprende, ma distribuisce le probabilità in </a:t>
          </a:r>
          <a:r>
            <a:rPr lang="it-IT"/>
            <a:t>modo uniforme</a:t>
          </a:r>
          <a:endParaRPr lang="it-IT" dirty="0"/>
        </a:p>
      </dgm:t>
    </dgm:pt>
    <dgm:pt modelId="{74F7E6B3-F7F7-4A8C-8142-124E623B85E3}" type="parTrans" cxnId="{39FB7776-6F9F-4C0D-82C6-2E0B7D83E1D1}">
      <dgm:prSet/>
      <dgm:spPr>
        <a:ln w="57150">
          <a:solidFill>
            <a:srgbClr val="928895"/>
          </a:solidFill>
        </a:ln>
      </dgm:spPr>
      <dgm:t>
        <a:bodyPr/>
        <a:lstStyle/>
        <a:p>
          <a:endParaRPr lang="it-IT"/>
        </a:p>
      </dgm:t>
    </dgm:pt>
    <dgm:pt modelId="{729D494E-1797-473F-9E0D-E25EF989F098}" type="sibTrans" cxnId="{39FB7776-6F9F-4C0D-82C6-2E0B7D83E1D1}">
      <dgm:prSet/>
      <dgm:spPr/>
      <dgm:t>
        <a:bodyPr/>
        <a:lstStyle/>
        <a:p>
          <a:endParaRPr lang="it-IT"/>
        </a:p>
      </dgm:t>
    </dgm:pt>
    <dgm:pt modelId="{50F85233-43F0-4E9E-A1C3-86DA32A1E3A6}">
      <dgm:prSet phldrT="[Testo]"/>
      <dgm:spPr/>
      <dgm:t>
        <a:bodyPr/>
        <a:lstStyle/>
        <a:p>
          <a:r>
            <a:rPr lang="it-IT" dirty="0"/>
            <a:t>Più plausibile data la bassa JSD di permutazione</a:t>
          </a:r>
        </a:p>
      </dgm:t>
    </dgm:pt>
    <dgm:pt modelId="{E9E710DF-552D-46B5-A108-D3C00C871A5F}" type="parTrans" cxnId="{DBEAC91F-1930-4C43-8799-5D7C994AD83B}">
      <dgm:prSet/>
      <dgm:spPr>
        <a:ln w="57150">
          <a:solidFill>
            <a:srgbClr val="928895"/>
          </a:solidFill>
        </a:ln>
      </dgm:spPr>
      <dgm:t>
        <a:bodyPr/>
        <a:lstStyle/>
        <a:p>
          <a:endParaRPr lang="it-IT"/>
        </a:p>
      </dgm:t>
    </dgm:pt>
    <dgm:pt modelId="{32830A76-A016-44E9-8920-4A57DFC1FB48}" type="sibTrans" cxnId="{DBEAC91F-1930-4C43-8799-5D7C994AD83B}">
      <dgm:prSet/>
      <dgm:spPr/>
      <dgm:t>
        <a:bodyPr/>
        <a:lstStyle/>
        <a:p>
          <a:endParaRPr lang="it-IT"/>
        </a:p>
      </dgm:t>
    </dgm:pt>
    <dgm:pt modelId="{A336BF66-3C79-41D0-9E90-03307B83A769}" type="pres">
      <dgm:prSet presAssocID="{232FBA75-33E7-4CB3-8095-8453116A001B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3BE2C35-B656-4118-A73F-6BF2495A0947}" type="pres">
      <dgm:prSet presAssocID="{2701BA36-C608-4D96-A17C-478FB8E34053}" presName="hierRoot1" presStyleCnt="0">
        <dgm:presLayoutVars>
          <dgm:hierBranch val="init"/>
        </dgm:presLayoutVars>
      </dgm:prSet>
      <dgm:spPr/>
    </dgm:pt>
    <dgm:pt modelId="{B9F0128B-0C3B-40F7-9587-E87F5CC5526D}" type="pres">
      <dgm:prSet presAssocID="{2701BA36-C608-4D96-A17C-478FB8E34053}" presName="rootComposite1" presStyleCnt="0"/>
      <dgm:spPr/>
    </dgm:pt>
    <dgm:pt modelId="{3A7339CA-4F80-4BC2-A9FC-4888760753C9}" type="pres">
      <dgm:prSet presAssocID="{2701BA36-C608-4D96-A17C-478FB8E34053}" presName="rootText1" presStyleLbl="alignAcc1" presStyleIdx="0" presStyleCnt="0">
        <dgm:presLayoutVars>
          <dgm:chPref val="3"/>
        </dgm:presLayoutVars>
      </dgm:prSet>
      <dgm:spPr/>
    </dgm:pt>
    <dgm:pt modelId="{0547B2BE-6E1B-4E95-8887-F3908955A7D2}" type="pres">
      <dgm:prSet presAssocID="{2701BA36-C608-4D96-A17C-478FB8E34053}" presName="topArc1" presStyleLbl="parChTrans1D1" presStyleIdx="0" presStyleCnt="8"/>
      <dgm:spPr>
        <a:ln w="57150">
          <a:solidFill>
            <a:srgbClr val="928895"/>
          </a:solidFill>
        </a:ln>
      </dgm:spPr>
    </dgm:pt>
    <dgm:pt modelId="{9ACEB12A-F989-42BF-BBC9-2C7738539061}" type="pres">
      <dgm:prSet presAssocID="{2701BA36-C608-4D96-A17C-478FB8E34053}" presName="bottomArc1" presStyleLbl="parChTrans1D1" presStyleIdx="1" presStyleCnt="8"/>
      <dgm:spPr>
        <a:ln w="57150">
          <a:solidFill>
            <a:srgbClr val="928895"/>
          </a:solidFill>
        </a:ln>
      </dgm:spPr>
    </dgm:pt>
    <dgm:pt modelId="{06B66994-386C-4814-A6A8-CCA36CC5FFA7}" type="pres">
      <dgm:prSet presAssocID="{2701BA36-C608-4D96-A17C-478FB8E34053}" presName="topConnNode1" presStyleLbl="node1" presStyleIdx="0" presStyleCnt="0"/>
      <dgm:spPr/>
    </dgm:pt>
    <dgm:pt modelId="{544600DD-FED6-463D-BDCD-4F0D8A82D043}" type="pres">
      <dgm:prSet presAssocID="{2701BA36-C608-4D96-A17C-478FB8E34053}" presName="hierChild2" presStyleCnt="0"/>
      <dgm:spPr/>
    </dgm:pt>
    <dgm:pt modelId="{5E8C5A40-C9B3-456A-8FE2-5AFEA6E85BD7}" type="pres">
      <dgm:prSet presAssocID="{88F2AA54-CC5A-438E-BB6B-7D1FD8D00C34}" presName="Name28" presStyleLbl="parChTrans1D2" presStyleIdx="0" presStyleCnt="2"/>
      <dgm:spPr/>
    </dgm:pt>
    <dgm:pt modelId="{187FB8A8-EE06-4AA3-9DC5-4EF4E3FC0218}" type="pres">
      <dgm:prSet presAssocID="{F02F5586-E650-4EAE-A946-631EC90DBB4D}" presName="hierRoot2" presStyleCnt="0">
        <dgm:presLayoutVars>
          <dgm:hierBranch/>
        </dgm:presLayoutVars>
      </dgm:prSet>
      <dgm:spPr/>
    </dgm:pt>
    <dgm:pt modelId="{E7D25970-FB40-4F79-90A3-20CDEA08090C}" type="pres">
      <dgm:prSet presAssocID="{F02F5586-E650-4EAE-A946-631EC90DBB4D}" presName="rootComposite2" presStyleCnt="0"/>
      <dgm:spPr/>
    </dgm:pt>
    <dgm:pt modelId="{4D762A01-0B60-404A-B306-95A8132B6A71}" type="pres">
      <dgm:prSet presAssocID="{F02F5586-E650-4EAE-A946-631EC90DBB4D}" presName="rootText2" presStyleLbl="alignAcc1" presStyleIdx="0" presStyleCnt="0">
        <dgm:presLayoutVars>
          <dgm:chPref val="3"/>
        </dgm:presLayoutVars>
      </dgm:prSet>
      <dgm:spPr/>
    </dgm:pt>
    <dgm:pt modelId="{952BDD9C-FFD7-4579-9B1C-E2A74B8A7A5D}" type="pres">
      <dgm:prSet presAssocID="{F02F5586-E650-4EAE-A946-631EC90DBB4D}" presName="topArc2" presStyleLbl="parChTrans1D1" presStyleIdx="2" presStyleCnt="8"/>
      <dgm:spPr>
        <a:ln w="57150">
          <a:solidFill>
            <a:srgbClr val="928895"/>
          </a:solidFill>
        </a:ln>
      </dgm:spPr>
    </dgm:pt>
    <dgm:pt modelId="{119D8382-F5C2-4982-8442-F44E24A6F9C8}" type="pres">
      <dgm:prSet presAssocID="{F02F5586-E650-4EAE-A946-631EC90DBB4D}" presName="bottomArc2" presStyleLbl="parChTrans1D1" presStyleIdx="3" presStyleCnt="8"/>
      <dgm:spPr>
        <a:ln w="57150">
          <a:solidFill>
            <a:srgbClr val="928895"/>
          </a:solidFill>
        </a:ln>
      </dgm:spPr>
    </dgm:pt>
    <dgm:pt modelId="{F7A9F513-43DF-47D6-B068-FBC645A11775}" type="pres">
      <dgm:prSet presAssocID="{F02F5586-E650-4EAE-A946-631EC90DBB4D}" presName="topConnNode2" presStyleLbl="node2" presStyleIdx="0" presStyleCnt="0"/>
      <dgm:spPr/>
    </dgm:pt>
    <dgm:pt modelId="{6DFEA355-7088-4348-AF50-BFC8DDEB39E6}" type="pres">
      <dgm:prSet presAssocID="{F02F5586-E650-4EAE-A946-631EC90DBB4D}" presName="hierChild4" presStyleCnt="0"/>
      <dgm:spPr/>
    </dgm:pt>
    <dgm:pt modelId="{E76C4DB7-171D-4016-AEEE-0B2AF2C2082F}" type="pres">
      <dgm:prSet presAssocID="{E9E710DF-552D-46B5-A108-D3C00C871A5F}" presName="Name28" presStyleLbl="parChTrans1D3" presStyleIdx="0" presStyleCnt="1"/>
      <dgm:spPr/>
    </dgm:pt>
    <dgm:pt modelId="{7E669940-906B-437F-A806-844178F9FAA6}" type="pres">
      <dgm:prSet presAssocID="{50F85233-43F0-4E9E-A1C3-86DA32A1E3A6}" presName="hierRoot2" presStyleCnt="0">
        <dgm:presLayoutVars>
          <dgm:hierBranch val="init"/>
        </dgm:presLayoutVars>
      </dgm:prSet>
      <dgm:spPr/>
    </dgm:pt>
    <dgm:pt modelId="{A39BCD03-0C7D-49C8-86E8-524877B29060}" type="pres">
      <dgm:prSet presAssocID="{50F85233-43F0-4E9E-A1C3-86DA32A1E3A6}" presName="rootComposite2" presStyleCnt="0"/>
      <dgm:spPr/>
    </dgm:pt>
    <dgm:pt modelId="{E3402CAD-30A9-491E-B9BA-0A33B8EE974C}" type="pres">
      <dgm:prSet presAssocID="{50F85233-43F0-4E9E-A1C3-86DA32A1E3A6}" presName="rootText2" presStyleLbl="alignAcc1" presStyleIdx="0" presStyleCnt="0">
        <dgm:presLayoutVars>
          <dgm:chPref val="3"/>
        </dgm:presLayoutVars>
      </dgm:prSet>
      <dgm:spPr/>
    </dgm:pt>
    <dgm:pt modelId="{D17B2A73-30A6-48F1-83D7-3A18604F67EA}" type="pres">
      <dgm:prSet presAssocID="{50F85233-43F0-4E9E-A1C3-86DA32A1E3A6}" presName="topArc2" presStyleLbl="parChTrans1D1" presStyleIdx="4" presStyleCnt="8"/>
      <dgm:spPr>
        <a:ln w="57150">
          <a:solidFill>
            <a:srgbClr val="928895"/>
          </a:solidFill>
        </a:ln>
      </dgm:spPr>
    </dgm:pt>
    <dgm:pt modelId="{53DA1728-BCB5-49F4-9A8B-5477D825EA7B}" type="pres">
      <dgm:prSet presAssocID="{50F85233-43F0-4E9E-A1C3-86DA32A1E3A6}" presName="bottomArc2" presStyleLbl="parChTrans1D1" presStyleIdx="5" presStyleCnt="8"/>
      <dgm:spPr>
        <a:ln w="57150">
          <a:solidFill>
            <a:srgbClr val="928895"/>
          </a:solidFill>
        </a:ln>
      </dgm:spPr>
    </dgm:pt>
    <dgm:pt modelId="{65EB44D1-F586-4B1E-913D-FA6CEF0C225B}" type="pres">
      <dgm:prSet presAssocID="{50F85233-43F0-4E9E-A1C3-86DA32A1E3A6}" presName="topConnNode2" presStyleLbl="node3" presStyleIdx="0" presStyleCnt="0"/>
      <dgm:spPr/>
    </dgm:pt>
    <dgm:pt modelId="{CF05CC6D-BDDF-4A5E-A90F-8A280A7475F8}" type="pres">
      <dgm:prSet presAssocID="{50F85233-43F0-4E9E-A1C3-86DA32A1E3A6}" presName="hierChild4" presStyleCnt="0"/>
      <dgm:spPr/>
    </dgm:pt>
    <dgm:pt modelId="{5CF14147-9958-4619-B36B-4AD4FFB411DA}" type="pres">
      <dgm:prSet presAssocID="{50F85233-43F0-4E9E-A1C3-86DA32A1E3A6}" presName="hierChild5" presStyleCnt="0"/>
      <dgm:spPr/>
    </dgm:pt>
    <dgm:pt modelId="{8FF3746D-D91B-4D43-BF63-6911685A7621}" type="pres">
      <dgm:prSet presAssocID="{F02F5586-E650-4EAE-A946-631EC90DBB4D}" presName="hierChild5" presStyleCnt="0"/>
      <dgm:spPr/>
    </dgm:pt>
    <dgm:pt modelId="{E0388116-A996-494B-82AE-C98C5628B013}" type="pres">
      <dgm:prSet presAssocID="{74F7E6B3-F7F7-4A8C-8142-124E623B85E3}" presName="Name28" presStyleLbl="parChTrans1D2" presStyleIdx="1" presStyleCnt="2"/>
      <dgm:spPr/>
    </dgm:pt>
    <dgm:pt modelId="{AA04586C-7011-4782-BF6C-DDA7E8D218EB}" type="pres">
      <dgm:prSet presAssocID="{CB857CE3-0E54-42FB-84E6-EDEB83777A0C}" presName="hierRoot2" presStyleCnt="0">
        <dgm:presLayoutVars>
          <dgm:hierBranch val="init"/>
        </dgm:presLayoutVars>
      </dgm:prSet>
      <dgm:spPr/>
    </dgm:pt>
    <dgm:pt modelId="{8E04BFC3-02AA-438F-8FD3-E6CD175E2551}" type="pres">
      <dgm:prSet presAssocID="{CB857CE3-0E54-42FB-84E6-EDEB83777A0C}" presName="rootComposite2" presStyleCnt="0"/>
      <dgm:spPr/>
    </dgm:pt>
    <dgm:pt modelId="{6750D5AC-7A32-4601-84D2-FF3EA567AA31}" type="pres">
      <dgm:prSet presAssocID="{CB857CE3-0E54-42FB-84E6-EDEB83777A0C}" presName="rootText2" presStyleLbl="alignAcc1" presStyleIdx="0" presStyleCnt="0">
        <dgm:presLayoutVars>
          <dgm:chPref val="3"/>
        </dgm:presLayoutVars>
      </dgm:prSet>
      <dgm:spPr/>
    </dgm:pt>
    <dgm:pt modelId="{033C1D20-8C24-4ECF-81AE-BAAD1A409979}" type="pres">
      <dgm:prSet presAssocID="{CB857CE3-0E54-42FB-84E6-EDEB83777A0C}" presName="topArc2" presStyleLbl="parChTrans1D1" presStyleIdx="6" presStyleCnt="8"/>
      <dgm:spPr>
        <a:ln w="57150">
          <a:solidFill>
            <a:srgbClr val="928895"/>
          </a:solidFill>
        </a:ln>
      </dgm:spPr>
    </dgm:pt>
    <dgm:pt modelId="{DA56F17C-6D97-461C-AF3F-EEBA2283B5BD}" type="pres">
      <dgm:prSet presAssocID="{CB857CE3-0E54-42FB-84E6-EDEB83777A0C}" presName="bottomArc2" presStyleLbl="parChTrans1D1" presStyleIdx="7" presStyleCnt="8"/>
      <dgm:spPr>
        <a:ln w="57150">
          <a:solidFill>
            <a:srgbClr val="928895"/>
          </a:solidFill>
        </a:ln>
      </dgm:spPr>
    </dgm:pt>
    <dgm:pt modelId="{C889D066-8C51-430C-9FF5-4366E017ED2E}" type="pres">
      <dgm:prSet presAssocID="{CB857CE3-0E54-42FB-84E6-EDEB83777A0C}" presName="topConnNode2" presStyleLbl="node2" presStyleIdx="0" presStyleCnt="0"/>
      <dgm:spPr/>
    </dgm:pt>
    <dgm:pt modelId="{4B294201-B9E1-42FF-8605-AF4FAAB49928}" type="pres">
      <dgm:prSet presAssocID="{CB857CE3-0E54-42FB-84E6-EDEB83777A0C}" presName="hierChild4" presStyleCnt="0"/>
      <dgm:spPr/>
    </dgm:pt>
    <dgm:pt modelId="{0C5D6BF6-1A7D-4222-BF5A-1C75D3A57179}" type="pres">
      <dgm:prSet presAssocID="{CB857CE3-0E54-42FB-84E6-EDEB83777A0C}" presName="hierChild5" presStyleCnt="0"/>
      <dgm:spPr/>
    </dgm:pt>
    <dgm:pt modelId="{03796585-1F9E-4FA9-8991-B5124A138F69}" type="pres">
      <dgm:prSet presAssocID="{2701BA36-C608-4D96-A17C-478FB8E34053}" presName="hierChild3" presStyleCnt="0"/>
      <dgm:spPr/>
    </dgm:pt>
  </dgm:ptLst>
  <dgm:cxnLst>
    <dgm:cxn modelId="{CA24DC12-E59C-42C9-8DBC-785DA187146B}" type="presOf" srcId="{E9E710DF-552D-46B5-A108-D3C00C871A5F}" destId="{E76C4DB7-171D-4016-AEEE-0B2AF2C2082F}" srcOrd="0" destOrd="0" presId="urn:microsoft.com/office/officeart/2008/layout/HalfCircleOrganizationChart"/>
    <dgm:cxn modelId="{FB1F7C14-F335-46AB-AC8E-2D54DC9EEBC0}" type="presOf" srcId="{2701BA36-C608-4D96-A17C-478FB8E34053}" destId="{3A7339CA-4F80-4BC2-A9FC-4888760753C9}" srcOrd="0" destOrd="0" presId="urn:microsoft.com/office/officeart/2008/layout/HalfCircleOrganizationChart"/>
    <dgm:cxn modelId="{D62DDF17-BC56-4340-B894-09D4046B55D3}" type="presOf" srcId="{F02F5586-E650-4EAE-A946-631EC90DBB4D}" destId="{4D762A01-0B60-404A-B306-95A8132B6A71}" srcOrd="0" destOrd="0" presId="urn:microsoft.com/office/officeart/2008/layout/HalfCircleOrganizationChart"/>
    <dgm:cxn modelId="{DBEAC91F-1930-4C43-8799-5D7C994AD83B}" srcId="{F02F5586-E650-4EAE-A946-631EC90DBB4D}" destId="{50F85233-43F0-4E9E-A1C3-86DA32A1E3A6}" srcOrd="0" destOrd="0" parTransId="{E9E710DF-552D-46B5-A108-D3C00C871A5F}" sibTransId="{32830A76-A016-44E9-8920-4A57DFC1FB48}"/>
    <dgm:cxn modelId="{0316CF5F-46D9-420A-8C57-CC0E3F06BEBF}" type="presOf" srcId="{74F7E6B3-F7F7-4A8C-8142-124E623B85E3}" destId="{E0388116-A996-494B-82AE-C98C5628B013}" srcOrd="0" destOrd="0" presId="urn:microsoft.com/office/officeart/2008/layout/HalfCircleOrganizationChart"/>
    <dgm:cxn modelId="{9D904568-557F-4DD9-A3E6-15CC7184E8F1}" type="presOf" srcId="{88F2AA54-CC5A-438E-BB6B-7D1FD8D00C34}" destId="{5E8C5A40-C9B3-456A-8FE2-5AFEA6E85BD7}" srcOrd="0" destOrd="0" presId="urn:microsoft.com/office/officeart/2008/layout/HalfCircleOrganizationChart"/>
    <dgm:cxn modelId="{6EB49C49-E2C0-4A60-BC4E-C4BEA945C535}" type="presOf" srcId="{50F85233-43F0-4E9E-A1C3-86DA32A1E3A6}" destId="{65EB44D1-F586-4B1E-913D-FA6CEF0C225B}" srcOrd="1" destOrd="0" presId="urn:microsoft.com/office/officeart/2008/layout/HalfCircleOrganizationChart"/>
    <dgm:cxn modelId="{39FB7776-6F9F-4C0D-82C6-2E0B7D83E1D1}" srcId="{2701BA36-C608-4D96-A17C-478FB8E34053}" destId="{CB857CE3-0E54-42FB-84E6-EDEB83777A0C}" srcOrd="1" destOrd="0" parTransId="{74F7E6B3-F7F7-4A8C-8142-124E623B85E3}" sibTransId="{729D494E-1797-473F-9E0D-E25EF989F098}"/>
    <dgm:cxn modelId="{63F84B81-3B17-4D1B-AB27-1BB16AD6F613}" type="presOf" srcId="{CB857CE3-0E54-42FB-84E6-EDEB83777A0C}" destId="{6750D5AC-7A32-4601-84D2-FF3EA567AA31}" srcOrd="0" destOrd="0" presId="urn:microsoft.com/office/officeart/2008/layout/HalfCircleOrganizationChart"/>
    <dgm:cxn modelId="{686C0A8A-480C-48E9-95CA-28C0FA50043E}" type="presOf" srcId="{50F85233-43F0-4E9E-A1C3-86DA32A1E3A6}" destId="{E3402CAD-30A9-491E-B9BA-0A33B8EE974C}" srcOrd="0" destOrd="0" presId="urn:microsoft.com/office/officeart/2008/layout/HalfCircleOrganizationChart"/>
    <dgm:cxn modelId="{351B088B-CE66-435D-A20C-08F87A99AA00}" type="presOf" srcId="{F02F5586-E650-4EAE-A946-631EC90DBB4D}" destId="{F7A9F513-43DF-47D6-B068-FBC645A11775}" srcOrd="1" destOrd="0" presId="urn:microsoft.com/office/officeart/2008/layout/HalfCircleOrganizationChart"/>
    <dgm:cxn modelId="{E0229296-A5D2-42DA-99CE-FAB3387EB995}" type="presOf" srcId="{2701BA36-C608-4D96-A17C-478FB8E34053}" destId="{06B66994-386C-4814-A6A8-CCA36CC5FFA7}" srcOrd="1" destOrd="0" presId="urn:microsoft.com/office/officeart/2008/layout/HalfCircleOrganizationChart"/>
    <dgm:cxn modelId="{541033BB-C081-46FC-B1CA-E1D763FE5C43}" type="presOf" srcId="{232FBA75-33E7-4CB3-8095-8453116A001B}" destId="{A336BF66-3C79-41D0-9E90-03307B83A769}" srcOrd="0" destOrd="0" presId="urn:microsoft.com/office/officeart/2008/layout/HalfCircleOrganizationChart"/>
    <dgm:cxn modelId="{5C1757BF-2DDF-49B8-883E-2A34D3BB2EA6}" srcId="{2701BA36-C608-4D96-A17C-478FB8E34053}" destId="{F02F5586-E650-4EAE-A946-631EC90DBB4D}" srcOrd="0" destOrd="0" parTransId="{88F2AA54-CC5A-438E-BB6B-7D1FD8D00C34}" sibTransId="{F2AB4107-2F57-4411-87AB-267652398AB2}"/>
    <dgm:cxn modelId="{9A24BEC8-4D37-47DD-9D6E-5005B21A2C67}" type="presOf" srcId="{CB857CE3-0E54-42FB-84E6-EDEB83777A0C}" destId="{C889D066-8C51-430C-9FF5-4366E017ED2E}" srcOrd="1" destOrd="0" presId="urn:microsoft.com/office/officeart/2008/layout/HalfCircleOrganizationChart"/>
    <dgm:cxn modelId="{6C3C20F2-F925-4B6C-87DD-D6B4F91D9D1C}" srcId="{232FBA75-33E7-4CB3-8095-8453116A001B}" destId="{2701BA36-C608-4D96-A17C-478FB8E34053}" srcOrd="0" destOrd="0" parTransId="{A2317EA4-F1C9-4E7E-A5E9-5F5D6AB44AD5}" sibTransId="{EE57DD6A-6702-4524-B975-CF52774AE180}"/>
    <dgm:cxn modelId="{6749CFF9-FE45-4784-81C2-9F4419189EA1}" type="presParOf" srcId="{A336BF66-3C79-41D0-9E90-03307B83A769}" destId="{D3BE2C35-B656-4118-A73F-6BF2495A0947}" srcOrd="0" destOrd="0" presId="urn:microsoft.com/office/officeart/2008/layout/HalfCircleOrganizationChart"/>
    <dgm:cxn modelId="{518ED8F2-646F-4D58-B1F7-917902ABB9C9}" type="presParOf" srcId="{D3BE2C35-B656-4118-A73F-6BF2495A0947}" destId="{B9F0128B-0C3B-40F7-9587-E87F5CC5526D}" srcOrd="0" destOrd="0" presId="urn:microsoft.com/office/officeart/2008/layout/HalfCircleOrganizationChart"/>
    <dgm:cxn modelId="{50A1240F-2BBE-48B4-919B-FCEB599C0357}" type="presParOf" srcId="{B9F0128B-0C3B-40F7-9587-E87F5CC5526D}" destId="{3A7339CA-4F80-4BC2-A9FC-4888760753C9}" srcOrd="0" destOrd="0" presId="urn:microsoft.com/office/officeart/2008/layout/HalfCircleOrganizationChart"/>
    <dgm:cxn modelId="{CEEBEA64-559A-45E3-B8C0-1ED40301C47E}" type="presParOf" srcId="{B9F0128B-0C3B-40F7-9587-E87F5CC5526D}" destId="{0547B2BE-6E1B-4E95-8887-F3908955A7D2}" srcOrd="1" destOrd="0" presId="urn:microsoft.com/office/officeart/2008/layout/HalfCircleOrganizationChart"/>
    <dgm:cxn modelId="{008E4BC8-0F11-4D6E-969B-9C6C4FE7A2C7}" type="presParOf" srcId="{B9F0128B-0C3B-40F7-9587-E87F5CC5526D}" destId="{9ACEB12A-F989-42BF-BBC9-2C7738539061}" srcOrd="2" destOrd="0" presId="urn:microsoft.com/office/officeart/2008/layout/HalfCircleOrganizationChart"/>
    <dgm:cxn modelId="{57D1F4E7-6549-4A91-A81D-74CB01240403}" type="presParOf" srcId="{B9F0128B-0C3B-40F7-9587-E87F5CC5526D}" destId="{06B66994-386C-4814-A6A8-CCA36CC5FFA7}" srcOrd="3" destOrd="0" presId="urn:microsoft.com/office/officeart/2008/layout/HalfCircleOrganizationChart"/>
    <dgm:cxn modelId="{03980454-78A1-402C-8D32-A580CD5D1142}" type="presParOf" srcId="{D3BE2C35-B656-4118-A73F-6BF2495A0947}" destId="{544600DD-FED6-463D-BDCD-4F0D8A82D043}" srcOrd="1" destOrd="0" presId="urn:microsoft.com/office/officeart/2008/layout/HalfCircleOrganizationChart"/>
    <dgm:cxn modelId="{2CA53569-9F9B-4EED-B36A-6A3AA69D05CC}" type="presParOf" srcId="{544600DD-FED6-463D-BDCD-4F0D8A82D043}" destId="{5E8C5A40-C9B3-456A-8FE2-5AFEA6E85BD7}" srcOrd="0" destOrd="0" presId="urn:microsoft.com/office/officeart/2008/layout/HalfCircleOrganizationChart"/>
    <dgm:cxn modelId="{599E5F4E-FCA4-4A1A-8532-EA3000EE22E8}" type="presParOf" srcId="{544600DD-FED6-463D-BDCD-4F0D8A82D043}" destId="{187FB8A8-EE06-4AA3-9DC5-4EF4E3FC0218}" srcOrd="1" destOrd="0" presId="urn:microsoft.com/office/officeart/2008/layout/HalfCircleOrganizationChart"/>
    <dgm:cxn modelId="{1C23672C-539A-4B30-9B40-465910B868FC}" type="presParOf" srcId="{187FB8A8-EE06-4AA3-9DC5-4EF4E3FC0218}" destId="{E7D25970-FB40-4F79-90A3-20CDEA08090C}" srcOrd="0" destOrd="0" presId="urn:microsoft.com/office/officeart/2008/layout/HalfCircleOrganizationChart"/>
    <dgm:cxn modelId="{983E3254-2069-43E0-A223-17AD9791B66D}" type="presParOf" srcId="{E7D25970-FB40-4F79-90A3-20CDEA08090C}" destId="{4D762A01-0B60-404A-B306-95A8132B6A71}" srcOrd="0" destOrd="0" presId="urn:microsoft.com/office/officeart/2008/layout/HalfCircleOrganizationChart"/>
    <dgm:cxn modelId="{4FDFFD14-F2F1-4F05-99A4-CE9522C44D54}" type="presParOf" srcId="{E7D25970-FB40-4F79-90A3-20CDEA08090C}" destId="{952BDD9C-FFD7-4579-9B1C-E2A74B8A7A5D}" srcOrd="1" destOrd="0" presId="urn:microsoft.com/office/officeart/2008/layout/HalfCircleOrganizationChart"/>
    <dgm:cxn modelId="{DE4694E2-080A-4B52-8FDB-085E500E0136}" type="presParOf" srcId="{E7D25970-FB40-4F79-90A3-20CDEA08090C}" destId="{119D8382-F5C2-4982-8442-F44E24A6F9C8}" srcOrd="2" destOrd="0" presId="urn:microsoft.com/office/officeart/2008/layout/HalfCircleOrganizationChart"/>
    <dgm:cxn modelId="{1A33325A-C8AB-4C11-9804-9AA45596B82C}" type="presParOf" srcId="{E7D25970-FB40-4F79-90A3-20CDEA08090C}" destId="{F7A9F513-43DF-47D6-B068-FBC645A11775}" srcOrd="3" destOrd="0" presId="urn:microsoft.com/office/officeart/2008/layout/HalfCircleOrganizationChart"/>
    <dgm:cxn modelId="{9078F18A-3C39-4DD3-9445-0002B1C2D0A7}" type="presParOf" srcId="{187FB8A8-EE06-4AA3-9DC5-4EF4E3FC0218}" destId="{6DFEA355-7088-4348-AF50-BFC8DDEB39E6}" srcOrd="1" destOrd="0" presId="urn:microsoft.com/office/officeart/2008/layout/HalfCircleOrganizationChart"/>
    <dgm:cxn modelId="{F27EB44C-A627-43E7-A445-DB58AD6E5345}" type="presParOf" srcId="{6DFEA355-7088-4348-AF50-BFC8DDEB39E6}" destId="{E76C4DB7-171D-4016-AEEE-0B2AF2C2082F}" srcOrd="0" destOrd="0" presId="urn:microsoft.com/office/officeart/2008/layout/HalfCircleOrganizationChart"/>
    <dgm:cxn modelId="{BA6FBE4E-625A-4B77-9720-26F78DE76541}" type="presParOf" srcId="{6DFEA355-7088-4348-AF50-BFC8DDEB39E6}" destId="{7E669940-906B-437F-A806-844178F9FAA6}" srcOrd="1" destOrd="0" presId="urn:microsoft.com/office/officeart/2008/layout/HalfCircleOrganizationChart"/>
    <dgm:cxn modelId="{9FB943BB-B04A-4A85-A050-510E6D0690E3}" type="presParOf" srcId="{7E669940-906B-437F-A806-844178F9FAA6}" destId="{A39BCD03-0C7D-49C8-86E8-524877B29060}" srcOrd="0" destOrd="0" presId="urn:microsoft.com/office/officeart/2008/layout/HalfCircleOrganizationChart"/>
    <dgm:cxn modelId="{D2A5E308-CB8B-48ED-9FB3-8533727352DF}" type="presParOf" srcId="{A39BCD03-0C7D-49C8-86E8-524877B29060}" destId="{E3402CAD-30A9-491E-B9BA-0A33B8EE974C}" srcOrd="0" destOrd="0" presId="urn:microsoft.com/office/officeart/2008/layout/HalfCircleOrganizationChart"/>
    <dgm:cxn modelId="{97ACE926-9F9B-43BE-A915-649186DCEBF9}" type="presParOf" srcId="{A39BCD03-0C7D-49C8-86E8-524877B29060}" destId="{D17B2A73-30A6-48F1-83D7-3A18604F67EA}" srcOrd="1" destOrd="0" presId="urn:microsoft.com/office/officeart/2008/layout/HalfCircleOrganizationChart"/>
    <dgm:cxn modelId="{1BED12CA-9801-4E6C-B7D6-C64622E5ADA4}" type="presParOf" srcId="{A39BCD03-0C7D-49C8-86E8-524877B29060}" destId="{53DA1728-BCB5-49F4-9A8B-5477D825EA7B}" srcOrd="2" destOrd="0" presId="urn:microsoft.com/office/officeart/2008/layout/HalfCircleOrganizationChart"/>
    <dgm:cxn modelId="{B57E4349-E21C-4F15-9A93-B0472D89F104}" type="presParOf" srcId="{A39BCD03-0C7D-49C8-86E8-524877B29060}" destId="{65EB44D1-F586-4B1E-913D-FA6CEF0C225B}" srcOrd="3" destOrd="0" presId="urn:microsoft.com/office/officeart/2008/layout/HalfCircleOrganizationChart"/>
    <dgm:cxn modelId="{2465D818-C54D-4C6A-80F2-375EE12310DC}" type="presParOf" srcId="{7E669940-906B-437F-A806-844178F9FAA6}" destId="{CF05CC6D-BDDF-4A5E-A90F-8A280A7475F8}" srcOrd="1" destOrd="0" presId="urn:microsoft.com/office/officeart/2008/layout/HalfCircleOrganizationChart"/>
    <dgm:cxn modelId="{0F34887F-D261-443D-9AFD-2BD5C321B5A1}" type="presParOf" srcId="{7E669940-906B-437F-A806-844178F9FAA6}" destId="{5CF14147-9958-4619-B36B-4AD4FFB411DA}" srcOrd="2" destOrd="0" presId="urn:microsoft.com/office/officeart/2008/layout/HalfCircleOrganizationChart"/>
    <dgm:cxn modelId="{E97144A6-D245-41E2-AC4C-5C01E623C8BC}" type="presParOf" srcId="{187FB8A8-EE06-4AA3-9DC5-4EF4E3FC0218}" destId="{8FF3746D-D91B-4D43-BF63-6911685A7621}" srcOrd="2" destOrd="0" presId="urn:microsoft.com/office/officeart/2008/layout/HalfCircleOrganizationChart"/>
    <dgm:cxn modelId="{8F0A50A1-9936-4931-A93D-C8BF1AF8EB1F}" type="presParOf" srcId="{544600DD-FED6-463D-BDCD-4F0D8A82D043}" destId="{E0388116-A996-494B-82AE-C98C5628B013}" srcOrd="2" destOrd="0" presId="urn:microsoft.com/office/officeart/2008/layout/HalfCircleOrganizationChart"/>
    <dgm:cxn modelId="{F01F085F-D8B3-4E81-AE22-107D894FCE7D}" type="presParOf" srcId="{544600DD-FED6-463D-BDCD-4F0D8A82D043}" destId="{AA04586C-7011-4782-BF6C-DDA7E8D218EB}" srcOrd="3" destOrd="0" presId="urn:microsoft.com/office/officeart/2008/layout/HalfCircleOrganizationChart"/>
    <dgm:cxn modelId="{CA8208FD-4FBF-4AE9-98FA-C6B8F5F52335}" type="presParOf" srcId="{AA04586C-7011-4782-BF6C-DDA7E8D218EB}" destId="{8E04BFC3-02AA-438F-8FD3-E6CD175E2551}" srcOrd="0" destOrd="0" presId="urn:microsoft.com/office/officeart/2008/layout/HalfCircleOrganizationChart"/>
    <dgm:cxn modelId="{7B8E851A-CDAD-4F2F-9722-CF32C081AD8E}" type="presParOf" srcId="{8E04BFC3-02AA-438F-8FD3-E6CD175E2551}" destId="{6750D5AC-7A32-4601-84D2-FF3EA567AA31}" srcOrd="0" destOrd="0" presId="urn:microsoft.com/office/officeart/2008/layout/HalfCircleOrganizationChart"/>
    <dgm:cxn modelId="{D596D9B6-5194-4D3B-80C0-053805692C95}" type="presParOf" srcId="{8E04BFC3-02AA-438F-8FD3-E6CD175E2551}" destId="{033C1D20-8C24-4ECF-81AE-BAAD1A409979}" srcOrd="1" destOrd="0" presId="urn:microsoft.com/office/officeart/2008/layout/HalfCircleOrganizationChart"/>
    <dgm:cxn modelId="{13FBE06E-060B-4C3D-AB7D-6124BAA4D7E5}" type="presParOf" srcId="{8E04BFC3-02AA-438F-8FD3-E6CD175E2551}" destId="{DA56F17C-6D97-461C-AF3F-EEBA2283B5BD}" srcOrd="2" destOrd="0" presId="urn:microsoft.com/office/officeart/2008/layout/HalfCircleOrganizationChart"/>
    <dgm:cxn modelId="{5EFAD4C0-BD21-49E2-881F-502345B4AFC8}" type="presParOf" srcId="{8E04BFC3-02AA-438F-8FD3-E6CD175E2551}" destId="{C889D066-8C51-430C-9FF5-4366E017ED2E}" srcOrd="3" destOrd="0" presId="urn:microsoft.com/office/officeart/2008/layout/HalfCircleOrganizationChart"/>
    <dgm:cxn modelId="{87D05A5B-12B6-4A9B-8BCB-825790A80A94}" type="presParOf" srcId="{AA04586C-7011-4782-BF6C-DDA7E8D218EB}" destId="{4B294201-B9E1-42FF-8605-AF4FAAB49928}" srcOrd="1" destOrd="0" presId="urn:microsoft.com/office/officeart/2008/layout/HalfCircleOrganizationChart"/>
    <dgm:cxn modelId="{B30E91D0-DE55-434C-9151-52C99FD244DF}" type="presParOf" srcId="{AA04586C-7011-4782-BF6C-DDA7E8D218EB}" destId="{0C5D6BF6-1A7D-4222-BF5A-1C75D3A57179}" srcOrd="2" destOrd="0" presId="urn:microsoft.com/office/officeart/2008/layout/HalfCircleOrganizationChart"/>
    <dgm:cxn modelId="{7D24497D-1415-4C7D-A397-F4AFE1CB39B0}" type="presParOf" srcId="{D3BE2C35-B656-4118-A73F-6BF2495A0947}" destId="{03796585-1F9E-4FA9-8991-B5124A138F69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politica</a:t>
          </a: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 custScaleX="146410" custScaleY="146410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7A48C609-448A-43F2-8CE9-72F803D8A3EC}" type="doc">
      <dgm:prSet loTypeId="urn:microsoft.com/office/officeart/2008/layout/LinedList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C2B9F4A8-79BE-446F-8550-8895498DF96F}">
      <dgm:prSet custT="1"/>
      <dgm:spPr/>
      <dgm:t>
        <a:bodyPr/>
        <a:lstStyle/>
        <a:p>
          <a:pPr algn="r"/>
          <a:r>
            <a:rPr lang="it-IT" sz="1800" dirty="0"/>
            <a:t>Ogni macro-area si mappa lungo due </a:t>
          </a:r>
          <a:r>
            <a:rPr lang="it-IT" sz="1800" b="1" dirty="0"/>
            <a:t>assi indipendenti</a:t>
          </a:r>
        </a:p>
      </dgm:t>
    </dgm:pt>
    <dgm:pt modelId="{800613D6-BD9F-4E61-9696-7D3465374E98}" type="parTrans" cxnId="{D4F4B19D-B368-4D68-93B1-2C23E0028027}">
      <dgm:prSet/>
      <dgm:spPr/>
      <dgm:t>
        <a:bodyPr/>
        <a:lstStyle/>
        <a:p>
          <a:endParaRPr lang="it-IT" sz="1800"/>
        </a:p>
      </dgm:t>
    </dgm:pt>
    <dgm:pt modelId="{98D87E37-356D-4C73-9313-35B3D5F3EF0A}" type="sibTrans" cxnId="{D4F4B19D-B368-4D68-93B1-2C23E0028027}">
      <dgm:prSet/>
      <dgm:spPr/>
      <dgm:t>
        <a:bodyPr/>
        <a:lstStyle/>
        <a:p>
          <a:endParaRPr lang="it-IT" sz="1800"/>
        </a:p>
      </dgm:t>
    </dgm:pt>
    <dgm:pt modelId="{1E80BCE1-3F68-4EDA-8BA7-8758535673A9}">
      <dgm:prSet custT="1"/>
      <dgm:spPr/>
      <dgm:t>
        <a:bodyPr/>
        <a:lstStyle/>
        <a:p>
          <a:r>
            <a:rPr lang="it-IT" sz="1800" b="1" dirty="0"/>
            <a:t>Economico (sinistra/destra)</a:t>
          </a:r>
          <a:r>
            <a:rPr lang="it-IT" sz="1800" dirty="0"/>
            <a:t>: misura le opinioni sulla regolamentazione del mercato, tasse e intervento statale;</a:t>
          </a:r>
        </a:p>
      </dgm:t>
    </dgm:pt>
    <dgm:pt modelId="{50A278A3-85E0-4076-8B9F-A9C666548614}" type="parTrans" cxnId="{BB311857-F5EF-4BCB-B50F-D87B9343D49A}">
      <dgm:prSet/>
      <dgm:spPr/>
      <dgm:t>
        <a:bodyPr/>
        <a:lstStyle/>
        <a:p>
          <a:endParaRPr lang="it-IT" sz="1800"/>
        </a:p>
      </dgm:t>
    </dgm:pt>
    <dgm:pt modelId="{45AB640F-D124-4D5E-8FA3-90393A9B1677}" type="sibTrans" cxnId="{BB311857-F5EF-4BCB-B50F-D87B9343D49A}">
      <dgm:prSet/>
      <dgm:spPr/>
      <dgm:t>
        <a:bodyPr/>
        <a:lstStyle/>
        <a:p>
          <a:endParaRPr lang="it-IT" sz="1800"/>
        </a:p>
      </dgm:t>
    </dgm:pt>
    <dgm:pt modelId="{5E279FB6-D426-4348-A37B-DE2E15F0AEA0}">
      <dgm:prSet custT="1"/>
      <dgm:spPr/>
      <dgm:t>
        <a:bodyPr/>
        <a:lstStyle/>
        <a:p>
          <a:r>
            <a:rPr lang="it-IT" sz="1800" b="1" dirty="0"/>
            <a:t>Asse sociale (autoritario/libertario)</a:t>
          </a:r>
          <a:r>
            <a:rPr lang="it-IT" sz="1800" dirty="0"/>
            <a:t>: misura le opinioni su libertà civili, diritti individuali e autorità.</a:t>
          </a:r>
        </a:p>
      </dgm:t>
    </dgm:pt>
    <dgm:pt modelId="{46446886-E4D8-46A8-B09A-72EC20D327E6}" type="parTrans" cxnId="{A63F2336-D815-41E7-8D38-209D726D42E2}">
      <dgm:prSet/>
      <dgm:spPr/>
      <dgm:t>
        <a:bodyPr/>
        <a:lstStyle/>
        <a:p>
          <a:endParaRPr lang="it-IT" sz="1800"/>
        </a:p>
      </dgm:t>
    </dgm:pt>
    <dgm:pt modelId="{9F6C2500-16CC-45AA-8842-3E1C177E6DAB}" type="sibTrans" cxnId="{A63F2336-D815-41E7-8D38-209D726D42E2}">
      <dgm:prSet/>
      <dgm:spPr/>
      <dgm:t>
        <a:bodyPr/>
        <a:lstStyle/>
        <a:p>
          <a:endParaRPr lang="it-IT" sz="1800"/>
        </a:p>
      </dgm:t>
    </dgm:pt>
    <dgm:pt modelId="{9F5DC49B-A2EC-4F24-B251-A1586B3C3004}" type="pres">
      <dgm:prSet presAssocID="{7A48C609-448A-43F2-8CE9-72F803D8A3EC}" presName="vert0" presStyleCnt="0">
        <dgm:presLayoutVars>
          <dgm:dir/>
          <dgm:animOne val="branch"/>
          <dgm:animLvl val="lvl"/>
        </dgm:presLayoutVars>
      </dgm:prSet>
      <dgm:spPr/>
    </dgm:pt>
    <dgm:pt modelId="{E3D9C311-DC21-4480-B44F-D476061AAE1B}" type="pres">
      <dgm:prSet presAssocID="{C2B9F4A8-79BE-446F-8550-8895498DF96F}" presName="thickLine" presStyleLbl="alignNode1" presStyleIdx="0" presStyleCnt="1"/>
      <dgm:spPr/>
    </dgm:pt>
    <dgm:pt modelId="{4877348D-65C7-4E76-B03C-420FDC567B93}" type="pres">
      <dgm:prSet presAssocID="{C2B9F4A8-79BE-446F-8550-8895498DF96F}" presName="horz1" presStyleCnt="0"/>
      <dgm:spPr/>
    </dgm:pt>
    <dgm:pt modelId="{53F89C8D-AF69-4372-94D3-2715C611B6D5}" type="pres">
      <dgm:prSet presAssocID="{C2B9F4A8-79BE-446F-8550-8895498DF96F}" presName="tx1" presStyleLbl="revTx" presStyleIdx="0" presStyleCnt="3" custScaleX="110000"/>
      <dgm:spPr/>
    </dgm:pt>
    <dgm:pt modelId="{87C9464F-2AAE-4491-860D-2CE325A60494}" type="pres">
      <dgm:prSet presAssocID="{C2B9F4A8-79BE-446F-8550-8895498DF96F}" presName="vert1" presStyleCnt="0"/>
      <dgm:spPr/>
    </dgm:pt>
    <dgm:pt modelId="{1481CF9E-3049-4322-B425-F220F42528B6}" type="pres">
      <dgm:prSet presAssocID="{1E80BCE1-3F68-4EDA-8BA7-8758535673A9}" presName="vertSpace2a" presStyleCnt="0"/>
      <dgm:spPr/>
    </dgm:pt>
    <dgm:pt modelId="{C0E658F2-1AA2-47FF-ADF6-A1F35E8DA03B}" type="pres">
      <dgm:prSet presAssocID="{1E80BCE1-3F68-4EDA-8BA7-8758535673A9}" presName="horz2" presStyleCnt="0"/>
      <dgm:spPr/>
    </dgm:pt>
    <dgm:pt modelId="{1FC294B4-EE72-4B35-80D4-38B165E82E91}" type="pres">
      <dgm:prSet presAssocID="{1E80BCE1-3F68-4EDA-8BA7-8758535673A9}" presName="horzSpace2" presStyleCnt="0"/>
      <dgm:spPr/>
    </dgm:pt>
    <dgm:pt modelId="{9EF9F28D-ADFC-4458-AB94-6FAAE5519351}" type="pres">
      <dgm:prSet presAssocID="{1E80BCE1-3F68-4EDA-8BA7-8758535673A9}" presName="tx2" presStyleLbl="revTx" presStyleIdx="1" presStyleCnt="3"/>
      <dgm:spPr/>
    </dgm:pt>
    <dgm:pt modelId="{CA60A31D-4B36-4D26-BAF6-6B998E047DB1}" type="pres">
      <dgm:prSet presAssocID="{1E80BCE1-3F68-4EDA-8BA7-8758535673A9}" presName="vert2" presStyleCnt="0"/>
      <dgm:spPr/>
    </dgm:pt>
    <dgm:pt modelId="{5274AA5E-A5CB-44AC-BCA3-35438E3D297F}" type="pres">
      <dgm:prSet presAssocID="{1E80BCE1-3F68-4EDA-8BA7-8758535673A9}" presName="thinLine2b" presStyleLbl="callout" presStyleIdx="0" presStyleCnt="2"/>
      <dgm:spPr/>
    </dgm:pt>
    <dgm:pt modelId="{224319A6-518E-4530-840E-B9DC166AD4E4}" type="pres">
      <dgm:prSet presAssocID="{1E80BCE1-3F68-4EDA-8BA7-8758535673A9}" presName="vertSpace2b" presStyleCnt="0"/>
      <dgm:spPr/>
    </dgm:pt>
    <dgm:pt modelId="{1A8443F7-2FC3-4C6D-892D-894D285BF5E6}" type="pres">
      <dgm:prSet presAssocID="{5E279FB6-D426-4348-A37B-DE2E15F0AEA0}" presName="horz2" presStyleCnt="0"/>
      <dgm:spPr/>
    </dgm:pt>
    <dgm:pt modelId="{05FE20AC-C55E-42CB-ADB0-8EADFD2A3029}" type="pres">
      <dgm:prSet presAssocID="{5E279FB6-D426-4348-A37B-DE2E15F0AEA0}" presName="horzSpace2" presStyleCnt="0"/>
      <dgm:spPr/>
    </dgm:pt>
    <dgm:pt modelId="{14EA486F-3F23-45A1-8C26-E7F038E0047B}" type="pres">
      <dgm:prSet presAssocID="{5E279FB6-D426-4348-A37B-DE2E15F0AEA0}" presName="tx2" presStyleLbl="revTx" presStyleIdx="2" presStyleCnt="3"/>
      <dgm:spPr/>
    </dgm:pt>
    <dgm:pt modelId="{DA32331B-7399-416F-9875-81CABB48ABD5}" type="pres">
      <dgm:prSet presAssocID="{5E279FB6-D426-4348-A37B-DE2E15F0AEA0}" presName="vert2" presStyleCnt="0"/>
      <dgm:spPr/>
    </dgm:pt>
    <dgm:pt modelId="{E8A5562B-A18B-4842-8BC2-53DB9B3A57B0}" type="pres">
      <dgm:prSet presAssocID="{5E279FB6-D426-4348-A37B-DE2E15F0AEA0}" presName="thinLine2b" presStyleLbl="callout" presStyleIdx="1" presStyleCnt="2"/>
      <dgm:spPr/>
    </dgm:pt>
    <dgm:pt modelId="{8F17591F-5F4A-4B46-8534-FAB3E156E827}" type="pres">
      <dgm:prSet presAssocID="{5E279FB6-D426-4348-A37B-DE2E15F0AEA0}" presName="vertSpace2b" presStyleCnt="0"/>
      <dgm:spPr/>
    </dgm:pt>
  </dgm:ptLst>
  <dgm:cxnLst>
    <dgm:cxn modelId="{A63F2336-D815-41E7-8D38-209D726D42E2}" srcId="{C2B9F4A8-79BE-446F-8550-8895498DF96F}" destId="{5E279FB6-D426-4348-A37B-DE2E15F0AEA0}" srcOrd="1" destOrd="0" parTransId="{46446886-E4D8-46A8-B09A-72EC20D327E6}" sibTransId="{9F6C2500-16CC-45AA-8842-3E1C177E6DAB}"/>
    <dgm:cxn modelId="{9FDDB843-876D-43FA-8CD0-66257702B4FA}" type="presOf" srcId="{C2B9F4A8-79BE-446F-8550-8895498DF96F}" destId="{53F89C8D-AF69-4372-94D3-2715C611B6D5}" srcOrd="0" destOrd="0" presId="urn:microsoft.com/office/officeart/2008/layout/LinedList"/>
    <dgm:cxn modelId="{DC1CFA70-7249-417E-8645-BA6F91FBD722}" type="presOf" srcId="{1E80BCE1-3F68-4EDA-8BA7-8758535673A9}" destId="{9EF9F28D-ADFC-4458-AB94-6FAAE5519351}" srcOrd="0" destOrd="0" presId="urn:microsoft.com/office/officeart/2008/layout/LinedList"/>
    <dgm:cxn modelId="{D0F24C71-BBB4-40CE-8F04-640D49BC94E9}" type="presOf" srcId="{5E279FB6-D426-4348-A37B-DE2E15F0AEA0}" destId="{14EA486F-3F23-45A1-8C26-E7F038E0047B}" srcOrd="0" destOrd="0" presId="urn:microsoft.com/office/officeart/2008/layout/LinedList"/>
    <dgm:cxn modelId="{D7BD3954-DABC-4F9B-8934-42441BACA7F4}" type="presOf" srcId="{7A48C609-448A-43F2-8CE9-72F803D8A3EC}" destId="{9F5DC49B-A2EC-4F24-B251-A1586B3C3004}" srcOrd="0" destOrd="0" presId="urn:microsoft.com/office/officeart/2008/layout/LinedList"/>
    <dgm:cxn modelId="{BB311857-F5EF-4BCB-B50F-D87B9343D49A}" srcId="{C2B9F4A8-79BE-446F-8550-8895498DF96F}" destId="{1E80BCE1-3F68-4EDA-8BA7-8758535673A9}" srcOrd="0" destOrd="0" parTransId="{50A278A3-85E0-4076-8B9F-A9C666548614}" sibTransId="{45AB640F-D124-4D5E-8FA3-90393A9B1677}"/>
    <dgm:cxn modelId="{D4F4B19D-B368-4D68-93B1-2C23E0028027}" srcId="{7A48C609-448A-43F2-8CE9-72F803D8A3EC}" destId="{C2B9F4A8-79BE-446F-8550-8895498DF96F}" srcOrd="0" destOrd="0" parTransId="{800613D6-BD9F-4E61-9696-7D3465374E98}" sibTransId="{98D87E37-356D-4C73-9313-35B3D5F3EF0A}"/>
    <dgm:cxn modelId="{6CED6701-2048-4109-85D7-EA6490A03DF4}" type="presParOf" srcId="{9F5DC49B-A2EC-4F24-B251-A1586B3C3004}" destId="{E3D9C311-DC21-4480-B44F-D476061AAE1B}" srcOrd="0" destOrd="0" presId="urn:microsoft.com/office/officeart/2008/layout/LinedList"/>
    <dgm:cxn modelId="{192EC0A7-65D6-4134-94A3-36F3EE52D758}" type="presParOf" srcId="{9F5DC49B-A2EC-4F24-B251-A1586B3C3004}" destId="{4877348D-65C7-4E76-B03C-420FDC567B93}" srcOrd="1" destOrd="0" presId="urn:microsoft.com/office/officeart/2008/layout/LinedList"/>
    <dgm:cxn modelId="{F8A7FFF7-4881-445B-BD4F-5E32440BE8CD}" type="presParOf" srcId="{4877348D-65C7-4E76-B03C-420FDC567B93}" destId="{53F89C8D-AF69-4372-94D3-2715C611B6D5}" srcOrd="0" destOrd="0" presId="urn:microsoft.com/office/officeart/2008/layout/LinedList"/>
    <dgm:cxn modelId="{87644549-8CA1-49B4-81DE-3E4C129D73C3}" type="presParOf" srcId="{4877348D-65C7-4E76-B03C-420FDC567B93}" destId="{87C9464F-2AAE-4491-860D-2CE325A60494}" srcOrd="1" destOrd="0" presId="urn:microsoft.com/office/officeart/2008/layout/LinedList"/>
    <dgm:cxn modelId="{9652A98D-C346-48E2-BE0A-4035689FC7E9}" type="presParOf" srcId="{87C9464F-2AAE-4491-860D-2CE325A60494}" destId="{1481CF9E-3049-4322-B425-F220F42528B6}" srcOrd="0" destOrd="0" presId="urn:microsoft.com/office/officeart/2008/layout/LinedList"/>
    <dgm:cxn modelId="{808B1AC0-0A49-4463-B338-41230B06A857}" type="presParOf" srcId="{87C9464F-2AAE-4491-860D-2CE325A60494}" destId="{C0E658F2-1AA2-47FF-ADF6-A1F35E8DA03B}" srcOrd="1" destOrd="0" presId="urn:microsoft.com/office/officeart/2008/layout/LinedList"/>
    <dgm:cxn modelId="{44A99C23-9CFE-4556-931A-853ABF192654}" type="presParOf" srcId="{C0E658F2-1AA2-47FF-ADF6-A1F35E8DA03B}" destId="{1FC294B4-EE72-4B35-80D4-38B165E82E91}" srcOrd="0" destOrd="0" presId="urn:microsoft.com/office/officeart/2008/layout/LinedList"/>
    <dgm:cxn modelId="{9CCC6CB6-3217-4F00-ACC3-A1D2A98D3804}" type="presParOf" srcId="{C0E658F2-1AA2-47FF-ADF6-A1F35E8DA03B}" destId="{9EF9F28D-ADFC-4458-AB94-6FAAE5519351}" srcOrd="1" destOrd="0" presId="urn:microsoft.com/office/officeart/2008/layout/LinedList"/>
    <dgm:cxn modelId="{01E49BC5-7D10-4D66-82DC-C64F55D64378}" type="presParOf" srcId="{C0E658F2-1AA2-47FF-ADF6-A1F35E8DA03B}" destId="{CA60A31D-4B36-4D26-BAF6-6B998E047DB1}" srcOrd="2" destOrd="0" presId="urn:microsoft.com/office/officeart/2008/layout/LinedList"/>
    <dgm:cxn modelId="{B74CB34D-F7DA-4876-88F8-B44C7237772B}" type="presParOf" srcId="{87C9464F-2AAE-4491-860D-2CE325A60494}" destId="{5274AA5E-A5CB-44AC-BCA3-35438E3D297F}" srcOrd="2" destOrd="0" presId="urn:microsoft.com/office/officeart/2008/layout/LinedList"/>
    <dgm:cxn modelId="{5CC2BCF3-2B5E-40C3-BED3-1EC17798E11A}" type="presParOf" srcId="{87C9464F-2AAE-4491-860D-2CE325A60494}" destId="{224319A6-518E-4530-840E-B9DC166AD4E4}" srcOrd="3" destOrd="0" presId="urn:microsoft.com/office/officeart/2008/layout/LinedList"/>
    <dgm:cxn modelId="{5FCD0773-5F1D-4FE7-B3C1-959280DB1651}" type="presParOf" srcId="{87C9464F-2AAE-4491-860D-2CE325A60494}" destId="{1A8443F7-2FC3-4C6D-892D-894D285BF5E6}" srcOrd="4" destOrd="0" presId="urn:microsoft.com/office/officeart/2008/layout/LinedList"/>
    <dgm:cxn modelId="{6C87727E-CD96-4D6B-B913-5632679C9747}" type="presParOf" srcId="{1A8443F7-2FC3-4C6D-892D-894D285BF5E6}" destId="{05FE20AC-C55E-42CB-ADB0-8EADFD2A3029}" srcOrd="0" destOrd="0" presId="urn:microsoft.com/office/officeart/2008/layout/LinedList"/>
    <dgm:cxn modelId="{A05FEF8E-59D1-41EB-99F1-620E05DA3B53}" type="presParOf" srcId="{1A8443F7-2FC3-4C6D-892D-894D285BF5E6}" destId="{14EA486F-3F23-45A1-8C26-E7F038E0047B}" srcOrd="1" destOrd="0" presId="urn:microsoft.com/office/officeart/2008/layout/LinedList"/>
    <dgm:cxn modelId="{40A99AEE-0DCB-4609-8D7C-836F566223E1}" type="presParOf" srcId="{1A8443F7-2FC3-4C6D-892D-894D285BF5E6}" destId="{DA32331B-7399-416F-9875-81CABB48ABD5}" srcOrd="2" destOrd="0" presId="urn:microsoft.com/office/officeart/2008/layout/LinedList"/>
    <dgm:cxn modelId="{C14CF5CA-2A12-4FB8-97BB-5B6C021BA37C}" type="presParOf" srcId="{87C9464F-2AAE-4491-860D-2CE325A60494}" destId="{E8A5562B-A18B-4842-8BC2-53DB9B3A57B0}" srcOrd="5" destOrd="0" presId="urn:microsoft.com/office/officeart/2008/layout/LinedList"/>
    <dgm:cxn modelId="{D4CB2F9E-C529-4846-8644-46C710490CFC}" type="presParOf" srcId="{87C9464F-2AAE-4491-860D-2CE325A60494}" destId="{8F17591F-5F4A-4B46-8534-FAB3E156E827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5FF5770C-487C-471F-ABC0-3A8D09FB9A43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0F08D2C5-526A-451E-A829-A7CB8A457D3B}">
      <dgm:prSet custT="1"/>
      <dgm:spPr/>
      <dgm:t>
        <a:bodyPr/>
        <a:lstStyle/>
        <a:p>
          <a:pPr algn="r"/>
          <a:r>
            <a:rPr lang="it-IT" sz="1800" dirty="0"/>
            <a:t>Le </a:t>
          </a:r>
          <a:r>
            <a:rPr lang="it-IT" sz="1800" b="1" dirty="0"/>
            <a:t>coordinate </a:t>
          </a:r>
          <a:r>
            <a:rPr lang="it-IT" sz="1800" dirty="0"/>
            <a:t>derivano dalla </a:t>
          </a:r>
          <a:r>
            <a:rPr lang="it-IT" sz="1800" b="1" dirty="0"/>
            <a:t>vicinanza statistica </a:t>
          </a:r>
          <a:r>
            <a:rPr lang="it-IT" sz="1800" dirty="0"/>
            <a:t>del modello ai gruppi umani di riferimento. Si calcola il delta tra le WD.</a:t>
          </a:r>
        </a:p>
      </dgm:t>
    </dgm:pt>
    <dgm:pt modelId="{06158835-3426-447A-9349-24D02ADA3F57}" type="parTrans" cxnId="{493C79D6-EF4A-49CB-B1A3-F22D69634726}">
      <dgm:prSet/>
      <dgm:spPr/>
      <dgm:t>
        <a:bodyPr/>
        <a:lstStyle/>
        <a:p>
          <a:endParaRPr lang="it-IT" sz="1800"/>
        </a:p>
      </dgm:t>
    </dgm:pt>
    <dgm:pt modelId="{AFBC52C2-8CD4-45FF-A781-17DCF83FCE77}" type="sibTrans" cxnId="{493C79D6-EF4A-49CB-B1A3-F22D69634726}">
      <dgm:prSet/>
      <dgm:spPr/>
      <dgm:t>
        <a:bodyPr/>
        <a:lstStyle/>
        <a:p>
          <a:endParaRPr lang="it-IT" sz="1800"/>
        </a:p>
      </dgm:t>
    </dgm:pt>
    <mc:AlternateContent xmlns:mc="http://schemas.openxmlformats.org/markup-compatibility/2006" xmlns:a14="http://schemas.microsoft.com/office/drawing/2010/main">
      <mc:Choice Requires="a14">
        <dgm:pt modelId="{BDDE5A75-F2D1-49CE-8740-9EE46EF18E8A}">
          <dgm:prSet custT="1"/>
          <dgm:spPr/>
          <dgm:t>
            <a:bodyPr/>
            <a:lstStyle/>
            <a:p>
              <a:pPr algn="l"/>
              <a:r>
                <a:rPr lang="it-IT" sz="1800" b="1" dirty="0"/>
                <a:t>Asse X (orientamento politico)</a:t>
              </a:r>
              <a:r>
                <a:rPr lang="it-IT" sz="1800" dirty="0"/>
                <a:t> </a:t>
              </a:r>
            </a:p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𝑟𝑒𝑝𝑢𝑏𝑏𝑙𝑖𝑐𝑎𝑛𝑖</m:t>
                        </m:r>
                      </m:sub>
                    </m:sSub>
                    <m:r>
                      <a:rPr lang="it-IT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𝑑𝑒𝑚𝑜𝑐𝑟𝑎𝑡𝑖𝑐𝑖</m:t>
                        </m:r>
                      </m:sub>
                    </m:sSub>
                    <m:r>
                      <a:rPr lang="it-IT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m:oMathPara>
              </a14:m>
              <a:endParaRPr lang="it-IT" sz="1800" dirty="0"/>
            </a:p>
          </dgm:t>
        </dgm:pt>
      </mc:Choice>
      <mc:Fallback xmlns="">
        <dgm:pt modelId="{BDDE5A75-F2D1-49CE-8740-9EE46EF18E8A}">
          <dgm:prSet custT="1"/>
          <dgm:spPr/>
          <dgm:t>
            <a:bodyPr/>
            <a:lstStyle/>
            <a:p>
              <a:pPr algn="l"/>
              <a:r>
                <a:rPr lang="it-IT" sz="1800" b="1" dirty="0"/>
                <a:t>Asse X (orientamento politico)</a:t>
              </a:r>
              <a:r>
                <a:rPr lang="it-IT" sz="1800" dirty="0"/>
                <a:t> </a:t>
              </a:r>
            </a:p>
            <a:p>
              <a:pPr algn="l"/>
              <a:r>
                <a:rPr lang="it-IT" sz="1800" i="0">
                  <a:latin typeface="Cambria Math" panose="02040503050406030204" pitchFamily="18" charset="0"/>
                </a:rPr>
                <a:t>𝑊𝐷_𝑟𝑒𝑝𝑢𝑏𝑏𝑙𝑖𝑐𝑎𝑛𝑖−𝑊𝐷_𝑑𝑒𝑚𝑜𝑐𝑟𝑎𝑡𝑖𝑐𝑖</a:t>
              </a:r>
              <a:r>
                <a:rPr lang="it-IT" sz="1800" b="0" i="0">
                  <a:latin typeface="Cambria Math" panose="02040503050406030204" pitchFamily="18" charset="0"/>
                </a:rPr>
                <a:t>  </a:t>
              </a:r>
              <a:endParaRPr lang="it-IT" sz="1800" dirty="0"/>
            </a:p>
          </dgm:t>
        </dgm:pt>
      </mc:Fallback>
    </mc:AlternateContent>
    <dgm:pt modelId="{658FB3F5-D2AA-4469-A2C3-40F3F4DF643A}" type="parTrans" cxnId="{EC197296-C010-4FC1-BD6E-C99466AFB6A9}">
      <dgm:prSet/>
      <dgm:spPr/>
      <dgm:t>
        <a:bodyPr/>
        <a:lstStyle/>
        <a:p>
          <a:endParaRPr lang="it-IT" sz="1800"/>
        </a:p>
      </dgm:t>
    </dgm:pt>
    <dgm:pt modelId="{EC8D16A3-8739-4B02-B4BB-87736CB69FBF}" type="sibTrans" cxnId="{EC197296-C010-4FC1-BD6E-C99466AFB6A9}">
      <dgm:prSet/>
      <dgm:spPr/>
      <dgm:t>
        <a:bodyPr/>
        <a:lstStyle/>
        <a:p>
          <a:endParaRPr lang="it-IT" sz="1800"/>
        </a:p>
      </dgm:t>
    </dgm:pt>
    <mc:AlternateContent xmlns:mc="http://schemas.openxmlformats.org/markup-compatibility/2006" xmlns:a14="http://schemas.microsoft.com/office/drawing/2010/main">
      <mc:Choice Requires="a14">
        <dgm:pt modelId="{57283DFA-0ED0-4A26-95F6-E3BFFE4C0175}">
          <dgm:prSet custT="1"/>
          <dgm:spPr/>
          <dgm:t>
            <a:bodyPr/>
            <a:lstStyle/>
            <a:p>
              <a:pPr algn="l"/>
              <a:r>
                <a:rPr lang="it-IT" sz="1800" b="1" dirty="0"/>
                <a:t>Asse Y (orientamento ideologico)</a:t>
              </a:r>
              <a:r>
                <a:rPr lang="it-IT" sz="1800" dirty="0"/>
                <a:t> </a:t>
              </a:r>
            </a:p>
            <a:p>
              <a:pPr algn="l"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it-IT" sz="18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𝑐𝑜𝑛𝑠𝑒𝑟𝑣𝑎𝑡𝑜𝑟𝑖</m:t>
                        </m:r>
                      </m:sub>
                    </m:sSub>
                    <m:r>
                      <a:rPr lang="it-IT" sz="1800" i="1">
                        <a:latin typeface="Cambria Math" panose="02040503050406030204" pitchFamily="18" charset="0"/>
                      </a:rPr>
                      <m:t>–</m:t>
                    </m:r>
                    <m:r>
                      <a:rPr lang="it-IT" sz="1800" i="1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𝑙𝑖𝑏𝑒𝑟𝑎𝑙𝑖</m:t>
                        </m:r>
                      </m:sub>
                    </m:sSub>
                  </m:oMath>
                </m:oMathPara>
              </a14:m>
              <a:endParaRPr lang="it-IT" sz="1800" dirty="0"/>
            </a:p>
          </dgm:t>
        </dgm:pt>
      </mc:Choice>
      <mc:Fallback xmlns="">
        <dgm:pt modelId="{57283DFA-0ED0-4A26-95F6-E3BFFE4C0175}">
          <dgm:prSet custT="1"/>
          <dgm:spPr/>
          <dgm:t>
            <a:bodyPr/>
            <a:lstStyle/>
            <a:p>
              <a:pPr algn="l"/>
              <a:r>
                <a:rPr lang="it-IT" sz="1800" b="1" dirty="0"/>
                <a:t>Asse Y (orientamento ideologico)</a:t>
              </a:r>
              <a:r>
                <a:rPr lang="it-IT" sz="1800" dirty="0"/>
                <a:t> </a:t>
              </a:r>
            </a:p>
            <a:p>
              <a:pPr algn="l"/>
              <a:r>
                <a:rPr lang="it-IT" sz="1800" i="0">
                  <a:latin typeface="Cambria Math" panose="02040503050406030204" pitchFamily="18" charset="0"/>
                </a:rPr>
                <a:t>𝑊𝐷_𝑐𝑜𝑛𝑠𝑒𝑟𝑣𝑎𝑡𝑜𝑟𝑖–𝑊𝐷_𝑙𝑖𝑏𝑒𝑟𝑎𝑙𝑖</a:t>
              </a:r>
              <a:endParaRPr lang="it-IT" sz="1800" dirty="0"/>
            </a:p>
          </dgm:t>
        </dgm:pt>
      </mc:Fallback>
    </mc:AlternateContent>
    <dgm:pt modelId="{B2DA49E4-D5F2-49A3-9727-4E8A193564B5}" type="parTrans" cxnId="{FD4CC650-CDCA-438E-A833-9735462B5D6C}">
      <dgm:prSet/>
      <dgm:spPr/>
      <dgm:t>
        <a:bodyPr/>
        <a:lstStyle/>
        <a:p>
          <a:endParaRPr lang="it-IT" sz="1800"/>
        </a:p>
      </dgm:t>
    </dgm:pt>
    <dgm:pt modelId="{678141E7-8DFA-40D5-86F1-21AF0AFE8B1A}" type="sibTrans" cxnId="{FD4CC650-CDCA-438E-A833-9735462B5D6C}">
      <dgm:prSet/>
      <dgm:spPr/>
      <dgm:t>
        <a:bodyPr/>
        <a:lstStyle/>
        <a:p>
          <a:endParaRPr lang="it-IT" sz="1800"/>
        </a:p>
      </dgm:t>
    </dgm:pt>
    <dgm:pt modelId="{D34F3715-68F4-4A85-A6E2-3DAF51F153DA}" type="pres">
      <dgm:prSet presAssocID="{5FF5770C-487C-471F-ABC0-3A8D09FB9A43}" presName="vert0" presStyleCnt="0">
        <dgm:presLayoutVars>
          <dgm:dir/>
          <dgm:animOne val="branch"/>
          <dgm:animLvl val="lvl"/>
        </dgm:presLayoutVars>
      </dgm:prSet>
      <dgm:spPr/>
    </dgm:pt>
    <dgm:pt modelId="{F4D2EC1E-425E-421E-97A7-A59EDFFA88AA}" type="pres">
      <dgm:prSet presAssocID="{0F08D2C5-526A-451E-A829-A7CB8A457D3B}" presName="thickLine" presStyleLbl="alignNode1" presStyleIdx="0" presStyleCnt="1"/>
      <dgm:spPr/>
    </dgm:pt>
    <dgm:pt modelId="{4DFD940B-09B0-41D8-A8AC-BD784888D7CD}" type="pres">
      <dgm:prSet presAssocID="{0F08D2C5-526A-451E-A829-A7CB8A457D3B}" presName="horz1" presStyleCnt="0"/>
      <dgm:spPr/>
    </dgm:pt>
    <dgm:pt modelId="{AA4821DE-4E8C-495F-9F7F-EA764E1ACDA7}" type="pres">
      <dgm:prSet presAssocID="{0F08D2C5-526A-451E-A829-A7CB8A457D3B}" presName="tx1" presStyleLbl="revTx" presStyleIdx="0" presStyleCnt="3" custScaleX="194872"/>
      <dgm:spPr/>
    </dgm:pt>
    <dgm:pt modelId="{BE5605B1-9BE6-46F0-95DD-0E6FA4BBF124}" type="pres">
      <dgm:prSet presAssocID="{0F08D2C5-526A-451E-A829-A7CB8A457D3B}" presName="vert1" presStyleCnt="0"/>
      <dgm:spPr/>
    </dgm:pt>
    <dgm:pt modelId="{6B144288-7F16-42A4-985D-6D03D43D053D}" type="pres">
      <dgm:prSet presAssocID="{BDDE5A75-F2D1-49CE-8740-9EE46EF18E8A}" presName="vertSpace2a" presStyleCnt="0"/>
      <dgm:spPr/>
    </dgm:pt>
    <dgm:pt modelId="{FF6C9FDA-AA5E-48B4-9A0D-59EDCBA8A49A}" type="pres">
      <dgm:prSet presAssocID="{BDDE5A75-F2D1-49CE-8740-9EE46EF18E8A}" presName="horz2" presStyleCnt="0"/>
      <dgm:spPr/>
    </dgm:pt>
    <dgm:pt modelId="{E161E49F-CBF8-40D0-9ADE-F0A561F3A451}" type="pres">
      <dgm:prSet presAssocID="{BDDE5A75-F2D1-49CE-8740-9EE46EF18E8A}" presName="horzSpace2" presStyleCnt="0"/>
      <dgm:spPr/>
    </dgm:pt>
    <dgm:pt modelId="{EBD9FA33-6E8C-4D3E-B32E-ED9D45A0B8FE}" type="pres">
      <dgm:prSet presAssocID="{BDDE5A75-F2D1-49CE-8740-9EE46EF18E8A}" presName="tx2" presStyleLbl="revTx" presStyleIdx="1" presStyleCnt="3" custScaleX="82645" custScaleY="82645"/>
      <dgm:spPr/>
    </dgm:pt>
    <dgm:pt modelId="{D42B124C-ED86-41E7-87CC-15FC6CF0FED7}" type="pres">
      <dgm:prSet presAssocID="{BDDE5A75-F2D1-49CE-8740-9EE46EF18E8A}" presName="vert2" presStyleCnt="0"/>
      <dgm:spPr/>
    </dgm:pt>
    <dgm:pt modelId="{3112F860-1A11-40B6-B224-90B4694FB01C}" type="pres">
      <dgm:prSet presAssocID="{BDDE5A75-F2D1-49CE-8740-9EE46EF18E8A}" presName="thinLine2b" presStyleLbl="callout" presStyleIdx="0" presStyleCnt="2"/>
      <dgm:spPr/>
    </dgm:pt>
    <dgm:pt modelId="{6B31F35C-63B0-4F02-AA35-ED85BBBF0263}" type="pres">
      <dgm:prSet presAssocID="{BDDE5A75-F2D1-49CE-8740-9EE46EF18E8A}" presName="vertSpace2b" presStyleCnt="0"/>
      <dgm:spPr/>
    </dgm:pt>
    <dgm:pt modelId="{F8DFF3D1-D827-4A7D-BED3-8CAD3BF569F0}" type="pres">
      <dgm:prSet presAssocID="{57283DFA-0ED0-4A26-95F6-E3BFFE4C0175}" presName="horz2" presStyleCnt="0"/>
      <dgm:spPr/>
    </dgm:pt>
    <dgm:pt modelId="{BB6B30E1-25EF-44A7-9CA5-233105496DA7}" type="pres">
      <dgm:prSet presAssocID="{57283DFA-0ED0-4A26-95F6-E3BFFE4C0175}" presName="horzSpace2" presStyleCnt="0"/>
      <dgm:spPr/>
    </dgm:pt>
    <dgm:pt modelId="{F574DAFF-B127-4EE9-B77A-329524F2DC60}" type="pres">
      <dgm:prSet presAssocID="{57283DFA-0ED0-4A26-95F6-E3BFFE4C0175}" presName="tx2" presStyleLbl="revTx" presStyleIdx="2" presStyleCnt="3"/>
      <dgm:spPr/>
    </dgm:pt>
    <dgm:pt modelId="{0AB8B978-2C99-4B56-BF03-65F61BB43403}" type="pres">
      <dgm:prSet presAssocID="{57283DFA-0ED0-4A26-95F6-E3BFFE4C0175}" presName="vert2" presStyleCnt="0"/>
      <dgm:spPr/>
    </dgm:pt>
    <dgm:pt modelId="{FD1C2693-AF96-41A7-BF73-7908ED81F96D}" type="pres">
      <dgm:prSet presAssocID="{57283DFA-0ED0-4A26-95F6-E3BFFE4C0175}" presName="thinLine2b" presStyleLbl="callout" presStyleIdx="1" presStyleCnt="2"/>
      <dgm:spPr/>
    </dgm:pt>
    <dgm:pt modelId="{E5039825-E01C-4D94-B737-382F8E5B9C28}" type="pres">
      <dgm:prSet presAssocID="{57283DFA-0ED0-4A26-95F6-E3BFFE4C0175}" presName="vertSpace2b" presStyleCnt="0"/>
      <dgm:spPr/>
    </dgm:pt>
  </dgm:ptLst>
  <dgm:cxnLst>
    <dgm:cxn modelId="{44AA601A-A05E-4686-B8DC-A55D477E3101}" type="presOf" srcId="{57283DFA-0ED0-4A26-95F6-E3BFFE4C0175}" destId="{F574DAFF-B127-4EE9-B77A-329524F2DC60}" srcOrd="0" destOrd="0" presId="urn:microsoft.com/office/officeart/2008/layout/LinedList"/>
    <dgm:cxn modelId="{FD4CC650-CDCA-438E-A833-9735462B5D6C}" srcId="{0F08D2C5-526A-451E-A829-A7CB8A457D3B}" destId="{57283DFA-0ED0-4A26-95F6-E3BFFE4C0175}" srcOrd="1" destOrd="0" parTransId="{B2DA49E4-D5F2-49A3-9727-4E8A193564B5}" sibTransId="{678141E7-8DFA-40D5-86F1-21AF0AFE8B1A}"/>
    <dgm:cxn modelId="{5D2E3988-AC4C-4A6D-AB1A-8FC29EB4D4D7}" type="presOf" srcId="{5FF5770C-487C-471F-ABC0-3A8D09FB9A43}" destId="{D34F3715-68F4-4A85-A6E2-3DAF51F153DA}" srcOrd="0" destOrd="0" presId="urn:microsoft.com/office/officeart/2008/layout/LinedList"/>
    <dgm:cxn modelId="{EC197296-C010-4FC1-BD6E-C99466AFB6A9}" srcId="{0F08D2C5-526A-451E-A829-A7CB8A457D3B}" destId="{BDDE5A75-F2D1-49CE-8740-9EE46EF18E8A}" srcOrd="0" destOrd="0" parTransId="{658FB3F5-D2AA-4469-A2C3-40F3F4DF643A}" sibTransId="{EC8D16A3-8739-4B02-B4BB-87736CB69FBF}"/>
    <dgm:cxn modelId="{B4734CC7-71BF-4449-B1A0-80F3D9009021}" type="presOf" srcId="{BDDE5A75-F2D1-49CE-8740-9EE46EF18E8A}" destId="{EBD9FA33-6E8C-4D3E-B32E-ED9D45A0B8FE}" srcOrd="0" destOrd="0" presId="urn:microsoft.com/office/officeart/2008/layout/LinedList"/>
    <dgm:cxn modelId="{493C79D6-EF4A-49CB-B1A3-F22D69634726}" srcId="{5FF5770C-487C-471F-ABC0-3A8D09FB9A43}" destId="{0F08D2C5-526A-451E-A829-A7CB8A457D3B}" srcOrd="0" destOrd="0" parTransId="{06158835-3426-447A-9349-24D02ADA3F57}" sibTransId="{AFBC52C2-8CD4-45FF-A781-17DCF83FCE77}"/>
    <dgm:cxn modelId="{11104DEC-EB9A-4774-83F9-2ACE227F6F02}" type="presOf" srcId="{0F08D2C5-526A-451E-A829-A7CB8A457D3B}" destId="{AA4821DE-4E8C-495F-9F7F-EA764E1ACDA7}" srcOrd="0" destOrd="0" presId="urn:microsoft.com/office/officeart/2008/layout/LinedList"/>
    <dgm:cxn modelId="{67D39076-ADB2-48AB-80C2-B03C1951B4F8}" type="presParOf" srcId="{D34F3715-68F4-4A85-A6E2-3DAF51F153DA}" destId="{F4D2EC1E-425E-421E-97A7-A59EDFFA88AA}" srcOrd="0" destOrd="0" presId="urn:microsoft.com/office/officeart/2008/layout/LinedList"/>
    <dgm:cxn modelId="{A8C8096B-61D9-4E3B-B7DF-E82F24FF0D27}" type="presParOf" srcId="{D34F3715-68F4-4A85-A6E2-3DAF51F153DA}" destId="{4DFD940B-09B0-41D8-A8AC-BD784888D7CD}" srcOrd="1" destOrd="0" presId="urn:microsoft.com/office/officeart/2008/layout/LinedList"/>
    <dgm:cxn modelId="{6A231EE0-FAA6-4A83-9909-D661D96EA44F}" type="presParOf" srcId="{4DFD940B-09B0-41D8-A8AC-BD784888D7CD}" destId="{AA4821DE-4E8C-495F-9F7F-EA764E1ACDA7}" srcOrd="0" destOrd="0" presId="urn:microsoft.com/office/officeart/2008/layout/LinedList"/>
    <dgm:cxn modelId="{D480AD9E-AC37-47D7-8DC5-E266D442BD7D}" type="presParOf" srcId="{4DFD940B-09B0-41D8-A8AC-BD784888D7CD}" destId="{BE5605B1-9BE6-46F0-95DD-0E6FA4BBF124}" srcOrd="1" destOrd="0" presId="urn:microsoft.com/office/officeart/2008/layout/LinedList"/>
    <dgm:cxn modelId="{2A1EE531-7B8C-4484-81D1-EAC7D73BC49D}" type="presParOf" srcId="{BE5605B1-9BE6-46F0-95DD-0E6FA4BBF124}" destId="{6B144288-7F16-42A4-985D-6D03D43D053D}" srcOrd="0" destOrd="0" presId="urn:microsoft.com/office/officeart/2008/layout/LinedList"/>
    <dgm:cxn modelId="{3AFA448C-8520-47D3-B196-2596A79CEF1F}" type="presParOf" srcId="{BE5605B1-9BE6-46F0-95DD-0E6FA4BBF124}" destId="{FF6C9FDA-AA5E-48B4-9A0D-59EDCBA8A49A}" srcOrd="1" destOrd="0" presId="urn:microsoft.com/office/officeart/2008/layout/LinedList"/>
    <dgm:cxn modelId="{474A0218-1DB8-4AD7-8271-8052832FBBAE}" type="presParOf" srcId="{FF6C9FDA-AA5E-48B4-9A0D-59EDCBA8A49A}" destId="{E161E49F-CBF8-40D0-9ADE-F0A561F3A451}" srcOrd="0" destOrd="0" presId="urn:microsoft.com/office/officeart/2008/layout/LinedList"/>
    <dgm:cxn modelId="{9C981EB5-82D4-4B9E-95B1-8C18DD9C2A8D}" type="presParOf" srcId="{FF6C9FDA-AA5E-48B4-9A0D-59EDCBA8A49A}" destId="{EBD9FA33-6E8C-4D3E-B32E-ED9D45A0B8FE}" srcOrd="1" destOrd="0" presId="urn:microsoft.com/office/officeart/2008/layout/LinedList"/>
    <dgm:cxn modelId="{03031D82-41E3-49FC-9BF9-4BA6B55D6920}" type="presParOf" srcId="{FF6C9FDA-AA5E-48B4-9A0D-59EDCBA8A49A}" destId="{D42B124C-ED86-41E7-87CC-15FC6CF0FED7}" srcOrd="2" destOrd="0" presId="urn:microsoft.com/office/officeart/2008/layout/LinedList"/>
    <dgm:cxn modelId="{0C35C756-C530-4668-8BEC-B3B57B530070}" type="presParOf" srcId="{BE5605B1-9BE6-46F0-95DD-0E6FA4BBF124}" destId="{3112F860-1A11-40B6-B224-90B4694FB01C}" srcOrd="2" destOrd="0" presId="urn:microsoft.com/office/officeart/2008/layout/LinedList"/>
    <dgm:cxn modelId="{0AFD8E42-6EA5-4DDA-8732-6E41031DD2FE}" type="presParOf" srcId="{BE5605B1-9BE6-46F0-95DD-0E6FA4BBF124}" destId="{6B31F35C-63B0-4F02-AA35-ED85BBBF0263}" srcOrd="3" destOrd="0" presId="urn:microsoft.com/office/officeart/2008/layout/LinedList"/>
    <dgm:cxn modelId="{1C0A040F-8968-4765-825F-8D31B9BF905C}" type="presParOf" srcId="{BE5605B1-9BE6-46F0-95DD-0E6FA4BBF124}" destId="{F8DFF3D1-D827-4A7D-BED3-8CAD3BF569F0}" srcOrd="4" destOrd="0" presId="urn:microsoft.com/office/officeart/2008/layout/LinedList"/>
    <dgm:cxn modelId="{EB233980-0772-4A8F-9EC7-3987943B84F4}" type="presParOf" srcId="{F8DFF3D1-D827-4A7D-BED3-8CAD3BF569F0}" destId="{BB6B30E1-25EF-44A7-9CA5-233105496DA7}" srcOrd="0" destOrd="0" presId="urn:microsoft.com/office/officeart/2008/layout/LinedList"/>
    <dgm:cxn modelId="{10DEF84F-75E1-4B2F-ABAF-6E926B36D9D5}" type="presParOf" srcId="{F8DFF3D1-D827-4A7D-BED3-8CAD3BF569F0}" destId="{F574DAFF-B127-4EE9-B77A-329524F2DC60}" srcOrd="1" destOrd="0" presId="urn:microsoft.com/office/officeart/2008/layout/LinedList"/>
    <dgm:cxn modelId="{A03977AB-8284-4F9D-ABF1-B9C732E23B5F}" type="presParOf" srcId="{F8DFF3D1-D827-4A7D-BED3-8CAD3BF569F0}" destId="{0AB8B978-2C99-4B56-BF03-65F61BB43403}" srcOrd="2" destOrd="0" presId="urn:microsoft.com/office/officeart/2008/layout/LinedList"/>
    <dgm:cxn modelId="{E13B297B-DB72-45AC-A0D6-F550924FC88B}" type="presParOf" srcId="{BE5605B1-9BE6-46F0-95DD-0E6FA4BBF124}" destId="{FD1C2693-AF96-41A7-BF73-7908ED81F96D}" srcOrd="5" destOrd="0" presId="urn:microsoft.com/office/officeart/2008/layout/LinedList"/>
    <dgm:cxn modelId="{9AE43304-3950-49EA-9508-D881E2F12943}" type="presParOf" srcId="{BE5605B1-9BE6-46F0-95DD-0E6FA4BBF124}" destId="{E5039825-E01C-4D94-B737-382F8E5B9C2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CE1EB405-1AAE-4DF8-89CD-158EC54C5FF4}" type="doc">
      <dgm:prSet loTypeId="urn:microsoft.com/office/officeart/2005/8/layout/process2" loCatId="process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it-IT"/>
        </a:p>
      </dgm:t>
    </dgm:pt>
    <dgm:pt modelId="{2D1777ED-3458-4AC8-82B6-C4070AB5CE5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gm:t>
    </dgm:pt>
    <dgm:pt modelId="{665BBBB6-498A-48CF-A776-9CB555DE3087}" type="parTrans" cxnId="{6E5020A8-F6B8-4776-8139-D6D5A400B478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7BAF73B5-1F31-446B-8F43-F788FAD98276}" type="sibTrans" cxnId="{6E5020A8-F6B8-4776-8139-D6D5A400B478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E6B0D62-BDC8-4A92-8EFD-29C179650E0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r>
            <a:rPr lang="it-IT" sz="1500" b="1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-testo</a:t>
          </a:r>
        </a:p>
      </dgm:t>
    </dgm:pt>
    <dgm:pt modelId="{1EBF8358-4A24-4DA5-90D3-36EBB4EDA8EA}" type="parTrans" cxnId="{31DDD19B-4015-4F2B-96C7-B8B4B0E629BF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F39CAE-50C4-4118-8D6F-8DC0440BF66B}" type="sibTrans" cxnId="{31DDD19B-4015-4F2B-96C7-B8B4B0E629BF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627215A-5DE2-4096-970F-5C986DAC0F29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gm:t>
    </dgm:pt>
    <dgm:pt modelId="{46725254-072C-4112-9FB6-2730518A1846}" type="parTrans" cxnId="{AE004E85-D2D6-44A6-977A-63CFDF40AF39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A4529C09-F4F0-440D-9E66-A03917BD7F3B}" type="sibTrans" cxnId="{AE004E85-D2D6-44A6-977A-63CFDF40AF39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FAD560B2-60CE-46CA-B90D-1E6764F363B5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gm:t>
    </dgm:pt>
    <dgm:pt modelId="{9E1D0A20-C226-4632-8592-25824CBEA3C5}" type="parTrans" cxnId="{60CD2797-0FFE-453D-8F56-79465BEF79DB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CA0AB31A-78D9-4255-9466-6D96027A52C3}" type="sibTrans" cxnId="{60CD2797-0FFE-453D-8F56-79465BEF79DB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7B593AF-B3CC-4D7E-BF04-C6A42C4A24F8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umano</a:t>
          </a:r>
        </a:p>
      </dgm:t>
    </dgm:pt>
    <dgm:pt modelId="{0713EC0D-0300-4F25-B16E-3ADB06C94373}" type="parTrans" cxnId="{D0BB7D35-AA18-4B5E-A253-A6D063F5F447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03809A5A-B0DE-43A9-AE0C-945335BF7A83}" type="sibTrans" cxnId="{D0BB7D35-AA18-4B5E-A253-A6D063F5F447}">
      <dgm:prSet custT="1"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25B99495-988B-4177-8B6B-930137A7137E}">
      <dgm:prSet phldrT="[Testo]" custT="1"/>
      <dgm:spPr/>
      <dgm:t>
        <a:bodyPr/>
        <a:lstStyle/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r>
            <a:rPr lang="it-IT" sz="1500" b="1" dirty="0">
              <a:ln>
                <a:noFill/>
              </a:ln>
              <a:solidFill>
                <a:schemeClr val="tx1"/>
              </a:solidFill>
            </a:rPr>
            <a:t>politica</a:t>
          </a:r>
        </a:p>
      </dgm:t>
    </dgm:pt>
    <dgm:pt modelId="{F438740F-18AF-42E5-BE0E-3DB09F23BF45}" type="par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3B514696-DCF8-4C7E-B23D-EA78A4E22BC5}" type="sibTrans" cxnId="{1BDE4682-E05F-4D20-BDE7-5FC5F4AF12B6}">
      <dgm:prSet/>
      <dgm:spPr/>
      <dgm:t>
        <a:bodyPr/>
        <a:lstStyle/>
        <a:p>
          <a:endParaRPr lang="it-IT" sz="1500" b="1">
            <a:ln>
              <a:noFill/>
            </a:ln>
            <a:solidFill>
              <a:schemeClr val="tx1"/>
            </a:solidFill>
          </a:endParaRPr>
        </a:p>
      </dgm:t>
    </dgm:pt>
    <dgm:pt modelId="{B1D853B1-0B15-4223-83ED-95D669F5FE88}" type="pres">
      <dgm:prSet presAssocID="{CE1EB405-1AAE-4DF8-89CD-158EC54C5FF4}" presName="linearFlow" presStyleCnt="0">
        <dgm:presLayoutVars>
          <dgm:resizeHandles val="exact"/>
        </dgm:presLayoutVars>
      </dgm:prSet>
      <dgm:spPr/>
    </dgm:pt>
    <dgm:pt modelId="{181BE136-F3C3-4DF5-BA1B-5DB413A970BF}" type="pres">
      <dgm:prSet presAssocID="{2D1777ED-3458-4AC8-82B6-C4070AB5CE59}" presName="node" presStyleLbl="node1" presStyleIdx="0" presStyleCnt="6">
        <dgm:presLayoutVars>
          <dgm:bulletEnabled val="1"/>
        </dgm:presLayoutVars>
      </dgm:prSet>
      <dgm:spPr/>
    </dgm:pt>
    <dgm:pt modelId="{AC3A6C9C-EF10-476D-A2BD-DE26B91B3916}" type="pres">
      <dgm:prSet presAssocID="{7BAF73B5-1F31-446B-8F43-F788FAD98276}" presName="sibTrans" presStyleLbl="sibTrans2D1" presStyleIdx="0" presStyleCnt="5"/>
      <dgm:spPr/>
    </dgm:pt>
    <dgm:pt modelId="{72985179-A4F4-4B98-B5E8-298FC31D6A49}" type="pres">
      <dgm:prSet presAssocID="{7BAF73B5-1F31-446B-8F43-F788FAD98276}" presName="connectorText" presStyleLbl="sibTrans2D1" presStyleIdx="0" presStyleCnt="5"/>
      <dgm:spPr/>
    </dgm:pt>
    <dgm:pt modelId="{FB8DBFE5-AEFB-4800-811C-C9E7B8154247}" type="pres">
      <dgm:prSet presAssocID="{CE6B0D62-BDC8-4A92-8EFD-29C179650E08}" presName="node" presStyleLbl="node1" presStyleIdx="1" presStyleCnt="6">
        <dgm:presLayoutVars>
          <dgm:bulletEnabled val="1"/>
        </dgm:presLayoutVars>
      </dgm:prSet>
      <dgm:spPr/>
    </dgm:pt>
    <dgm:pt modelId="{B0993BA2-1F1F-4E34-9E7E-3BB8C54593AF}" type="pres">
      <dgm:prSet presAssocID="{FAF39CAE-50C4-4118-8D6F-8DC0440BF66B}" presName="sibTrans" presStyleLbl="sibTrans2D1" presStyleIdx="1" presStyleCnt="5"/>
      <dgm:spPr/>
    </dgm:pt>
    <dgm:pt modelId="{156FB892-C42D-4D35-8D24-C9B3027CEB13}" type="pres">
      <dgm:prSet presAssocID="{FAF39CAE-50C4-4118-8D6F-8DC0440BF66B}" presName="connectorText" presStyleLbl="sibTrans2D1" presStyleIdx="1" presStyleCnt="5"/>
      <dgm:spPr/>
    </dgm:pt>
    <dgm:pt modelId="{CD965EAE-4D7F-4623-B9F5-B7A7C20920E1}" type="pres">
      <dgm:prSet presAssocID="{0627215A-5DE2-4096-970F-5C986DAC0F29}" presName="node" presStyleLbl="node1" presStyleIdx="2" presStyleCnt="6">
        <dgm:presLayoutVars>
          <dgm:bulletEnabled val="1"/>
        </dgm:presLayoutVars>
      </dgm:prSet>
      <dgm:spPr/>
    </dgm:pt>
    <dgm:pt modelId="{051C0026-8703-49C1-B9D3-09F9680CFCD8}" type="pres">
      <dgm:prSet presAssocID="{A4529C09-F4F0-440D-9E66-A03917BD7F3B}" presName="sibTrans" presStyleLbl="sibTrans2D1" presStyleIdx="2" presStyleCnt="5"/>
      <dgm:spPr/>
    </dgm:pt>
    <dgm:pt modelId="{09BCC6CB-9631-4670-8633-F76C83A8B733}" type="pres">
      <dgm:prSet presAssocID="{A4529C09-F4F0-440D-9E66-A03917BD7F3B}" presName="connectorText" presStyleLbl="sibTrans2D1" presStyleIdx="2" presStyleCnt="5"/>
      <dgm:spPr/>
    </dgm:pt>
    <dgm:pt modelId="{A56FBDB0-8B25-4E0E-ADF8-C66B71B5459C}" type="pres">
      <dgm:prSet presAssocID="{FAD560B2-60CE-46CA-B90D-1E6764F363B5}" presName="node" presStyleLbl="node1" presStyleIdx="3" presStyleCnt="6">
        <dgm:presLayoutVars>
          <dgm:bulletEnabled val="1"/>
        </dgm:presLayoutVars>
      </dgm:prSet>
      <dgm:spPr/>
    </dgm:pt>
    <dgm:pt modelId="{5231A7A0-2D68-403D-BF4A-2FF1DDDCA8B1}" type="pres">
      <dgm:prSet presAssocID="{CA0AB31A-78D9-4255-9466-6D96027A52C3}" presName="sibTrans" presStyleLbl="sibTrans2D1" presStyleIdx="3" presStyleCnt="5"/>
      <dgm:spPr/>
    </dgm:pt>
    <dgm:pt modelId="{BAA73745-3D6A-4CB9-8FDC-CF8D9ECE7728}" type="pres">
      <dgm:prSet presAssocID="{CA0AB31A-78D9-4255-9466-6D96027A52C3}" presName="connectorText" presStyleLbl="sibTrans2D1" presStyleIdx="3" presStyleCnt="5"/>
      <dgm:spPr/>
    </dgm:pt>
    <dgm:pt modelId="{D96D5F03-16A1-449E-A28B-BFDCF6E9C197}" type="pres">
      <dgm:prSet presAssocID="{27B593AF-B3CC-4D7E-BF04-C6A42C4A24F8}" presName="node" presStyleLbl="node1" presStyleIdx="4" presStyleCnt="6">
        <dgm:presLayoutVars>
          <dgm:bulletEnabled val="1"/>
        </dgm:presLayoutVars>
      </dgm:prSet>
      <dgm:spPr/>
    </dgm:pt>
    <dgm:pt modelId="{D638C4D3-4D0B-405A-81CD-18DE0D70B068}" type="pres">
      <dgm:prSet presAssocID="{03809A5A-B0DE-43A9-AE0C-945335BF7A83}" presName="sibTrans" presStyleLbl="sibTrans2D1" presStyleIdx="4" presStyleCnt="5"/>
      <dgm:spPr/>
    </dgm:pt>
    <dgm:pt modelId="{9BE521B2-D3EA-41D9-86C1-EDA78E444178}" type="pres">
      <dgm:prSet presAssocID="{03809A5A-B0DE-43A9-AE0C-945335BF7A83}" presName="connectorText" presStyleLbl="sibTrans2D1" presStyleIdx="4" presStyleCnt="5"/>
      <dgm:spPr/>
    </dgm:pt>
    <dgm:pt modelId="{97619CED-35AB-4575-8068-46D3B2B8A560}" type="pres">
      <dgm:prSet presAssocID="{25B99495-988B-4177-8B6B-930137A7137E}" presName="node" presStyleLbl="node1" presStyleIdx="5" presStyleCnt="6" custScaleX="146410" custScaleY="146410">
        <dgm:presLayoutVars>
          <dgm:bulletEnabled val="1"/>
        </dgm:presLayoutVars>
      </dgm:prSet>
      <dgm:spPr/>
    </dgm:pt>
  </dgm:ptLst>
  <dgm:cxnLst>
    <dgm:cxn modelId="{B8ADA806-C151-40BD-AE4F-25307BB197E9}" type="presOf" srcId="{FAF39CAE-50C4-4118-8D6F-8DC0440BF66B}" destId="{B0993BA2-1F1F-4E34-9E7E-3BB8C54593AF}" srcOrd="0" destOrd="0" presId="urn:microsoft.com/office/officeart/2005/8/layout/process2"/>
    <dgm:cxn modelId="{E928071C-B7AF-4391-AC09-976AD7107619}" type="presOf" srcId="{FAD560B2-60CE-46CA-B90D-1E6764F363B5}" destId="{A56FBDB0-8B25-4E0E-ADF8-C66B71B5459C}" srcOrd="0" destOrd="0" presId="urn:microsoft.com/office/officeart/2005/8/layout/process2"/>
    <dgm:cxn modelId="{9135A927-4BEB-423F-B901-A16FBDF5808B}" type="presOf" srcId="{CA0AB31A-78D9-4255-9466-6D96027A52C3}" destId="{BAA73745-3D6A-4CB9-8FDC-CF8D9ECE7728}" srcOrd="1" destOrd="0" presId="urn:microsoft.com/office/officeart/2005/8/layout/process2"/>
    <dgm:cxn modelId="{873E1A32-01AB-4F9C-8193-7E835D20A3F1}" type="presOf" srcId="{0627215A-5DE2-4096-970F-5C986DAC0F29}" destId="{CD965EAE-4D7F-4623-B9F5-B7A7C20920E1}" srcOrd="0" destOrd="0" presId="urn:microsoft.com/office/officeart/2005/8/layout/process2"/>
    <dgm:cxn modelId="{D0BB7D35-AA18-4B5E-A253-A6D063F5F447}" srcId="{CE1EB405-1AAE-4DF8-89CD-158EC54C5FF4}" destId="{27B593AF-B3CC-4D7E-BF04-C6A42C4A24F8}" srcOrd="4" destOrd="0" parTransId="{0713EC0D-0300-4F25-B16E-3ADB06C94373}" sibTransId="{03809A5A-B0DE-43A9-AE0C-945335BF7A83}"/>
    <dgm:cxn modelId="{BA9FA05F-A080-42E8-8349-8913963D5252}" type="presOf" srcId="{03809A5A-B0DE-43A9-AE0C-945335BF7A83}" destId="{9BE521B2-D3EA-41D9-86C1-EDA78E444178}" srcOrd="1" destOrd="0" presId="urn:microsoft.com/office/officeart/2005/8/layout/process2"/>
    <dgm:cxn modelId="{574E6470-CA10-4CFA-9ADD-E3A418355B01}" type="presOf" srcId="{25B99495-988B-4177-8B6B-930137A7137E}" destId="{97619CED-35AB-4575-8068-46D3B2B8A560}" srcOrd="0" destOrd="0" presId="urn:microsoft.com/office/officeart/2005/8/layout/process2"/>
    <dgm:cxn modelId="{77316576-EE5A-4770-B357-1288BF2AB749}" type="presOf" srcId="{CE6B0D62-BDC8-4A92-8EFD-29C179650E08}" destId="{FB8DBFE5-AEFB-4800-811C-C9E7B8154247}" srcOrd="0" destOrd="0" presId="urn:microsoft.com/office/officeart/2005/8/layout/process2"/>
    <dgm:cxn modelId="{E7546A7F-9197-4865-A001-067BD7ED3496}" type="presOf" srcId="{03809A5A-B0DE-43A9-AE0C-945335BF7A83}" destId="{D638C4D3-4D0B-405A-81CD-18DE0D70B068}" srcOrd="0" destOrd="0" presId="urn:microsoft.com/office/officeart/2005/8/layout/process2"/>
    <dgm:cxn modelId="{1BDE4682-E05F-4D20-BDE7-5FC5F4AF12B6}" srcId="{CE1EB405-1AAE-4DF8-89CD-158EC54C5FF4}" destId="{25B99495-988B-4177-8B6B-930137A7137E}" srcOrd="5" destOrd="0" parTransId="{F438740F-18AF-42E5-BE0E-3DB09F23BF45}" sibTransId="{3B514696-DCF8-4C7E-B23D-EA78A4E22BC5}"/>
    <dgm:cxn modelId="{1225FA83-E455-4544-8F17-C494A5BF7EA4}" type="presOf" srcId="{A4529C09-F4F0-440D-9E66-A03917BD7F3B}" destId="{09BCC6CB-9631-4670-8633-F76C83A8B733}" srcOrd="1" destOrd="0" presId="urn:microsoft.com/office/officeart/2005/8/layout/process2"/>
    <dgm:cxn modelId="{AE004E85-D2D6-44A6-977A-63CFDF40AF39}" srcId="{CE1EB405-1AAE-4DF8-89CD-158EC54C5FF4}" destId="{0627215A-5DE2-4096-970F-5C986DAC0F29}" srcOrd="2" destOrd="0" parTransId="{46725254-072C-4112-9FB6-2730518A1846}" sibTransId="{A4529C09-F4F0-440D-9E66-A03917BD7F3B}"/>
    <dgm:cxn modelId="{1F2D0991-E206-4D87-A859-81DBE6E20C70}" type="presOf" srcId="{CE1EB405-1AAE-4DF8-89CD-158EC54C5FF4}" destId="{B1D853B1-0B15-4223-83ED-95D669F5FE88}" srcOrd="0" destOrd="0" presId="urn:microsoft.com/office/officeart/2005/8/layout/process2"/>
    <dgm:cxn modelId="{60CD2797-0FFE-453D-8F56-79465BEF79DB}" srcId="{CE1EB405-1AAE-4DF8-89CD-158EC54C5FF4}" destId="{FAD560B2-60CE-46CA-B90D-1E6764F363B5}" srcOrd="3" destOrd="0" parTransId="{9E1D0A20-C226-4632-8592-25824CBEA3C5}" sibTransId="{CA0AB31A-78D9-4255-9466-6D96027A52C3}"/>
    <dgm:cxn modelId="{42BA8D99-2AA0-4AEF-9452-52C5428E5E83}" type="presOf" srcId="{CA0AB31A-78D9-4255-9466-6D96027A52C3}" destId="{5231A7A0-2D68-403D-BF4A-2FF1DDDCA8B1}" srcOrd="0" destOrd="0" presId="urn:microsoft.com/office/officeart/2005/8/layout/process2"/>
    <dgm:cxn modelId="{31DDD19B-4015-4F2B-96C7-B8B4B0E629BF}" srcId="{CE1EB405-1AAE-4DF8-89CD-158EC54C5FF4}" destId="{CE6B0D62-BDC8-4A92-8EFD-29C179650E08}" srcOrd="1" destOrd="0" parTransId="{1EBF8358-4A24-4DA5-90D3-36EBB4EDA8EA}" sibTransId="{FAF39CAE-50C4-4118-8D6F-8DC0440BF66B}"/>
    <dgm:cxn modelId="{03E3FFA1-7865-49C6-9D06-598DAA07B6E6}" type="presOf" srcId="{FAF39CAE-50C4-4118-8D6F-8DC0440BF66B}" destId="{156FB892-C42D-4D35-8D24-C9B3027CEB13}" srcOrd="1" destOrd="0" presId="urn:microsoft.com/office/officeart/2005/8/layout/process2"/>
    <dgm:cxn modelId="{D4DAD3A6-D7A1-40D3-B0FB-BFE3AF436EBE}" type="presOf" srcId="{7BAF73B5-1F31-446B-8F43-F788FAD98276}" destId="{AC3A6C9C-EF10-476D-A2BD-DE26B91B3916}" srcOrd="0" destOrd="0" presId="urn:microsoft.com/office/officeart/2005/8/layout/process2"/>
    <dgm:cxn modelId="{6E5020A8-F6B8-4776-8139-D6D5A400B478}" srcId="{CE1EB405-1AAE-4DF8-89CD-158EC54C5FF4}" destId="{2D1777ED-3458-4AC8-82B6-C4070AB5CE59}" srcOrd="0" destOrd="0" parTransId="{665BBBB6-498A-48CF-A776-9CB555DE3087}" sibTransId="{7BAF73B5-1F31-446B-8F43-F788FAD98276}"/>
    <dgm:cxn modelId="{8E3538AD-EE00-4615-B631-BBA2A4210DBE}" type="presOf" srcId="{27B593AF-B3CC-4D7E-BF04-C6A42C4A24F8}" destId="{D96D5F03-16A1-449E-A28B-BFDCF6E9C197}" srcOrd="0" destOrd="0" presId="urn:microsoft.com/office/officeart/2005/8/layout/process2"/>
    <dgm:cxn modelId="{8A3AC1C6-00B9-482E-9C0A-B24C27129829}" type="presOf" srcId="{2D1777ED-3458-4AC8-82B6-C4070AB5CE59}" destId="{181BE136-F3C3-4DF5-BA1B-5DB413A970BF}" srcOrd="0" destOrd="0" presId="urn:microsoft.com/office/officeart/2005/8/layout/process2"/>
    <dgm:cxn modelId="{49D126FA-2517-4F5A-9A32-FDA6787F8BCE}" type="presOf" srcId="{7BAF73B5-1F31-446B-8F43-F788FAD98276}" destId="{72985179-A4F4-4B98-B5E8-298FC31D6A49}" srcOrd="1" destOrd="0" presId="urn:microsoft.com/office/officeart/2005/8/layout/process2"/>
    <dgm:cxn modelId="{C86183FA-F3B3-45D5-A4EB-DAE02F28A7DB}" type="presOf" srcId="{A4529C09-F4F0-440D-9E66-A03917BD7F3B}" destId="{051C0026-8703-49C1-B9D3-09F9680CFCD8}" srcOrd="0" destOrd="0" presId="urn:microsoft.com/office/officeart/2005/8/layout/process2"/>
    <dgm:cxn modelId="{E0161ADE-DDE0-41EF-858D-A70E8ABA65E4}" type="presParOf" srcId="{B1D853B1-0B15-4223-83ED-95D669F5FE88}" destId="{181BE136-F3C3-4DF5-BA1B-5DB413A970BF}" srcOrd="0" destOrd="0" presId="urn:microsoft.com/office/officeart/2005/8/layout/process2"/>
    <dgm:cxn modelId="{2C0414CF-0A40-48E7-AD57-FB8958E508BD}" type="presParOf" srcId="{B1D853B1-0B15-4223-83ED-95D669F5FE88}" destId="{AC3A6C9C-EF10-476D-A2BD-DE26B91B3916}" srcOrd="1" destOrd="0" presId="urn:microsoft.com/office/officeart/2005/8/layout/process2"/>
    <dgm:cxn modelId="{1E084EC0-96C2-4694-85E2-5D2F8A7DAD84}" type="presParOf" srcId="{AC3A6C9C-EF10-476D-A2BD-DE26B91B3916}" destId="{72985179-A4F4-4B98-B5E8-298FC31D6A49}" srcOrd="0" destOrd="0" presId="urn:microsoft.com/office/officeart/2005/8/layout/process2"/>
    <dgm:cxn modelId="{8EFF163A-5DF7-4A65-A1E4-09ADBC860F81}" type="presParOf" srcId="{B1D853B1-0B15-4223-83ED-95D669F5FE88}" destId="{FB8DBFE5-AEFB-4800-811C-C9E7B8154247}" srcOrd="2" destOrd="0" presId="urn:microsoft.com/office/officeart/2005/8/layout/process2"/>
    <dgm:cxn modelId="{DD363EE3-8A92-4D95-8980-34B7F868A522}" type="presParOf" srcId="{B1D853B1-0B15-4223-83ED-95D669F5FE88}" destId="{B0993BA2-1F1F-4E34-9E7E-3BB8C54593AF}" srcOrd="3" destOrd="0" presId="urn:microsoft.com/office/officeart/2005/8/layout/process2"/>
    <dgm:cxn modelId="{5357EE68-A928-4152-BC88-020CEF319122}" type="presParOf" srcId="{B0993BA2-1F1F-4E34-9E7E-3BB8C54593AF}" destId="{156FB892-C42D-4D35-8D24-C9B3027CEB13}" srcOrd="0" destOrd="0" presId="urn:microsoft.com/office/officeart/2005/8/layout/process2"/>
    <dgm:cxn modelId="{92AB7845-DDEE-41FB-9389-56F6578E12E7}" type="presParOf" srcId="{B1D853B1-0B15-4223-83ED-95D669F5FE88}" destId="{CD965EAE-4D7F-4623-B9F5-B7A7C20920E1}" srcOrd="4" destOrd="0" presId="urn:microsoft.com/office/officeart/2005/8/layout/process2"/>
    <dgm:cxn modelId="{3CCEE828-3BD7-48A7-83CB-DC24D0453474}" type="presParOf" srcId="{B1D853B1-0B15-4223-83ED-95D669F5FE88}" destId="{051C0026-8703-49C1-B9D3-09F9680CFCD8}" srcOrd="5" destOrd="0" presId="urn:microsoft.com/office/officeart/2005/8/layout/process2"/>
    <dgm:cxn modelId="{90B91323-0DE3-44DA-92EB-E3066B663696}" type="presParOf" srcId="{051C0026-8703-49C1-B9D3-09F9680CFCD8}" destId="{09BCC6CB-9631-4670-8633-F76C83A8B733}" srcOrd="0" destOrd="0" presId="urn:microsoft.com/office/officeart/2005/8/layout/process2"/>
    <dgm:cxn modelId="{48EB8E5B-C2F8-46D1-8E1A-5A58FCC502E4}" type="presParOf" srcId="{B1D853B1-0B15-4223-83ED-95D669F5FE88}" destId="{A56FBDB0-8B25-4E0E-ADF8-C66B71B5459C}" srcOrd="6" destOrd="0" presId="urn:microsoft.com/office/officeart/2005/8/layout/process2"/>
    <dgm:cxn modelId="{1C26B7BC-FC10-4825-8548-B24852149E34}" type="presParOf" srcId="{B1D853B1-0B15-4223-83ED-95D669F5FE88}" destId="{5231A7A0-2D68-403D-BF4A-2FF1DDDCA8B1}" srcOrd="7" destOrd="0" presId="urn:microsoft.com/office/officeart/2005/8/layout/process2"/>
    <dgm:cxn modelId="{8352ED62-50B5-4832-9269-25476A9013A1}" type="presParOf" srcId="{5231A7A0-2D68-403D-BF4A-2FF1DDDCA8B1}" destId="{BAA73745-3D6A-4CB9-8FDC-CF8D9ECE7728}" srcOrd="0" destOrd="0" presId="urn:microsoft.com/office/officeart/2005/8/layout/process2"/>
    <dgm:cxn modelId="{7B4093F9-9A5F-4851-B4E2-DCA5B4CB8151}" type="presParOf" srcId="{B1D853B1-0B15-4223-83ED-95D669F5FE88}" destId="{D96D5F03-16A1-449E-A28B-BFDCF6E9C197}" srcOrd="8" destOrd="0" presId="urn:microsoft.com/office/officeart/2005/8/layout/process2"/>
    <dgm:cxn modelId="{47CB70FC-4464-4968-A2A6-81C106E2974F}" type="presParOf" srcId="{B1D853B1-0B15-4223-83ED-95D669F5FE88}" destId="{D638C4D3-4D0B-405A-81CD-18DE0D70B068}" srcOrd="9" destOrd="0" presId="urn:microsoft.com/office/officeart/2005/8/layout/process2"/>
    <dgm:cxn modelId="{ABC331F1-5CEE-4AD0-BA1C-BE36AE81F641}" type="presParOf" srcId="{D638C4D3-4D0B-405A-81CD-18DE0D70B068}" destId="{9BE521B2-D3EA-41D9-86C1-EDA78E444178}" srcOrd="0" destOrd="0" presId="urn:microsoft.com/office/officeart/2005/8/layout/process2"/>
    <dgm:cxn modelId="{63E2F62B-8BFB-49CA-A151-FB95D33CEB65}" type="presParOf" srcId="{B1D853B1-0B15-4223-83ED-95D669F5FE88}" destId="{97619CED-35AB-4575-8068-46D3B2B8A560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8ED8A981-032B-4998-B70D-231B1B958FEC}" type="doc">
      <dgm:prSet loTypeId="urn:microsoft.com/office/officeart/2005/8/layout/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437964F-6F34-4884-8B1A-AE86B23EA372}">
      <dgm:prSet custT="1"/>
      <dgm:spPr>
        <a:solidFill>
          <a:srgbClr val="928895"/>
        </a:solidFill>
      </dgm:spPr>
      <dgm:t>
        <a:bodyPr/>
        <a:lstStyle/>
        <a:p>
          <a:r>
            <a:rPr lang="it-IT" sz="1600" b="1" i="0" baseline="0" dirty="0">
              <a:solidFill>
                <a:schemeClr val="tx1"/>
              </a:solidFill>
            </a:rPr>
            <a:t>Pythia-160M e una falsa polarizzazione L+D</a:t>
          </a:r>
          <a:endParaRPr lang="it-IT" sz="1600" b="1" dirty="0">
            <a:solidFill>
              <a:schemeClr val="tx1"/>
            </a:solidFill>
          </a:endParaRPr>
        </a:p>
      </dgm:t>
    </dgm:pt>
    <dgm:pt modelId="{E126C9B0-DB89-4B81-866D-68821372B638}" type="parTrans" cxnId="{B55E7FF8-AA52-4D66-8603-C1B31AC026C8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A82C9130-45FE-4D0A-A098-EE48AE62B951}" type="sibTrans" cxnId="{B55E7FF8-AA52-4D66-8603-C1B31AC026C8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120E9E9F-12A5-463E-9686-966073C0EDA6}">
      <dgm:prSet custT="1"/>
      <dgm:spPr>
        <a:solidFill>
          <a:srgbClr val="928895"/>
        </a:solidFill>
      </dgm:spPr>
      <dgm:t>
        <a:bodyPr/>
        <a:lstStyle/>
        <a:p>
          <a:r>
            <a:rPr lang="it-IT" sz="1600" b="1" dirty="0">
              <a:solidFill>
                <a:schemeClr val="tx1"/>
              </a:solidFill>
            </a:rPr>
            <a:t>Pythia-1.4B e la tendenza alla neutralità</a:t>
          </a:r>
        </a:p>
      </dgm:t>
    </dgm:pt>
    <dgm:pt modelId="{9ED0F3E8-C026-4353-AAA8-A1702DAC3EBE}" type="parTrans" cxnId="{356BB8A1-C544-4BA6-AE45-58A6B854FB1C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810F7D0A-1E20-4394-882A-A3FC324F8A0A}" type="sibTrans" cxnId="{356BB8A1-C544-4BA6-AE45-58A6B854FB1C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21DB6503-FCA3-449C-B9CA-54EC84021C4B}">
      <dgm:prSet custT="1"/>
      <dgm:spPr/>
      <dgm:t>
        <a:bodyPr/>
        <a:lstStyle/>
        <a:p>
          <a:pPr>
            <a:buNone/>
          </a:pPr>
          <a:r>
            <a:rPr lang="it-IT" sz="1600" b="0" i="0" baseline="0" dirty="0">
              <a:solidFill>
                <a:schemeClr val="tx1"/>
              </a:solidFill>
            </a:rPr>
            <a:t>Probabile «</a:t>
          </a:r>
          <a:r>
            <a:rPr lang="it-IT" sz="1600" dirty="0">
              <a:solidFill>
                <a:schemeClr val="tx1"/>
              </a:solidFill>
            </a:rPr>
            <a:t>artefatto statistico» (</a:t>
          </a:r>
          <a:r>
            <a:rPr lang="it-IT" sz="1600" i="1" dirty="0" err="1">
              <a:solidFill>
                <a:schemeClr val="tx1"/>
              </a:solidFill>
            </a:rPr>
            <a:t>primacy</a:t>
          </a:r>
          <a:r>
            <a:rPr lang="it-IT" sz="1600" i="1" dirty="0">
              <a:solidFill>
                <a:schemeClr val="tx1"/>
              </a:solidFill>
            </a:rPr>
            <a:t> bias</a:t>
          </a:r>
          <a:r>
            <a:rPr lang="it-IT" sz="1600" dirty="0">
              <a:solidFill>
                <a:schemeClr val="tx1"/>
              </a:solidFill>
            </a:rPr>
            <a:t>). </a:t>
          </a:r>
        </a:p>
      </dgm:t>
    </dgm:pt>
    <dgm:pt modelId="{3B4819F1-E668-4EEF-A8E2-FFD46DA43CBA}" type="parTrans" cxnId="{99D88E2F-7C8E-4BB3-989B-C67B9384A131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96C95C78-EB7E-453B-8133-19BBFDE44B7C}" type="sibTrans" cxnId="{99D88E2F-7C8E-4BB3-989B-C67B9384A131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B92EA621-21A3-452A-A867-E3946A46C05F}">
      <dgm:prSet custT="1"/>
      <dgm:spPr/>
      <dgm:t>
        <a:bodyPr/>
        <a:lstStyle/>
        <a:p>
          <a:pPr>
            <a:buNone/>
          </a:pPr>
          <a:r>
            <a:rPr lang="it-IT" sz="1600" dirty="0">
              <a:solidFill>
                <a:schemeClr val="tx1"/>
              </a:solidFill>
            </a:rPr>
            <a:t>Bilanciamento delle opinioni vs. letteratura RLHF</a:t>
          </a:r>
        </a:p>
      </dgm:t>
    </dgm:pt>
    <dgm:pt modelId="{97C8B546-9FA1-4623-B081-2B971EC6FF27}" type="parTrans" cxnId="{7E046DB8-CFBE-4CB0-A856-C243E6ADC110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120BB847-7DF1-40F8-B921-931D304A078E}" type="sibTrans" cxnId="{7E046DB8-CFBE-4CB0-A856-C243E6ADC110}">
      <dgm:prSet/>
      <dgm:spPr/>
      <dgm:t>
        <a:bodyPr/>
        <a:lstStyle/>
        <a:p>
          <a:endParaRPr lang="it-IT" sz="2400">
            <a:solidFill>
              <a:schemeClr val="tx1"/>
            </a:solidFill>
          </a:endParaRPr>
        </a:p>
      </dgm:t>
    </dgm:pt>
    <dgm:pt modelId="{3280F8EF-A2B3-4D78-B04A-2AB28862AF03}" type="pres">
      <dgm:prSet presAssocID="{8ED8A981-032B-4998-B70D-231B1B958FEC}" presName="linear" presStyleCnt="0">
        <dgm:presLayoutVars>
          <dgm:dir/>
          <dgm:animLvl val="lvl"/>
          <dgm:resizeHandles val="exact"/>
        </dgm:presLayoutVars>
      </dgm:prSet>
      <dgm:spPr/>
    </dgm:pt>
    <dgm:pt modelId="{85B6EE97-8E87-4444-BC9E-43597DED1038}" type="pres">
      <dgm:prSet presAssocID="{1437964F-6F34-4884-8B1A-AE86B23EA372}" presName="parentLin" presStyleCnt="0"/>
      <dgm:spPr/>
    </dgm:pt>
    <dgm:pt modelId="{A00DD0E1-6FD9-4D06-9A7B-55608B4F99D4}" type="pres">
      <dgm:prSet presAssocID="{1437964F-6F34-4884-8B1A-AE86B23EA372}" presName="parentLeftMargin" presStyleLbl="node1" presStyleIdx="0" presStyleCnt="2"/>
      <dgm:spPr/>
    </dgm:pt>
    <dgm:pt modelId="{7233516E-7745-43C0-989B-2D9174E13862}" type="pres">
      <dgm:prSet presAssocID="{1437964F-6F34-4884-8B1A-AE86B23EA372}" presName="parentText" presStyleLbl="node1" presStyleIdx="0" presStyleCnt="2" custScaleX="110000" custScaleY="110000">
        <dgm:presLayoutVars>
          <dgm:chMax val="0"/>
          <dgm:bulletEnabled val="1"/>
        </dgm:presLayoutVars>
      </dgm:prSet>
      <dgm:spPr/>
    </dgm:pt>
    <dgm:pt modelId="{458DE500-E91E-43DA-B12E-8409C4BC75E9}" type="pres">
      <dgm:prSet presAssocID="{1437964F-6F34-4884-8B1A-AE86B23EA372}" presName="negativeSpace" presStyleCnt="0"/>
      <dgm:spPr/>
    </dgm:pt>
    <dgm:pt modelId="{C8B652EB-6AB0-4BA8-97D9-E24B8FBCFEB2}" type="pres">
      <dgm:prSet presAssocID="{1437964F-6F34-4884-8B1A-AE86B23EA372}" presName="childText" presStyleLbl="conFgAcc1" presStyleIdx="0" presStyleCnt="2">
        <dgm:presLayoutVars>
          <dgm:bulletEnabled val="1"/>
        </dgm:presLayoutVars>
      </dgm:prSet>
      <dgm:spPr/>
    </dgm:pt>
    <dgm:pt modelId="{07BEAF41-D953-460C-90E4-C8868BBED7ED}" type="pres">
      <dgm:prSet presAssocID="{A82C9130-45FE-4D0A-A098-EE48AE62B951}" presName="spaceBetweenRectangles" presStyleCnt="0"/>
      <dgm:spPr/>
    </dgm:pt>
    <dgm:pt modelId="{C3C3E261-ACFD-4278-B0C4-6B1415FC88C2}" type="pres">
      <dgm:prSet presAssocID="{120E9E9F-12A5-463E-9686-966073C0EDA6}" presName="parentLin" presStyleCnt="0"/>
      <dgm:spPr/>
    </dgm:pt>
    <dgm:pt modelId="{CE6EED63-E522-412D-9719-0C3CD9B2A1A6}" type="pres">
      <dgm:prSet presAssocID="{120E9E9F-12A5-463E-9686-966073C0EDA6}" presName="parentLeftMargin" presStyleLbl="node1" presStyleIdx="0" presStyleCnt="2"/>
      <dgm:spPr/>
    </dgm:pt>
    <dgm:pt modelId="{B1E7738A-0C3E-4AC3-848B-7B108FE407FB}" type="pres">
      <dgm:prSet presAssocID="{120E9E9F-12A5-463E-9686-966073C0EDA6}" presName="parentText" presStyleLbl="node1" presStyleIdx="1" presStyleCnt="2" custScaleX="110000" custScaleY="110000">
        <dgm:presLayoutVars>
          <dgm:chMax val="0"/>
          <dgm:bulletEnabled val="1"/>
        </dgm:presLayoutVars>
      </dgm:prSet>
      <dgm:spPr/>
    </dgm:pt>
    <dgm:pt modelId="{1DC33068-C90C-40F8-BD93-76198DC64C4E}" type="pres">
      <dgm:prSet presAssocID="{120E9E9F-12A5-463E-9686-966073C0EDA6}" presName="negativeSpace" presStyleCnt="0"/>
      <dgm:spPr/>
    </dgm:pt>
    <dgm:pt modelId="{25366125-9F03-40AF-B68C-6C01849FC1CA}" type="pres">
      <dgm:prSet presAssocID="{120E9E9F-12A5-463E-9686-966073C0EDA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99D88E2F-7C8E-4BB3-989B-C67B9384A131}" srcId="{1437964F-6F34-4884-8B1A-AE86B23EA372}" destId="{21DB6503-FCA3-449C-B9CA-54EC84021C4B}" srcOrd="0" destOrd="0" parTransId="{3B4819F1-E668-4EEF-A8E2-FFD46DA43CBA}" sibTransId="{96C95C78-EB7E-453B-8133-19BBFDE44B7C}"/>
    <dgm:cxn modelId="{A1930C5E-19DD-4340-BB28-B5D3B6591DEE}" type="presOf" srcId="{B92EA621-21A3-452A-A867-E3946A46C05F}" destId="{25366125-9F03-40AF-B68C-6C01849FC1CA}" srcOrd="0" destOrd="0" presId="urn:microsoft.com/office/officeart/2005/8/layout/list1"/>
    <dgm:cxn modelId="{B8675978-C59E-4E5E-A9BD-EC9DDA8DC184}" type="presOf" srcId="{120E9E9F-12A5-463E-9686-966073C0EDA6}" destId="{B1E7738A-0C3E-4AC3-848B-7B108FE407FB}" srcOrd="1" destOrd="0" presId="urn:microsoft.com/office/officeart/2005/8/layout/list1"/>
    <dgm:cxn modelId="{806B687C-4473-4015-A5BF-1664C49C4078}" type="presOf" srcId="{21DB6503-FCA3-449C-B9CA-54EC84021C4B}" destId="{C8B652EB-6AB0-4BA8-97D9-E24B8FBCFEB2}" srcOrd="0" destOrd="0" presId="urn:microsoft.com/office/officeart/2005/8/layout/list1"/>
    <dgm:cxn modelId="{244B8E8A-BE2B-480D-BC08-79A878285C7B}" type="presOf" srcId="{1437964F-6F34-4884-8B1A-AE86B23EA372}" destId="{A00DD0E1-6FD9-4D06-9A7B-55608B4F99D4}" srcOrd="0" destOrd="0" presId="urn:microsoft.com/office/officeart/2005/8/layout/list1"/>
    <dgm:cxn modelId="{356BB8A1-C544-4BA6-AE45-58A6B854FB1C}" srcId="{8ED8A981-032B-4998-B70D-231B1B958FEC}" destId="{120E9E9F-12A5-463E-9686-966073C0EDA6}" srcOrd="1" destOrd="0" parTransId="{9ED0F3E8-C026-4353-AAA8-A1702DAC3EBE}" sibTransId="{810F7D0A-1E20-4394-882A-A3FC324F8A0A}"/>
    <dgm:cxn modelId="{7E046DB8-CFBE-4CB0-A856-C243E6ADC110}" srcId="{120E9E9F-12A5-463E-9686-966073C0EDA6}" destId="{B92EA621-21A3-452A-A867-E3946A46C05F}" srcOrd="0" destOrd="0" parTransId="{97C8B546-9FA1-4623-B081-2B971EC6FF27}" sibTransId="{120BB847-7DF1-40F8-B921-931D304A078E}"/>
    <dgm:cxn modelId="{36E507CD-59EA-4194-9B56-AE3CCA355597}" type="presOf" srcId="{1437964F-6F34-4884-8B1A-AE86B23EA372}" destId="{7233516E-7745-43C0-989B-2D9174E13862}" srcOrd="1" destOrd="0" presId="urn:microsoft.com/office/officeart/2005/8/layout/list1"/>
    <dgm:cxn modelId="{52D1FDD1-BE01-44BE-BBB3-A86D7FA00FCC}" type="presOf" srcId="{8ED8A981-032B-4998-B70D-231B1B958FEC}" destId="{3280F8EF-A2B3-4D78-B04A-2AB28862AF03}" srcOrd="0" destOrd="0" presId="urn:microsoft.com/office/officeart/2005/8/layout/list1"/>
    <dgm:cxn modelId="{B55E7FF8-AA52-4D66-8603-C1B31AC026C8}" srcId="{8ED8A981-032B-4998-B70D-231B1B958FEC}" destId="{1437964F-6F34-4884-8B1A-AE86B23EA372}" srcOrd="0" destOrd="0" parTransId="{E126C9B0-DB89-4B81-866D-68821372B638}" sibTransId="{A82C9130-45FE-4D0A-A098-EE48AE62B951}"/>
    <dgm:cxn modelId="{9EDF98F8-8B8C-4C5A-B320-DE0F14BE45B1}" type="presOf" srcId="{120E9E9F-12A5-463E-9686-966073C0EDA6}" destId="{CE6EED63-E522-412D-9719-0C3CD9B2A1A6}" srcOrd="0" destOrd="0" presId="urn:microsoft.com/office/officeart/2005/8/layout/list1"/>
    <dgm:cxn modelId="{C7D82390-FDD4-4638-86D3-E5B892786096}" type="presParOf" srcId="{3280F8EF-A2B3-4D78-B04A-2AB28862AF03}" destId="{85B6EE97-8E87-4444-BC9E-43597DED1038}" srcOrd="0" destOrd="0" presId="urn:microsoft.com/office/officeart/2005/8/layout/list1"/>
    <dgm:cxn modelId="{13417705-BDFF-408C-B4BA-1F1E697C891B}" type="presParOf" srcId="{85B6EE97-8E87-4444-BC9E-43597DED1038}" destId="{A00DD0E1-6FD9-4D06-9A7B-55608B4F99D4}" srcOrd="0" destOrd="0" presId="urn:microsoft.com/office/officeart/2005/8/layout/list1"/>
    <dgm:cxn modelId="{C1BBE3B1-B058-4535-BC53-5F616395D557}" type="presParOf" srcId="{85B6EE97-8E87-4444-BC9E-43597DED1038}" destId="{7233516E-7745-43C0-989B-2D9174E13862}" srcOrd="1" destOrd="0" presId="urn:microsoft.com/office/officeart/2005/8/layout/list1"/>
    <dgm:cxn modelId="{B5963204-6A9A-439F-B2A1-300357803C9A}" type="presParOf" srcId="{3280F8EF-A2B3-4D78-B04A-2AB28862AF03}" destId="{458DE500-E91E-43DA-B12E-8409C4BC75E9}" srcOrd="1" destOrd="0" presId="urn:microsoft.com/office/officeart/2005/8/layout/list1"/>
    <dgm:cxn modelId="{2F660896-4824-4898-84A9-BB9763FD40EE}" type="presParOf" srcId="{3280F8EF-A2B3-4D78-B04A-2AB28862AF03}" destId="{C8B652EB-6AB0-4BA8-97D9-E24B8FBCFEB2}" srcOrd="2" destOrd="0" presId="urn:microsoft.com/office/officeart/2005/8/layout/list1"/>
    <dgm:cxn modelId="{95256721-A578-4CB3-8F42-AD0EF1E193C1}" type="presParOf" srcId="{3280F8EF-A2B3-4D78-B04A-2AB28862AF03}" destId="{07BEAF41-D953-460C-90E4-C8868BBED7ED}" srcOrd="3" destOrd="0" presId="urn:microsoft.com/office/officeart/2005/8/layout/list1"/>
    <dgm:cxn modelId="{30FCA509-808C-4BDB-9D20-0D4683D485B3}" type="presParOf" srcId="{3280F8EF-A2B3-4D78-B04A-2AB28862AF03}" destId="{C3C3E261-ACFD-4278-B0C4-6B1415FC88C2}" srcOrd="4" destOrd="0" presId="urn:microsoft.com/office/officeart/2005/8/layout/list1"/>
    <dgm:cxn modelId="{C4143A22-C304-4C4D-BDC7-D70E39AC8DBB}" type="presParOf" srcId="{C3C3E261-ACFD-4278-B0C4-6B1415FC88C2}" destId="{CE6EED63-E522-412D-9719-0C3CD9B2A1A6}" srcOrd="0" destOrd="0" presId="urn:microsoft.com/office/officeart/2005/8/layout/list1"/>
    <dgm:cxn modelId="{3E20D46B-7154-4668-9D77-D42CF7C80DC1}" type="presParOf" srcId="{C3C3E261-ACFD-4278-B0C4-6B1415FC88C2}" destId="{B1E7738A-0C3E-4AC3-848B-7B108FE407FB}" srcOrd="1" destOrd="0" presId="urn:microsoft.com/office/officeart/2005/8/layout/list1"/>
    <dgm:cxn modelId="{97189A7D-BC34-4A2E-893B-4FE60FBF4A81}" type="presParOf" srcId="{3280F8EF-A2B3-4D78-B04A-2AB28862AF03}" destId="{1DC33068-C90C-40F8-BD93-76198DC64C4E}" srcOrd="5" destOrd="0" presId="urn:microsoft.com/office/officeart/2005/8/layout/list1"/>
    <dgm:cxn modelId="{68477703-2A3C-4DF9-9D4D-BAA81F6F2171}" type="presParOf" srcId="{3280F8EF-A2B3-4D78-B04A-2AB28862AF03}" destId="{25366125-9F03-40AF-B68C-6C01849FC1C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9F0766DC-998D-4304-9598-3398E668A6E4}" type="doc">
      <dgm:prSet loTypeId="urn:microsoft.com/office/officeart/2005/8/layout/matrix1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7504810A-8948-4BEC-9AD7-8B08387D603F}">
      <dgm:prSet custT="1"/>
      <dgm:spPr/>
      <dgm:t>
        <a:bodyPr/>
        <a:lstStyle/>
        <a:p>
          <a:r>
            <a:rPr lang="it-IT" sz="1600" b="0" i="0" baseline="0" dirty="0"/>
            <a:t>Superamento dei bias strutturali</a:t>
          </a:r>
          <a:endParaRPr lang="it-IT" sz="1600" dirty="0"/>
        </a:p>
      </dgm:t>
    </dgm:pt>
    <dgm:pt modelId="{025D4BEB-C41C-476D-BD5C-3BB0E145D965}" type="parTrans" cxnId="{8D299E10-926B-4BDE-A236-EC5EE3CED26D}">
      <dgm:prSet/>
      <dgm:spPr/>
      <dgm:t>
        <a:bodyPr/>
        <a:lstStyle/>
        <a:p>
          <a:endParaRPr lang="it-IT"/>
        </a:p>
      </dgm:t>
    </dgm:pt>
    <dgm:pt modelId="{81C7F95D-A040-47C9-980C-D80C61B08F64}" type="sibTrans" cxnId="{8D299E10-926B-4BDE-A236-EC5EE3CED26D}">
      <dgm:prSet/>
      <dgm:spPr/>
      <dgm:t>
        <a:bodyPr/>
        <a:lstStyle/>
        <a:p>
          <a:endParaRPr lang="it-IT"/>
        </a:p>
      </dgm:t>
    </dgm:pt>
    <dgm:pt modelId="{D1CCE4C2-6957-4D11-A917-3490962F4402}">
      <dgm:prSet custT="1"/>
      <dgm:spPr/>
      <dgm:t>
        <a:bodyPr/>
        <a:lstStyle/>
        <a:p>
          <a:r>
            <a:rPr lang="it-IT" sz="1600" b="0" i="0" baseline="0" dirty="0"/>
            <a:t>Divergenza logica-sintattica</a:t>
          </a:r>
          <a:endParaRPr lang="it-IT" sz="1600" dirty="0"/>
        </a:p>
      </dgm:t>
    </dgm:pt>
    <dgm:pt modelId="{376BF388-F744-4236-BF0B-76CB0EA4CDE4}" type="parTrans" cxnId="{0885C2D2-2B0D-4EB1-A412-165100E978EE}">
      <dgm:prSet/>
      <dgm:spPr/>
      <dgm:t>
        <a:bodyPr/>
        <a:lstStyle/>
        <a:p>
          <a:endParaRPr lang="it-IT"/>
        </a:p>
      </dgm:t>
    </dgm:pt>
    <dgm:pt modelId="{C812FEB9-B88F-48EA-B197-794E8603D799}" type="sibTrans" cxnId="{0885C2D2-2B0D-4EB1-A412-165100E978EE}">
      <dgm:prSet/>
      <dgm:spPr/>
      <dgm:t>
        <a:bodyPr/>
        <a:lstStyle/>
        <a:p>
          <a:endParaRPr lang="it-IT"/>
        </a:p>
      </dgm:t>
    </dgm:pt>
    <dgm:pt modelId="{B553B510-F268-4397-9936-54E89565FEF7}">
      <dgm:prSet/>
      <dgm:spPr/>
      <dgm:t>
        <a:bodyPr/>
        <a:lstStyle/>
        <a:p>
          <a:r>
            <a:rPr lang="it-IT" b="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Robustezza alle minacce (JSD bassa).</a:t>
          </a:r>
        </a:p>
        <a:p>
          <a:r>
            <a:rPr lang="it-IT" b="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Nei modelli intermedi, aiutano ad aumentare validità e coerenza. Quella che più aiuta, in linea generale, è IT/Sistema.</a:t>
          </a:r>
          <a:endParaRPr lang="it-IT" b="0" i="0" baseline="0" dirty="0">
            <a:solidFill>
              <a:schemeClr val="bg1"/>
            </a:solidFill>
          </a:endParaRPr>
        </a:p>
      </dgm:t>
    </dgm:pt>
    <dgm:pt modelId="{F8703638-AF54-421F-8816-456957B397FD}" type="parTrans" cxnId="{FC8540E9-13B4-4481-AEA4-5BDC6B42882D}">
      <dgm:prSet/>
      <dgm:spPr/>
      <dgm:t>
        <a:bodyPr/>
        <a:lstStyle/>
        <a:p>
          <a:endParaRPr lang="it-IT"/>
        </a:p>
      </dgm:t>
    </dgm:pt>
    <dgm:pt modelId="{30114C56-35CB-45B1-A1C5-62DDF68E4858}" type="sibTrans" cxnId="{FC8540E9-13B4-4481-AEA4-5BDC6B42882D}">
      <dgm:prSet/>
      <dgm:spPr/>
      <dgm:t>
        <a:bodyPr/>
        <a:lstStyle/>
        <a:p>
          <a:endParaRPr lang="it-IT"/>
        </a:p>
      </dgm:t>
    </dgm:pt>
    <dgm:pt modelId="{36DD1E58-FE0A-4014-A420-B49796E83A46}">
      <dgm:prSet custT="1"/>
      <dgm:spPr/>
      <dgm:t>
        <a:bodyPr/>
        <a:lstStyle/>
        <a:p>
          <a:r>
            <a:rPr lang="it-IT" sz="1600" b="0" i="0" baseline="0" dirty="0"/>
            <a:t>Propensione alla neutralità </a:t>
          </a:r>
          <a:r>
            <a:rPr lang="it-IT" sz="1600" dirty="0"/>
            <a:t>e varietà ideologica</a:t>
          </a:r>
          <a:r>
            <a:rPr lang="it-IT" sz="1600" b="0" i="0" baseline="0" dirty="0"/>
            <a:t>, contrariamente ai modelli post-RLHF</a:t>
          </a:r>
          <a:endParaRPr lang="it-IT" sz="1600" dirty="0"/>
        </a:p>
      </dgm:t>
    </dgm:pt>
    <dgm:pt modelId="{5FB87D6E-6DBC-444D-AAB6-19BDE3909153}" type="parTrans" cxnId="{EFFC6FE7-AA84-4F88-BAE4-6441D247DA3C}">
      <dgm:prSet/>
      <dgm:spPr/>
      <dgm:t>
        <a:bodyPr/>
        <a:lstStyle/>
        <a:p>
          <a:endParaRPr lang="it-IT"/>
        </a:p>
      </dgm:t>
    </dgm:pt>
    <dgm:pt modelId="{8E53A6B0-1FD0-4AE4-8293-4DE767F05709}" type="sibTrans" cxnId="{EFFC6FE7-AA84-4F88-BAE4-6441D247DA3C}">
      <dgm:prSet/>
      <dgm:spPr/>
      <dgm:t>
        <a:bodyPr/>
        <a:lstStyle/>
        <a:p>
          <a:endParaRPr lang="it-IT"/>
        </a:p>
      </dgm:t>
    </dgm:pt>
    <dgm:pt modelId="{EE423966-7AAF-4A21-99B1-89D2316E063F}">
      <dgm:prSet custT="1"/>
      <dgm:spPr/>
      <dgm:t>
        <a:bodyPr/>
        <a:lstStyle/>
        <a:p>
          <a:r>
            <a:rPr lang="it-IT" sz="2400" b="1" i="0" baseline="0" dirty="0"/>
            <a:t>Effetti dello </a:t>
          </a:r>
          <a:r>
            <a:rPr lang="it-IT" sz="2400" b="1" i="1" baseline="0" dirty="0"/>
            <a:t>scaling</a:t>
          </a:r>
          <a:endParaRPr lang="it-IT" sz="2400" b="1" i="1" dirty="0"/>
        </a:p>
      </dgm:t>
    </dgm:pt>
    <dgm:pt modelId="{5F03C806-B408-4CB1-8C4A-513E988D392B}" type="sibTrans" cxnId="{71E9B7E8-AD6B-4D95-B4A6-04B240C35E67}">
      <dgm:prSet/>
      <dgm:spPr/>
      <dgm:t>
        <a:bodyPr/>
        <a:lstStyle/>
        <a:p>
          <a:endParaRPr lang="it-IT"/>
        </a:p>
      </dgm:t>
    </dgm:pt>
    <dgm:pt modelId="{3DC5E214-B371-4F2B-9FF7-FEF06143701B}" type="parTrans" cxnId="{71E9B7E8-AD6B-4D95-B4A6-04B240C35E67}">
      <dgm:prSet/>
      <dgm:spPr/>
      <dgm:t>
        <a:bodyPr/>
        <a:lstStyle/>
        <a:p>
          <a:endParaRPr lang="it-IT"/>
        </a:p>
      </dgm:t>
    </dgm:pt>
    <dgm:pt modelId="{601306CA-B53D-4BEE-B070-8C23259F1635}" type="pres">
      <dgm:prSet presAssocID="{9F0766DC-998D-4304-9598-3398E668A6E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DFAC3ED-5714-4BDD-B65A-79B2946399E4}" type="pres">
      <dgm:prSet presAssocID="{9F0766DC-998D-4304-9598-3398E668A6E4}" presName="matrix" presStyleCnt="0"/>
      <dgm:spPr/>
    </dgm:pt>
    <dgm:pt modelId="{9C0DEA70-8458-4AC8-8272-78427077BC12}" type="pres">
      <dgm:prSet presAssocID="{9F0766DC-998D-4304-9598-3398E668A6E4}" presName="tile1" presStyleLbl="node1" presStyleIdx="0" presStyleCnt="4" custScaleX="90909" custScaleY="90909"/>
      <dgm:spPr/>
    </dgm:pt>
    <dgm:pt modelId="{3F3561F2-A365-4679-BC7C-571E66A2EE19}" type="pres">
      <dgm:prSet presAssocID="{9F0766DC-998D-4304-9598-3398E668A6E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DBA33F-EB31-4FD2-A347-4E013EB504DD}" type="pres">
      <dgm:prSet presAssocID="{9F0766DC-998D-4304-9598-3398E668A6E4}" presName="tile2" presStyleLbl="node1" presStyleIdx="1" presStyleCnt="4" custScaleX="90909" custScaleY="90909"/>
      <dgm:spPr/>
    </dgm:pt>
    <dgm:pt modelId="{1A5782EF-8F3A-42A7-A419-9DE9876BD18B}" type="pres">
      <dgm:prSet presAssocID="{9F0766DC-998D-4304-9598-3398E668A6E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7C38BDD-F5E5-4251-81EF-A206EF13815C}" type="pres">
      <dgm:prSet presAssocID="{9F0766DC-998D-4304-9598-3398E668A6E4}" presName="tile3" presStyleLbl="node1" presStyleIdx="2" presStyleCnt="4" custScaleX="90909" custScaleY="90909"/>
      <dgm:spPr/>
    </dgm:pt>
    <dgm:pt modelId="{377F2C2E-8B4F-489C-A95E-BD7E0C08AA82}" type="pres">
      <dgm:prSet presAssocID="{9F0766DC-998D-4304-9598-3398E668A6E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C222F69-951C-4A1C-BCCC-B9401E53A2CA}" type="pres">
      <dgm:prSet presAssocID="{9F0766DC-998D-4304-9598-3398E668A6E4}" presName="tile4" presStyleLbl="node1" presStyleIdx="3" presStyleCnt="4" custScaleX="90909" custScaleY="90909"/>
      <dgm:spPr/>
    </dgm:pt>
    <dgm:pt modelId="{9B6D8507-4506-4B1E-9483-FEA72BBBFAD6}" type="pres">
      <dgm:prSet presAssocID="{9F0766DC-998D-4304-9598-3398E668A6E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659E493-013A-442A-958F-6A21BFE0BD7B}" type="pres">
      <dgm:prSet presAssocID="{9F0766DC-998D-4304-9598-3398E668A6E4}" presName="centerTile" presStyleLbl="fgShp" presStyleIdx="0" presStyleCnt="1" custScaleX="121000" custScaleY="121000">
        <dgm:presLayoutVars>
          <dgm:chMax val="0"/>
          <dgm:chPref val="0"/>
        </dgm:presLayoutVars>
      </dgm:prSet>
      <dgm:spPr/>
    </dgm:pt>
  </dgm:ptLst>
  <dgm:cxnLst>
    <dgm:cxn modelId="{8D299E10-926B-4BDE-A236-EC5EE3CED26D}" srcId="{EE423966-7AAF-4A21-99B1-89D2316E063F}" destId="{7504810A-8948-4BEC-9AD7-8B08387D603F}" srcOrd="0" destOrd="0" parTransId="{025D4BEB-C41C-476D-BD5C-3BB0E145D965}" sibTransId="{81C7F95D-A040-47C9-980C-D80C61B08F64}"/>
    <dgm:cxn modelId="{9C5C7013-EB15-480D-BFDD-6389E45142B3}" type="presOf" srcId="{36DD1E58-FE0A-4014-A420-B49796E83A46}" destId="{9B6D8507-4506-4B1E-9483-FEA72BBBFAD6}" srcOrd="1" destOrd="0" presId="urn:microsoft.com/office/officeart/2005/8/layout/matrix1"/>
    <dgm:cxn modelId="{5B046E40-7AAE-4C66-9506-472A8F35CCC2}" type="presOf" srcId="{B553B510-F268-4397-9936-54E89565FEF7}" destId="{77C38BDD-F5E5-4251-81EF-A206EF13815C}" srcOrd="0" destOrd="0" presId="urn:microsoft.com/office/officeart/2005/8/layout/matrix1"/>
    <dgm:cxn modelId="{59AB0262-5EB0-4855-A629-DF6319F679D7}" type="presOf" srcId="{D1CCE4C2-6957-4D11-A917-3490962F4402}" destId="{67DBA33F-EB31-4FD2-A347-4E013EB504DD}" srcOrd="0" destOrd="0" presId="urn:microsoft.com/office/officeart/2005/8/layout/matrix1"/>
    <dgm:cxn modelId="{FBEA6263-A08E-4E24-A957-4A0F84A1E866}" type="presOf" srcId="{7504810A-8948-4BEC-9AD7-8B08387D603F}" destId="{3F3561F2-A365-4679-BC7C-571E66A2EE19}" srcOrd="1" destOrd="0" presId="urn:microsoft.com/office/officeart/2005/8/layout/matrix1"/>
    <dgm:cxn modelId="{3D958458-0B97-42E1-8369-66BEE1A0B3BA}" type="presOf" srcId="{7504810A-8948-4BEC-9AD7-8B08387D603F}" destId="{9C0DEA70-8458-4AC8-8272-78427077BC12}" srcOrd="0" destOrd="0" presId="urn:microsoft.com/office/officeart/2005/8/layout/matrix1"/>
    <dgm:cxn modelId="{4B37C086-5D84-48E9-AA8A-B44E4EC88AA8}" type="presOf" srcId="{EE423966-7AAF-4A21-99B1-89D2316E063F}" destId="{C659E493-013A-442A-958F-6A21BFE0BD7B}" srcOrd="0" destOrd="0" presId="urn:microsoft.com/office/officeart/2005/8/layout/matrix1"/>
    <dgm:cxn modelId="{E9D212C0-1088-40F2-BA12-F0C98F4ECBCD}" type="presOf" srcId="{D1CCE4C2-6957-4D11-A917-3490962F4402}" destId="{1A5782EF-8F3A-42A7-A419-9DE9876BD18B}" srcOrd="1" destOrd="0" presId="urn:microsoft.com/office/officeart/2005/8/layout/matrix1"/>
    <dgm:cxn modelId="{9403AAC5-87C4-4F4A-A7F2-63CDDF2225D7}" type="presOf" srcId="{9F0766DC-998D-4304-9598-3398E668A6E4}" destId="{601306CA-B53D-4BEE-B070-8C23259F1635}" srcOrd="0" destOrd="0" presId="urn:microsoft.com/office/officeart/2005/8/layout/matrix1"/>
    <dgm:cxn modelId="{6FA95DC8-0850-44D7-A361-48052B67A846}" type="presOf" srcId="{36DD1E58-FE0A-4014-A420-B49796E83A46}" destId="{7C222F69-951C-4A1C-BCCC-B9401E53A2CA}" srcOrd="0" destOrd="0" presId="urn:microsoft.com/office/officeart/2005/8/layout/matrix1"/>
    <dgm:cxn modelId="{0885C2D2-2B0D-4EB1-A412-165100E978EE}" srcId="{EE423966-7AAF-4A21-99B1-89D2316E063F}" destId="{D1CCE4C2-6957-4D11-A917-3490962F4402}" srcOrd="1" destOrd="0" parTransId="{376BF388-F744-4236-BF0B-76CB0EA4CDE4}" sibTransId="{C812FEB9-B88F-48EA-B197-794E8603D799}"/>
    <dgm:cxn modelId="{EFFC6FE7-AA84-4F88-BAE4-6441D247DA3C}" srcId="{EE423966-7AAF-4A21-99B1-89D2316E063F}" destId="{36DD1E58-FE0A-4014-A420-B49796E83A46}" srcOrd="3" destOrd="0" parTransId="{5FB87D6E-6DBC-444D-AAB6-19BDE3909153}" sibTransId="{8E53A6B0-1FD0-4AE4-8293-4DE767F05709}"/>
    <dgm:cxn modelId="{71E9B7E8-AD6B-4D95-B4A6-04B240C35E67}" srcId="{9F0766DC-998D-4304-9598-3398E668A6E4}" destId="{EE423966-7AAF-4A21-99B1-89D2316E063F}" srcOrd="0" destOrd="0" parTransId="{3DC5E214-B371-4F2B-9FF7-FEF06143701B}" sibTransId="{5F03C806-B408-4CB1-8C4A-513E988D392B}"/>
    <dgm:cxn modelId="{FC8540E9-13B4-4481-AEA4-5BDC6B42882D}" srcId="{EE423966-7AAF-4A21-99B1-89D2316E063F}" destId="{B553B510-F268-4397-9936-54E89565FEF7}" srcOrd="2" destOrd="0" parTransId="{F8703638-AF54-421F-8816-456957B397FD}" sibTransId="{30114C56-35CB-45B1-A1C5-62DDF68E4858}"/>
    <dgm:cxn modelId="{952DDEEB-7296-446F-B377-22FEF9D05941}" type="presOf" srcId="{B553B510-F268-4397-9936-54E89565FEF7}" destId="{377F2C2E-8B4F-489C-A95E-BD7E0C08AA82}" srcOrd="1" destOrd="0" presId="urn:microsoft.com/office/officeart/2005/8/layout/matrix1"/>
    <dgm:cxn modelId="{18892B07-BB14-4873-A0A2-15C26CDF30AC}" type="presParOf" srcId="{601306CA-B53D-4BEE-B070-8C23259F1635}" destId="{DDFAC3ED-5714-4BDD-B65A-79B2946399E4}" srcOrd="0" destOrd="0" presId="urn:microsoft.com/office/officeart/2005/8/layout/matrix1"/>
    <dgm:cxn modelId="{E7F52829-F484-41CF-9A62-0DA812DBBFF5}" type="presParOf" srcId="{DDFAC3ED-5714-4BDD-B65A-79B2946399E4}" destId="{9C0DEA70-8458-4AC8-8272-78427077BC12}" srcOrd="0" destOrd="0" presId="urn:microsoft.com/office/officeart/2005/8/layout/matrix1"/>
    <dgm:cxn modelId="{73DDC1AA-3EAD-48DC-8FF6-5107950902D1}" type="presParOf" srcId="{DDFAC3ED-5714-4BDD-B65A-79B2946399E4}" destId="{3F3561F2-A365-4679-BC7C-571E66A2EE19}" srcOrd="1" destOrd="0" presId="urn:microsoft.com/office/officeart/2005/8/layout/matrix1"/>
    <dgm:cxn modelId="{BC5FBF71-298D-4B89-AC45-92D3D9EE138B}" type="presParOf" srcId="{DDFAC3ED-5714-4BDD-B65A-79B2946399E4}" destId="{67DBA33F-EB31-4FD2-A347-4E013EB504DD}" srcOrd="2" destOrd="0" presId="urn:microsoft.com/office/officeart/2005/8/layout/matrix1"/>
    <dgm:cxn modelId="{6B789D42-E9B9-46FC-BDD2-7F630EF1B59B}" type="presParOf" srcId="{DDFAC3ED-5714-4BDD-B65A-79B2946399E4}" destId="{1A5782EF-8F3A-42A7-A419-9DE9876BD18B}" srcOrd="3" destOrd="0" presId="urn:microsoft.com/office/officeart/2005/8/layout/matrix1"/>
    <dgm:cxn modelId="{9080E150-31E9-409E-9DB7-9E20CBF88D34}" type="presParOf" srcId="{DDFAC3ED-5714-4BDD-B65A-79B2946399E4}" destId="{77C38BDD-F5E5-4251-81EF-A206EF13815C}" srcOrd="4" destOrd="0" presId="urn:microsoft.com/office/officeart/2005/8/layout/matrix1"/>
    <dgm:cxn modelId="{E09E575B-3D2C-4F32-8C41-219EA4DED312}" type="presParOf" srcId="{DDFAC3ED-5714-4BDD-B65A-79B2946399E4}" destId="{377F2C2E-8B4F-489C-A95E-BD7E0C08AA82}" srcOrd="5" destOrd="0" presId="urn:microsoft.com/office/officeart/2005/8/layout/matrix1"/>
    <dgm:cxn modelId="{1AA5453B-C24B-41E3-96D1-D5A8E862A663}" type="presParOf" srcId="{DDFAC3ED-5714-4BDD-B65A-79B2946399E4}" destId="{7C222F69-951C-4A1C-BCCC-B9401E53A2CA}" srcOrd="6" destOrd="0" presId="urn:microsoft.com/office/officeart/2005/8/layout/matrix1"/>
    <dgm:cxn modelId="{89D26494-3590-43AF-898D-AD818E362660}" type="presParOf" srcId="{DDFAC3ED-5714-4BDD-B65A-79B2946399E4}" destId="{9B6D8507-4506-4B1E-9483-FEA72BBBFAD6}" srcOrd="7" destOrd="0" presId="urn:microsoft.com/office/officeart/2005/8/layout/matrix1"/>
    <dgm:cxn modelId="{4B1E5555-0F64-4BF4-BCD4-2D9EF1A8B12E}" type="presParOf" srcId="{601306CA-B53D-4BEE-B070-8C23259F1635}" destId="{C659E493-013A-442A-958F-6A21BFE0BD7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5FF5770C-487C-471F-ABC0-3A8D09FB9A43}" type="doc">
      <dgm:prSet loTypeId="urn:microsoft.com/office/officeart/2008/layout/Lined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0F08D2C5-526A-451E-A829-A7CB8A457D3B}">
      <dgm:prSet custT="1"/>
      <dgm:spPr/>
      <dgm:t>
        <a:bodyPr/>
        <a:lstStyle/>
        <a:p>
          <a:pPr algn="r"/>
          <a:r>
            <a:rPr lang="it-IT" sz="1800" dirty="0"/>
            <a:t>Le </a:t>
          </a:r>
          <a:r>
            <a:rPr lang="it-IT" sz="1800" b="1" dirty="0"/>
            <a:t>coordinate </a:t>
          </a:r>
          <a:r>
            <a:rPr lang="it-IT" sz="1800" dirty="0"/>
            <a:t>derivano dalla </a:t>
          </a:r>
          <a:r>
            <a:rPr lang="it-IT" sz="1800" b="1" dirty="0"/>
            <a:t>vicinanza statistica </a:t>
          </a:r>
          <a:r>
            <a:rPr lang="it-IT" sz="1800" dirty="0"/>
            <a:t>del modello ai gruppi umani di riferimento. Si calcola il delta tra le WD.</a:t>
          </a:r>
        </a:p>
      </dgm:t>
    </dgm:pt>
    <dgm:pt modelId="{06158835-3426-447A-9349-24D02ADA3F57}" type="parTrans" cxnId="{493C79D6-EF4A-49CB-B1A3-F22D69634726}">
      <dgm:prSet/>
      <dgm:spPr/>
      <dgm:t>
        <a:bodyPr/>
        <a:lstStyle/>
        <a:p>
          <a:endParaRPr lang="it-IT" sz="1800"/>
        </a:p>
      </dgm:t>
    </dgm:pt>
    <dgm:pt modelId="{AFBC52C2-8CD4-45FF-A781-17DCF83FCE77}" type="sibTrans" cxnId="{493C79D6-EF4A-49CB-B1A3-F22D69634726}">
      <dgm:prSet/>
      <dgm:spPr/>
      <dgm:t>
        <a:bodyPr/>
        <a:lstStyle/>
        <a:p>
          <a:endParaRPr lang="it-IT" sz="1800"/>
        </a:p>
      </dgm:t>
    </dgm:pt>
    <dgm:pt modelId="{BDDE5A75-F2D1-49CE-8740-9EE46EF18E8A}">
      <dgm:prSet custT="1"/>
      <dgm:spPr>
        <a:blipFill>
          <a:blip xmlns:r="http://schemas.openxmlformats.org/officeDocument/2006/relationships" r:embed="rId1"/>
          <a:stretch>
            <a:fillRect l="-1524" t="-4032"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658FB3F5-D2AA-4469-A2C3-40F3F4DF643A}" type="parTrans" cxnId="{EC197296-C010-4FC1-BD6E-C99466AFB6A9}">
      <dgm:prSet/>
      <dgm:spPr/>
      <dgm:t>
        <a:bodyPr/>
        <a:lstStyle/>
        <a:p>
          <a:endParaRPr lang="it-IT" sz="1800"/>
        </a:p>
      </dgm:t>
    </dgm:pt>
    <dgm:pt modelId="{EC8D16A3-8739-4B02-B4BB-87736CB69FBF}" type="sibTrans" cxnId="{EC197296-C010-4FC1-BD6E-C99466AFB6A9}">
      <dgm:prSet/>
      <dgm:spPr/>
      <dgm:t>
        <a:bodyPr/>
        <a:lstStyle/>
        <a:p>
          <a:endParaRPr lang="it-IT" sz="1800"/>
        </a:p>
      </dgm:t>
    </dgm:pt>
    <dgm:pt modelId="{57283DFA-0ED0-4A26-95F6-E3BFFE4C0175}">
      <dgm:prSet custT="1"/>
      <dgm:spPr>
        <a:blipFill>
          <a:blip xmlns:r="http://schemas.openxmlformats.org/officeDocument/2006/relationships" r:embed="rId2"/>
          <a:stretch>
            <a:fillRect l="-1260" t="-3333"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B2DA49E4-D5F2-49A3-9727-4E8A193564B5}" type="parTrans" cxnId="{FD4CC650-CDCA-438E-A833-9735462B5D6C}">
      <dgm:prSet/>
      <dgm:spPr/>
      <dgm:t>
        <a:bodyPr/>
        <a:lstStyle/>
        <a:p>
          <a:endParaRPr lang="it-IT" sz="1800"/>
        </a:p>
      </dgm:t>
    </dgm:pt>
    <dgm:pt modelId="{678141E7-8DFA-40D5-86F1-21AF0AFE8B1A}" type="sibTrans" cxnId="{FD4CC650-CDCA-438E-A833-9735462B5D6C}">
      <dgm:prSet/>
      <dgm:spPr/>
      <dgm:t>
        <a:bodyPr/>
        <a:lstStyle/>
        <a:p>
          <a:endParaRPr lang="it-IT" sz="1800"/>
        </a:p>
      </dgm:t>
    </dgm:pt>
    <dgm:pt modelId="{D34F3715-68F4-4A85-A6E2-3DAF51F153DA}" type="pres">
      <dgm:prSet presAssocID="{5FF5770C-487C-471F-ABC0-3A8D09FB9A43}" presName="vert0" presStyleCnt="0">
        <dgm:presLayoutVars>
          <dgm:dir/>
          <dgm:animOne val="branch"/>
          <dgm:animLvl val="lvl"/>
        </dgm:presLayoutVars>
      </dgm:prSet>
      <dgm:spPr/>
    </dgm:pt>
    <dgm:pt modelId="{F4D2EC1E-425E-421E-97A7-A59EDFFA88AA}" type="pres">
      <dgm:prSet presAssocID="{0F08D2C5-526A-451E-A829-A7CB8A457D3B}" presName="thickLine" presStyleLbl="alignNode1" presStyleIdx="0" presStyleCnt="1"/>
      <dgm:spPr/>
    </dgm:pt>
    <dgm:pt modelId="{4DFD940B-09B0-41D8-A8AC-BD784888D7CD}" type="pres">
      <dgm:prSet presAssocID="{0F08D2C5-526A-451E-A829-A7CB8A457D3B}" presName="horz1" presStyleCnt="0"/>
      <dgm:spPr/>
    </dgm:pt>
    <dgm:pt modelId="{AA4821DE-4E8C-495F-9F7F-EA764E1ACDA7}" type="pres">
      <dgm:prSet presAssocID="{0F08D2C5-526A-451E-A829-A7CB8A457D3B}" presName="tx1" presStyleLbl="revTx" presStyleIdx="0" presStyleCnt="3" custScaleX="194872"/>
      <dgm:spPr/>
    </dgm:pt>
    <dgm:pt modelId="{BE5605B1-9BE6-46F0-95DD-0E6FA4BBF124}" type="pres">
      <dgm:prSet presAssocID="{0F08D2C5-526A-451E-A829-A7CB8A457D3B}" presName="vert1" presStyleCnt="0"/>
      <dgm:spPr/>
    </dgm:pt>
    <dgm:pt modelId="{6B144288-7F16-42A4-985D-6D03D43D053D}" type="pres">
      <dgm:prSet presAssocID="{BDDE5A75-F2D1-49CE-8740-9EE46EF18E8A}" presName="vertSpace2a" presStyleCnt="0"/>
      <dgm:spPr/>
    </dgm:pt>
    <dgm:pt modelId="{FF6C9FDA-AA5E-48B4-9A0D-59EDCBA8A49A}" type="pres">
      <dgm:prSet presAssocID="{BDDE5A75-F2D1-49CE-8740-9EE46EF18E8A}" presName="horz2" presStyleCnt="0"/>
      <dgm:spPr/>
    </dgm:pt>
    <dgm:pt modelId="{E161E49F-CBF8-40D0-9ADE-F0A561F3A451}" type="pres">
      <dgm:prSet presAssocID="{BDDE5A75-F2D1-49CE-8740-9EE46EF18E8A}" presName="horzSpace2" presStyleCnt="0"/>
      <dgm:spPr/>
    </dgm:pt>
    <dgm:pt modelId="{EBD9FA33-6E8C-4D3E-B32E-ED9D45A0B8FE}" type="pres">
      <dgm:prSet presAssocID="{BDDE5A75-F2D1-49CE-8740-9EE46EF18E8A}" presName="tx2" presStyleLbl="revTx" presStyleIdx="1" presStyleCnt="3" custScaleX="82645" custScaleY="82645"/>
      <dgm:spPr/>
    </dgm:pt>
    <dgm:pt modelId="{D42B124C-ED86-41E7-87CC-15FC6CF0FED7}" type="pres">
      <dgm:prSet presAssocID="{BDDE5A75-F2D1-49CE-8740-9EE46EF18E8A}" presName="vert2" presStyleCnt="0"/>
      <dgm:spPr/>
    </dgm:pt>
    <dgm:pt modelId="{3112F860-1A11-40B6-B224-90B4694FB01C}" type="pres">
      <dgm:prSet presAssocID="{BDDE5A75-F2D1-49CE-8740-9EE46EF18E8A}" presName="thinLine2b" presStyleLbl="callout" presStyleIdx="0" presStyleCnt="2"/>
      <dgm:spPr/>
    </dgm:pt>
    <dgm:pt modelId="{6B31F35C-63B0-4F02-AA35-ED85BBBF0263}" type="pres">
      <dgm:prSet presAssocID="{BDDE5A75-F2D1-49CE-8740-9EE46EF18E8A}" presName="vertSpace2b" presStyleCnt="0"/>
      <dgm:spPr/>
    </dgm:pt>
    <dgm:pt modelId="{F8DFF3D1-D827-4A7D-BED3-8CAD3BF569F0}" type="pres">
      <dgm:prSet presAssocID="{57283DFA-0ED0-4A26-95F6-E3BFFE4C0175}" presName="horz2" presStyleCnt="0"/>
      <dgm:spPr/>
    </dgm:pt>
    <dgm:pt modelId="{BB6B30E1-25EF-44A7-9CA5-233105496DA7}" type="pres">
      <dgm:prSet presAssocID="{57283DFA-0ED0-4A26-95F6-E3BFFE4C0175}" presName="horzSpace2" presStyleCnt="0"/>
      <dgm:spPr/>
    </dgm:pt>
    <dgm:pt modelId="{F574DAFF-B127-4EE9-B77A-329524F2DC60}" type="pres">
      <dgm:prSet presAssocID="{57283DFA-0ED0-4A26-95F6-E3BFFE4C0175}" presName="tx2" presStyleLbl="revTx" presStyleIdx="2" presStyleCnt="3"/>
      <dgm:spPr/>
    </dgm:pt>
    <dgm:pt modelId="{0AB8B978-2C99-4B56-BF03-65F61BB43403}" type="pres">
      <dgm:prSet presAssocID="{57283DFA-0ED0-4A26-95F6-E3BFFE4C0175}" presName="vert2" presStyleCnt="0"/>
      <dgm:spPr/>
    </dgm:pt>
    <dgm:pt modelId="{FD1C2693-AF96-41A7-BF73-7908ED81F96D}" type="pres">
      <dgm:prSet presAssocID="{57283DFA-0ED0-4A26-95F6-E3BFFE4C0175}" presName="thinLine2b" presStyleLbl="callout" presStyleIdx="1" presStyleCnt="2"/>
      <dgm:spPr/>
    </dgm:pt>
    <dgm:pt modelId="{E5039825-E01C-4D94-B737-382F8E5B9C28}" type="pres">
      <dgm:prSet presAssocID="{57283DFA-0ED0-4A26-95F6-E3BFFE4C0175}" presName="vertSpace2b" presStyleCnt="0"/>
      <dgm:spPr/>
    </dgm:pt>
  </dgm:ptLst>
  <dgm:cxnLst>
    <dgm:cxn modelId="{44AA601A-A05E-4686-B8DC-A55D477E3101}" type="presOf" srcId="{57283DFA-0ED0-4A26-95F6-E3BFFE4C0175}" destId="{F574DAFF-B127-4EE9-B77A-329524F2DC60}" srcOrd="0" destOrd="0" presId="urn:microsoft.com/office/officeart/2008/layout/LinedList"/>
    <dgm:cxn modelId="{FD4CC650-CDCA-438E-A833-9735462B5D6C}" srcId="{0F08D2C5-526A-451E-A829-A7CB8A457D3B}" destId="{57283DFA-0ED0-4A26-95F6-E3BFFE4C0175}" srcOrd="1" destOrd="0" parTransId="{B2DA49E4-D5F2-49A3-9727-4E8A193564B5}" sibTransId="{678141E7-8DFA-40D5-86F1-21AF0AFE8B1A}"/>
    <dgm:cxn modelId="{5D2E3988-AC4C-4A6D-AB1A-8FC29EB4D4D7}" type="presOf" srcId="{5FF5770C-487C-471F-ABC0-3A8D09FB9A43}" destId="{D34F3715-68F4-4A85-A6E2-3DAF51F153DA}" srcOrd="0" destOrd="0" presId="urn:microsoft.com/office/officeart/2008/layout/LinedList"/>
    <dgm:cxn modelId="{EC197296-C010-4FC1-BD6E-C99466AFB6A9}" srcId="{0F08D2C5-526A-451E-A829-A7CB8A457D3B}" destId="{BDDE5A75-F2D1-49CE-8740-9EE46EF18E8A}" srcOrd="0" destOrd="0" parTransId="{658FB3F5-D2AA-4469-A2C3-40F3F4DF643A}" sibTransId="{EC8D16A3-8739-4B02-B4BB-87736CB69FBF}"/>
    <dgm:cxn modelId="{B4734CC7-71BF-4449-B1A0-80F3D9009021}" type="presOf" srcId="{BDDE5A75-F2D1-49CE-8740-9EE46EF18E8A}" destId="{EBD9FA33-6E8C-4D3E-B32E-ED9D45A0B8FE}" srcOrd="0" destOrd="0" presId="urn:microsoft.com/office/officeart/2008/layout/LinedList"/>
    <dgm:cxn modelId="{493C79D6-EF4A-49CB-B1A3-F22D69634726}" srcId="{5FF5770C-487C-471F-ABC0-3A8D09FB9A43}" destId="{0F08D2C5-526A-451E-A829-A7CB8A457D3B}" srcOrd="0" destOrd="0" parTransId="{06158835-3426-447A-9349-24D02ADA3F57}" sibTransId="{AFBC52C2-8CD4-45FF-A781-17DCF83FCE77}"/>
    <dgm:cxn modelId="{11104DEC-EB9A-4774-83F9-2ACE227F6F02}" type="presOf" srcId="{0F08D2C5-526A-451E-A829-A7CB8A457D3B}" destId="{AA4821DE-4E8C-495F-9F7F-EA764E1ACDA7}" srcOrd="0" destOrd="0" presId="urn:microsoft.com/office/officeart/2008/layout/LinedList"/>
    <dgm:cxn modelId="{67D39076-ADB2-48AB-80C2-B03C1951B4F8}" type="presParOf" srcId="{D34F3715-68F4-4A85-A6E2-3DAF51F153DA}" destId="{F4D2EC1E-425E-421E-97A7-A59EDFFA88AA}" srcOrd="0" destOrd="0" presId="urn:microsoft.com/office/officeart/2008/layout/LinedList"/>
    <dgm:cxn modelId="{A8C8096B-61D9-4E3B-B7DF-E82F24FF0D27}" type="presParOf" srcId="{D34F3715-68F4-4A85-A6E2-3DAF51F153DA}" destId="{4DFD940B-09B0-41D8-A8AC-BD784888D7CD}" srcOrd="1" destOrd="0" presId="urn:microsoft.com/office/officeart/2008/layout/LinedList"/>
    <dgm:cxn modelId="{6A231EE0-FAA6-4A83-9909-D661D96EA44F}" type="presParOf" srcId="{4DFD940B-09B0-41D8-A8AC-BD784888D7CD}" destId="{AA4821DE-4E8C-495F-9F7F-EA764E1ACDA7}" srcOrd="0" destOrd="0" presId="urn:microsoft.com/office/officeart/2008/layout/LinedList"/>
    <dgm:cxn modelId="{D480AD9E-AC37-47D7-8DC5-E266D442BD7D}" type="presParOf" srcId="{4DFD940B-09B0-41D8-A8AC-BD784888D7CD}" destId="{BE5605B1-9BE6-46F0-95DD-0E6FA4BBF124}" srcOrd="1" destOrd="0" presId="urn:microsoft.com/office/officeart/2008/layout/LinedList"/>
    <dgm:cxn modelId="{2A1EE531-7B8C-4484-81D1-EAC7D73BC49D}" type="presParOf" srcId="{BE5605B1-9BE6-46F0-95DD-0E6FA4BBF124}" destId="{6B144288-7F16-42A4-985D-6D03D43D053D}" srcOrd="0" destOrd="0" presId="urn:microsoft.com/office/officeart/2008/layout/LinedList"/>
    <dgm:cxn modelId="{3AFA448C-8520-47D3-B196-2596A79CEF1F}" type="presParOf" srcId="{BE5605B1-9BE6-46F0-95DD-0E6FA4BBF124}" destId="{FF6C9FDA-AA5E-48B4-9A0D-59EDCBA8A49A}" srcOrd="1" destOrd="0" presId="urn:microsoft.com/office/officeart/2008/layout/LinedList"/>
    <dgm:cxn modelId="{474A0218-1DB8-4AD7-8271-8052832FBBAE}" type="presParOf" srcId="{FF6C9FDA-AA5E-48B4-9A0D-59EDCBA8A49A}" destId="{E161E49F-CBF8-40D0-9ADE-F0A561F3A451}" srcOrd="0" destOrd="0" presId="urn:microsoft.com/office/officeart/2008/layout/LinedList"/>
    <dgm:cxn modelId="{9C981EB5-82D4-4B9E-95B1-8C18DD9C2A8D}" type="presParOf" srcId="{FF6C9FDA-AA5E-48B4-9A0D-59EDCBA8A49A}" destId="{EBD9FA33-6E8C-4D3E-B32E-ED9D45A0B8FE}" srcOrd="1" destOrd="0" presId="urn:microsoft.com/office/officeart/2008/layout/LinedList"/>
    <dgm:cxn modelId="{03031D82-41E3-49FC-9BF9-4BA6B55D6920}" type="presParOf" srcId="{FF6C9FDA-AA5E-48B4-9A0D-59EDCBA8A49A}" destId="{D42B124C-ED86-41E7-87CC-15FC6CF0FED7}" srcOrd="2" destOrd="0" presId="urn:microsoft.com/office/officeart/2008/layout/LinedList"/>
    <dgm:cxn modelId="{0C35C756-C530-4668-8BEC-B3B57B530070}" type="presParOf" srcId="{BE5605B1-9BE6-46F0-95DD-0E6FA4BBF124}" destId="{3112F860-1A11-40B6-B224-90B4694FB01C}" srcOrd="2" destOrd="0" presId="urn:microsoft.com/office/officeart/2008/layout/LinedList"/>
    <dgm:cxn modelId="{0AFD8E42-6EA5-4DDA-8732-6E41031DD2FE}" type="presParOf" srcId="{BE5605B1-9BE6-46F0-95DD-0E6FA4BBF124}" destId="{6B31F35C-63B0-4F02-AA35-ED85BBBF0263}" srcOrd="3" destOrd="0" presId="urn:microsoft.com/office/officeart/2008/layout/LinedList"/>
    <dgm:cxn modelId="{1C0A040F-8968-4765-825F-8D31B9BF905C}" type="presParOf" srcId="{BE5605B1-9BE6-46F0-95DD-0E6FA4BBF124}" destId="{F8DFF3D1-D827-4A7D-BED3-8CAD3BF569F0}" srcOrd="4" destOrd="0" presId="urn:microsoft.com/office/officeart/2008/layout/LinedList"/>
    <dgm:cxn modelId="{EB233980-0772-4A8F-9EC7-3987943B84F4}" type="presParOf" srcId="{F8DFF3D1-D827-4A7D-BED3-8CAD3BF569F0}" destId="{BB6B30E1-25EF-44A7-9CA5-233105496DA7}" srcOrd="0" destOrd="0" presId="urn:microsoft.com/office/officeart/2008/layout/LinedList"/>
    <dgm:cxn modelId="{10DEF84F-75E1-4B2F-ABAF-6E926B36D9D5}" type="presParOf" srcId="{F8DFF3D1-D827-4A7D-BED3-8CAD3BF569F0}" destId="{F574DAFF-B127-4EE9-B77A-329524F2DC60}" srcOrd="1" destOrd="0" presId="urn:microsoft.com/office/officeart/2008/layout/LinedList"/>
    <dgm:cxn modelId="{A03977AB-8284-4F9D-ABF1-B9C732E23B5F}" type="presParOf" srcId="{F8DFF3D1-D827-4A7D-BED3-8CAD3BF569F0}" destId="{0AB8B978-2C99-4B56-BF03-65F61BB43403}" srcOrd="2" destOrd="0" presId="urn:microsoft.com/office/officeart/2008/layout/LinedList"/>
    <dgm:cxn modelId="{E13B297B-DB72-45AC-A0D6-F550924FC88B}" type="presParOf" srcId="{BE5605B1-9BE6-46F0-95DD-0E6FA4BBF124}" destId="{FD1C2693-AF96-41A7-BF73-7908ED81F96D}" srcOrd="5" destOrd="0" presId="urn:microsoft.com/office/officeart/2008/layout/LinedList"/>
    <dgm:cxn modelId="{9AE43304-3950-49EA-9508-D881E2F12943}" type="presParOf" srcId="{BE5605B1-9BE6-46F0-95DD-0E6FA4BBF124}" destId="{E5039825-E01C-4D94-B737-382F8E5B9C2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9B7EA46-10B6-4977-80AA-CEE8A630AD9B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AC4B97B1-1E1C-4127-8BFF-4B0E82F9E426}">
      <dgm:prSet/>
      <dgm:spPr/>
      <dgm:t>
        <a:bodyPr/>
        <a:lstStyle/>
        <a:p>
          <a:pPr algn="r"/>
          <a:r>
            <a:rPr lang="it-IT" b="1" i="0" baseline="0" dirty="0"/>
            <a:t>Sviluppi futuri</a:t>
          </a:r>
          <a:endParaRPr lang="it-IT" b="1" dirty="0"/>
        </a:p>
      </dgm:t>
    </dgm:pt>
    <dgm:pt modelId="{70238803-972B-418D-99BC-D60B4BE02F4B}" type="parTrans" cxnId="{5BBC8F3B-037D-49F1-A652-1206900A615E}">
      <dgm:prSet/>
      <dgm:spPr/>
      <dgm:t>
        <a:bodyPr/>
        <a:lstStyle/>
        <a:p>
          <a:endParaRPr lang="it-IT"/>
        </a:p>
      </dgm:t>
    </dgm:pt>
    <dgm:pt modelId="{8CE38A82-EBE0-4668-884A-5C2438F8A6CB}" type="sibTrans" cxnId="{5BBC8F3B-037D-49F1-A652-1206900A615E}">
      <dgm:prSet/>
      <dgm:spPr/>
      <dgm:t>
        <a:bodyPr/>
        <a:lstStyle/>
        <a:p>
          <a:endParaRPr lang="it-IT"/>
        </a:p>
      </dgm:t>
    </dgm:pt>
    <dgm:pt modelId="{39EEF867-A068-4CA0-B742-9B92DD7EA541}">
      <dgm:prSet/>
      <dgm:spPr/>
      <dgm:t>
        <a:bodyPr/>
        <a:lstStyle/>
        <a:p>
          <a:r>
            <a:rPr lang="it-IT" b="0" i="0" baseline="0"/>
            <a:t>Analisi della discrepanza nel modello 1.4B</a:t>
          </a:r>
          <a:endParaRPr lang="it-IT"/>
        </a:p>
      </dgm:t>
    </dgm:pt>
    <dgm:pt modelId="{7F858AFC-AEB1-4731-9F8E-A00198DB4FCC}" type="parTrans" cxnId="{F92978F1-8D6F-4614-8CD9-8D76B601F835}">
      <dgm:prSet/>
      <dgm:spPr/>
      <dgm:t>
        <a:bodyPr/>
        <a:lstStyle/>
        <a:p>
          <a:endParaRPr lang="it-IT"/>
        </a:p>
      </dgm:t>
    </dgm:pt>
    <dgm:pt modelId="{42BBAADB-A8F8-4EB6-BA64-4BF3EAE8370F}" type="sibTrans" cxnId="{F92978F1-8D6F-4614-8CD9-8D76B601F835}">
      <dgm:prSet/>
      <dgm:spPr/>
      <dgm:t>
        <a:bodyPr/>
        <a:lstStyle/>
        <a:p>
          <a:endParaRPr lang="it-IT"/>
        </a:p>
      </dgm:t>
    </dgm:pt>
    <dgm:pt modelId="{8E7CF720-16DE-4A0B-B3D0-358811F0086D}">
      <dgm:prSet/>
      <dgm:spPr/>
      <dgm:t>
        <a:bodyPr/>
        <a:lstStyle/>
        <a:p>
          <a:r>
            <a:rPr lang="it-IT"/>
            <a:t>Generalizzazione famiglia (altri modelli </a:t>
          </a:r>
          <a:r>
            <a:rPr lang="it-IT" i="1"/>
            <a:t>pre-trained</a:t>
          </a:r>
          <a:r>
            <a:rPr lang="it-IT"/>
            <a:t>)</a:t>
          </a:r>
        </a:p>
      </dgm:t>
    </dgm:pt>
    <dgm:pt modelId="{AED5E8D7-A80F-479B-9C9F-51214DAF6782}" type="parTrans" cxnId="{D22E8103-EF4E-457B-A157-038CE85F0ABB}">
      <dgm:prSet/>
      <dgm:spPr/>
      <dgm:t>
        <a:bodyPr/>
        <a:lstStyle/>
        <a:p>
          <a:endParaRPr lang="it-IT"/>
        </a:p>
      </dgm:t>
    </dgm:pt>
    <dgm:pt modelId="{CCF3A9B1-18D3-49E4-A4DE-935D037D75C0}" type="sibTrans" cxnId="{D22E8103-EF4E-457B-A157-038CE85F0ABB}">
      <dgm:prSet/>
      <dgm:spPr/>
      <dgm:t>
        <a:bodyPr/>
        <a:lstStyle/>
        <a:p>
          <a:endParaRPr lang="it-IT"/>
        </a:p>
      </dgm:t>
    </dgm:pt>
    <dgm:pt modelId="{39FA6DED-44F8-430D-B2F4-DDF7368CB9C9}">
      <dgm:prSet/>
      <dgm:spPr/>
      <dgm:t>
        <a:bodyPr/>
        <a:lstStyle/>
        <a:p>
          <a:r>
            <a:rPr lang="it-IT"/>
            <a:t>Impatto dell’RLHF (stessa famiglia)</a:t>
          </a:r>
        </a:p>
      </dgm:t>
    </dgm:pt>
    <dgm:pt modelId="{0D82DFC3-02B4-4D6A-A072-9788A7BF5B8F}" type="parTrans" cxnId="{54DBA4B9-D13C-4278-96ED-C720B6911E54}">
      <dgm:prSet/>
      <dgm:spPr/>
      <dgm:t>
        <a:bodyPr/>
        <a:lstStyle/>
        <a:p>
          <a:endParaRPr lang="it-IT"/>
        </a:p>
      </dgm:t>
    </dgm:pt>
    <dgm:pt modelId="{5778B7DC-97B1-4602-A276-6D2E713A4ED0}" type="sibTrans" cxnId="{54DBA4B9-D13C-4278-96ED-C720B6911E54}">
      <dgm:prSet/>
      <dgm:spPr/>
      <dgm:t>
        <a:bodyPr/>
        <a:lstStyle/>
        <a:p>
          <a:endParaRPr lang="it-IT"/>
        </a:p>
      </dgm:t>
    </dgm:pt>
    <dgm:pt modelId="{D9717E8D-86BF-4B91-B799-329EE707BC9F}">
      <dgm:prSet/>
      <dgm:spPr/>
      <dgm:t>
        <a:bodyPr/>
        <a:lstStyle/>
        <a:p>
          <a:r>
            <a:rPr lang="it-IT" dirty="0"/>
            <a:t>Diversità culturale nei sondaggi</a:t>
          </a:r>
        </a:p>
      </dgm:t>
    </dgm:pt>
    <dgm:pt modelId="{E1401B08-A570-4E54-8BE6-EE5C8ECEBA68}" type="parTrans" cxnId="{228C3ADC-EA46-41F5-8DF8-1CB0B241C74D}">
      <dgm:prSet/>
      <dgm:spPr/>
      <dgm:t>
        <a:bodyPr/>
        <a:lstStyle/>
        <a:p>
          <a:endParaRPr lang="it-IT"/>
        </a:p>
      </dgm:t>
    </dgm:pt>
    <dgm:pt modelId="{C9DADDAC-C2C5-4107-968B-F623EFDAC136}" type="sibTrans" cxnId="{228C3ADC-EA46-41F5-8DF8-1CB0B241C74D}">
      <dgm:prSet/>
      <dgm:spPr/>
      <dgm:t>
        <a:bodyPr/>
        <a:lstStyle/>
        <a:p>
          <a:endParaRPr lang="it-IT"/>
        </a:p>
      </dgm:t>
    </dgm:pt>
    <dgm:pt modelId="{E6411C68-F7FD-4017-92C2-D2865FCAF33D}">
      <dgm:prSet/>
      <dgm:spPr/>
      <dgm:t>
        <a:bodyPr/>
        <a:lstStyle/>
        <a:p>
          <a:r>
            <a:rPr lang="it-IT"/>
            <a:t>Modelli multilingue</a:t>
          </a:r>
        </a:p>
      </dgm:t>
    </dgm:pt>
    <dgm:pt modelId="{754211D0-F5FD-4F14-A29E-C3F73DA6BE04}" type="parTrans" cxnId="{FAE72710-87A2-4B04-96BD-4F544C4B4BB9}">
      <dgm:prSet/>
      <dgm:spPr/>
      <dgm:t>
        <a:bodyPr/>
        <a:lstStyle/>
        <a:p>
          <a:endParaRPr lang="it-IT"/>
        </a:p>
      </dgm:t>
    </dgm:pt>
    <dgm:pt modelId="{D2EE512D-2257-4C4C-A208-2088CA9E306C}" type="sibTrans" cxnId="{FAE72710-87A2-4B04-96BD-4F544C4B4BB9}">
      <dgm:prSet/>
      <dgm:spPr/>
      <dgm:t>
        <a:bodyPr/>
        <a:lstStyle/>
        <a:p>
          <a:endParaRPr lang="it-IT"/>
        </a:p>
      </dgm:t>
    </dgm:pt>
    <dgm:pt modelId="{495CF2B6-7E18-44B8-91A7-1D6100AAB919}">
      <dgm:prSet/>
      <dgm:spPr/>
      <dgm:t>
        <a:bodyPr/>
        <a:lstStyle/>
        <a:p>
          <a:r>
            <a:rPr lang="it-IT"/>
            <a:t>Minacce aggiuntive (emotiva, morale, sociale)</a:t>
          </a:r>
        </a:p>
      </dgm:t>
    </dgm:pt>
    <dgm:pt modelId="{D0CBD71D-683D-4CC6-A8A1-70E557AED9C5}" type="parTrans" cxnId="{4BC3F7E6-79AF-49D1-AAF4-B71505D8917A}">
      <dgm:prSet/>
      <dgm:spPr/>
      <dgm:t>
        <a:bodyPr/>
        <a:lstStyle/>
        <a:p>
          <a:endParaRPr lang="it-IT"/>
        </a:p>
      </dgm:t>
    </dgm:pt>
    <dgm:pt modelId="{8B1C8A0A-08C9-4497-B1C2-595912B93C6A}" type="sibTrans" cxnId="{4BC3F7E6-79AF-49D1-AAF4-B71505D8917A}">
      <dgm:prSet/>
      <dgm:spPr/>
      <dgm:t>
        <a:bodyPr/>
        <a:lstStyle/>
        <a:p>
          <a:endParaRPr lang="it-IT"/>
        </a:p>
      </dgm:t>
    </dgm:pt>
    <dgm:pt modelId="{FF06237A-8C36-4752-B4ED-FC4F2A0F4B57}">
      <dgm:prSet/>
      <dgm:spPr/>
      <dgm:t>
        <a:bodyPr/>
        <a:lstStyle/>
        <a:p>
          <a:r>
            <a:rPr lang="it-IT"/>
            <a:t>Gentilezza e rispetto</a:t>
          </a:r>
        </a:p>
      </dgm:t>
    </dgm:pt>
    <dgm:pt modelId="{E2C264BE-D8DF-4BA8-8DB6-36AF40901A4E}" type="parTrans" cxnId="{C16C51A1-64E8-49EE-B9B6-1E510D55D205}">
      <dgm:prSet/>
      <dgm:spPr/>
      <dgm:t>
        <a:bodyPr/>
        <a:lstStyle/>
        <a:p>
          <a:endParaRPr lang="it-IT"/>
        </a:p>
      </dgm:t>
    </dgm:pt>
    <dgm:pt modelId="{75EF12B7-3039-4AAB-A0CE-E99E4B995C42}" type="sibTrans" cxnId="{C16C51A1-64E8-49EE-B9B6-1E510D55D205}">
      <dgm:prSet/>
      <dgm:spPr/>
      <dgm:t>
        <a:bodyPr/>
        <a:lstStyle/>
        <a:p>
          <a:endParaRPr lang="it-IT"/>
        </a:p>
      </dgm:t>
    </dgm:pt>
    <dgm:pt modelId="{D05CE1F8-7C0C-401D-9A94-0BB5B76AD3B0}" type="pres">
      <dgm:prSet presAssocID="{69B7EA46-10B6-4977-80AA-CEE8A630AD9B}" presName="vert0" presStyleCnt="0">
        <dgm:presLayoutVars>
          <dgm:dir/>
          <dgm:animOne val="branch"/>
          <dgm:animLvl val="lvl"/>
        </dgm:presLayoutVars>
      </dgm:prSet>
      <dgm:spPr/>
    </dgm:pt>
    <dgm:pt modelId="{3420E397-4616-48CA-9320-A02E078A46D0}" type="pres">
      <dgm:prSet presAssocID="{AC4B97B1-1E1C-4127-8BFF-4B0E82F9E426}" presName="thickLine" presStyleLbl="alignNode1" presStyleIdx="0" presStyleCnt="1"/>
      <dgm:spPr/>
    </dgm:pt>
    <dgm:pt modelId="{2FF0A89F-68FA-4987-81FC-4AB59D87A645}" type="pres">
      <dgm:prSet presAssocID="{AC4B97B1-1E1C-4127-8BFF-4B0E82F9E426}" presName="horz1" presStyleCnt="0"/>
      <dgm:spPr/>
    </dgm:pt>
    <dgm:pt modelId="{07D41641-558B-4BC4-A808-51350078B209}" type="pres">
      <dgm:prSet presAssocID="{AC4B97B1-1E1C-4127-8BFF-4B0E82F9E426}" presName="tx1" presStyleLbl="revTx" presStyleIdx="0" presStyleCnt="8"/>
      <dgm:spPr/>
    </dgm:pt>
    <dgm:pt modelId="{1D228657-C872-402C-9373-FF33B88493D8}" type="pres">
      <dgm:prSet presAssocID="{AC4B97B1-1E1C-4127-8BFF-4B0E82F9E426}" presName="vert1" presStyleCnt="0"/>
      <dgm:spPr/>
    </dgm:pt>
    <dgm:pt modelId="{8CC4EC2D-7DF0-469E-A5D8-9BD0B803CD4A}" type="pres">
      <dgm:prSet presAssocID="{39EEF867-A068-4CA0-B742-9B92DD7EA541}" presName="vertSpace2a" presStyleCnt="0"/>
      <dgm:spPr/>
    </dgm:pt>
    <dgm:pt modelId="{0EE321DF-1907-4A62-B0EB-98072D345E37}" type="pres">
      <dgm:prSet presAssocID="{39EEF867-A068-4CA0-B742-9B92DD7EA541}" presName="horz2" presStyleCnt="0"/>
      <dgm:spPr/>
    </dgm:pt>
    <dgm:pt modelId="{27E3A0E6-8A58-49CC-8169-057226C4ADC5}" type="pres">
      <dgm:prSet presAssocID="{39EEF867-A068-4CA0-B742-9B92DD7EA541}" presName="horzSpace2" presStyleCnt="0"/>
      <dgm:spPr/>
    </dgm:pt>
    <dgm:pt modelId="{21EC7D6F-E66B-4068-9482-E008CCF3D347}" type="pres">
      <dgm:prSet presAssocID="{39EEF867-A068-4CA0-B742-9B92DD7EA541}" presName="tx2" presStyleLbl="revTx" presStyleIdx="1" presStyleCnt="8"/>
      <dgm:spPr/>
    </dgm:pt>
    <dgm:pt modelId="{037AE51D-369D-4909-A9F2-CB7D8568FAE4}" type="pres">
      <dgm:prSet presAssocID="{39EEF867-A068-4CA0-B742-9B92DD7EA541}" presName="vert2" presStyleCnt="0"/>
      <dgm:spPr/>
    </dgm:pt>
    <dgm:pt modelId="{FF8E4D1F-6506-429F-A443-9BF197733059}" type="pres">
      <dgm:prSet presAssocID="{39EEF867-A068-4CA0-B742-9B92DD7EA541}" presName="thinLine2b" presStyleLbl="callout" presStyleIdx="0" presStyleCnt="7"/>
      <dgm:spPr/>
    </dgm:pt>
    <dgm:pt modelId="{12E6498B-60E1-4C83-8E2F-6F33B8E53A66}" type="pres">
      <dgm:prSet presAssocID="{39EEF867-A068-4CA0-B742-9B92DD7EA541}" presName="vertSpace2b" presStyleCnt="0"/>
      <dgm:spPr/>
    </dgm:pt>
    <dgm:pt modelId="{7FF7548F-86C3-42B6-BF64-DA06AB76CD34}" type="pres">
      <dgm:prSet presAssocID="{8E7CF720-16DE-4A0B-B3D0-358811F0086D}" presName="horz2" presStyleCnt="0"/>
      <dgm:spPr/>
    </dgm:pt>
    <dgm:pt modelId="{9B9859E5-C858-4D5D-AE3F-DA68D0D94C6C}" type="pres">
      <dgm:prSet presAssocID="{8E7CF720-16DE-4A0B-B3D0-358811F0086D}" presName="horzSpace2" presStyleCnt="0"/>
      <dgm:spPr/>
    </dgm:pt>
    <dgm:pt modelId="{7EE8D61D-8A68-40FB-95F5-D1D0C09E8174}" type="pres">
      <dgm:prSet presAssocID="{8E7CF720-16DE-4A0B-B3D0-358811F0086D}" presName="tx2" presStyleLbl="revTx" presStyleIdx="2" presStyleCnt="8"/>
      <dgm:spPr/>
    </dgm:pt>
    <dgm:pt modelId="{7F0F5D10-598D-4989-8587-75729CC31C14}" type="pres">
      <dgm:prSet presAssocID="{8E7CF720-16DE-4A0B-B3D0-358811F0086D}" presName="vert2" presStyleCnt="0"/>
      <dgm:spPr/>
    </dgm:pt>
    <dgm:pt modelId="{BDCFF8FE-D8C5-4B2D-A17A-B50C5C6F01F4}" type="pres">
      <dgm:prSet presAssocID="{8E7CF720-16DE-4A0B-B3D0-358811F0086D}" presName="thinLine2b" presStyleLbl="callout" presStyleIdx="1" presStyleCnt="7"/>
      <dgm:spPr/>
    </dgm:pt>
    <dgm:pt modelId="{6998DA2A-0F6E-4D12-8A97-E3B2DCCACCCE}" type="pres">
      <dgm:prSet presAssocID="{8E7CF720-16DE-4A0B-B3D0-358811F0086D}" presName="vertSpace2b" presStyleCnt="0"/>
      <dgm:spPr/>
    </dgm:pt>
    <dgm:pt modelId="{40ADC2F8-1FDF-47DC-8E14-CCB05850BD6C}" type="pres">
      <dgm:prSet presAssocID="{39FA6DED-44F8-430D-B2F4-DDF7368CB9C9}" presName="horz2" presStyleCnt="0"/>
      <dgm:spPr/>
    </dgm:pt>
    <dgm:pt modelId="{DBCD1B1E-6AF5-4A6E-AB98-285A03615416}" type="pres">
      <dgm:prSet presAssocID="{39FA6DED-44F8-430D-B2F4-DDF7368CB9C9}" presName="horzSpace2" presStyleCnt="0"/>
      <dgm:spPr/>
    </dgm:pt>
    <dgm:pt modelId="{105B4DB2-5A68-45C9-80E2-ECFF23D52501}" type="pres">
      <dgm:prSet presAssocID="{39FA6DED-44F8-430D-B2F4-DDF7368CB9C9}" presName="tx2" presStyleLbl="revTx" presStyleIdx="3" presStyleCnt="8"/>
      <dgm:spPr/>
    </dgm:pt>
    <dgm:pt modelId="{20B3CC9F-763D-4761-9277-45CFEC1C12C4}" type="pres">
      <dgm:prSet presAssocID="{39FA6DED-44F8-430D-B2F4-DDF7368CB9C9}" presName="vert2" presStyleCnt="0"/>
      <dgm:spPr/>
    </dgm:pt>
    <dgm:pt modelId="{D5178A76-84FF-495A-BE02-910E23011E80}" type="pres">
      <dgm:prSet presAssocID="{39FA6DED-44F8-430D-B2F4-DDF7368CB9C9}" presName="thinLine2b" presStyleLbl="callout" presStyleIdx="2" presStyleCnt="7"/>
      <dgm:spPr/>
    </dgm:pt>
    <dgm:pt modelId="{3CFC2EA8-3597-4A4D-BF78-26470A2140C7}" type="pres">
      <dgm:prSet presAssocID="{39FA6DED-44F8-430D-B2F4-DDF7368CB9C9}" presName="vertSpace2b" presStyleCnt="0"/>
      <dgm:spPr/>
    </dgm:pt>
    <dgm:pt modelId="{5C6C23EC-6239-4217-86A6-A1A56063B154}" type="pres">
      <dgm:prSet presAssocID="{D9717E8D-86BF-4B91-B799-329EE707BC9F}" presName="horz2" presStyleCnt="0"/>
      <dgm:spPr/>
    </dgm:pt>
    <dgm:pt modelId="{E93F7784-14D2-4395-9145-09FA1E9E7B16}" type="pres">
      <dgm:prSet presAssocID="{D9717E8D-86BF-4B91-B799-329EE707BC9F}" presName="horzSpace2" presStyleCnt="0"/>
      <dgm:spPr/>
    </dgm:pt>
    <dgm:pt modelId="{AEF99962-5143-4DD9-94B9-F5679A29025E}" type="pres">
      <dgm:prSet presAssocID="{D9717E8D-86BF-4B91-B799-329EE707BC9F}" presName="tx2" presStyleLbl="revTx" presStyleIdx="4" presStyleCnt="8"/>
      <dgm:spPr/>
    </dgm:pt>
    <dgm:pt modelId="{2C9A53F3-05CC-4D61-9CC1-7970815E006A}" type="pres">
      <dgm:prSet presAssocID="{D9717E8D-86BF-4B91-B799-329EE707BC9F}" presName="vert2" presStyleCnt="0"/>
      <dgm:spPr/>
    </dgm:pt>
    <dgm:pt modelId="{4E7F831F-18F7-4452-BA14-DE836F3D9F03}" type="pres">
      <dgm:prSet presAssocID="{D9717E8D-86BF-4B91-B799-329EE707BC9F}" presName="thinLine2b" presStyleLbl="callout" presStyleIdx="3" presStyleCnt="7"/>
      <dgm:spPr/>
    </dgm:pt>
    <dgm:pt modelId="{54805CE1-2A0D-4F22-A0DD-043F0328CB12}" type="pres">
      <dgm:prSet presAssocID="{D9717E8D-86BF-4B91-B799-329EE707BC9F}" presName="vertSpace2b" presStyleCnt="0"/>
      <dgm:spPr/>
    </dgm:pt>
    <dgm:pt modelId="{310166AE-2F4D-44BE-B07C-E598732AAC93}" type="pres">
      <dgm:prSet presAssocID="{E6411C68-F7FD-4017-92C2-D2865FCAF33D}" presName="horz2" presStyleCnt="0"/>
      <dgm:spPr/>
    </dgm:pt>
    <dgm:pt modelId="{6C72EF4B-EF78-4F55-B801-4A04088850F4}" type="pres">
      <dgm:prSet presAssocID="{E6411C68-F7FD-4017-92C2-D2865FCAF33D}" presName="horzSpace2" presStyleCnt="0"/>
      <dgm:spPr/>
    </dgm:pt>
    <dgm:pt modelId="{20A39EBE-6C5C-44DF-A8FF-D61C2709D92A}" type="pres">
      <dgm:prSet presAssocID="{E6411C68-F7FD-4017-92C2-D2865FCAF33D}" presName="tx2" presStyleLbl="revTx" presStyleIdx="5" presStyleCnt="8"/>
      <dgm:spPr/>
    </dgm:pt>
    <dgm:pt modelId="{8D74E217-D325-40A6-B766-E86B135E00CF}" type="pres">
      <dgm:prSet presAssocID="{E6411C68-F7FD-4017-92C2-D2865FCAF33D}" presName="vert2" presStyleCnt="0"/>
      <dgm:spPr/>
    </dgm:pt>
    <dgm:pt modelId="{244D0C25-AB44-4FED-82E6-C7D5725C8A58}" type="pres">
      <dgm:prSet presAssocID="{E6411C68-F7FD-4017-92C2-D2865FCAF33D}" presName="thinLine2b" presStyleLbl="callout" presStyleIdx="4" presStyleCnt="7"/>
      <dgm:spPr/>
    </dgm:pt>
    <dgm:pt modelId="{C33AEA8C-EB12-49BF-93AB-5A124710C7A1}" type="pres">
      <dgm:prSet presAssocID="{E6411C68-F7FD-4017-92C2-D2865FCAF33D}" presName="vertSpace2b" presStyleCnt="0"/>
      <dgm:spPr/>
    </dgm:pt>
    <dgm:pt modelId="{7545704C-9472-4CD0-B5EC-F116ED0B7A5D}" type="pres">
      <dgm:prSet presAssocID="{495CF2B6-7E18-44B8-91A7-1D6100AAB919}" presName="horz2" presStyleCnt="0"/>
      <dgm:spPr/>
    </dgm:pt>
    <dgm:pt modelId="{6ACB448F-2E57-46E1-99D0-585FF2861B41}" type="pres">
      <dgm:prSet presAssocID="{495CF2B6-7E18-44B8-91A7-1D6100AAB919}" presName="horzSpace2" presStyleCnt="0"/>
      <dgm:spPr/>
    </dgm:pt>
    <dgm:pt modelId="{BA801B47-0D0B-469E-A9AB-54F28D2BBE9B}" type="pres">
      <dgm:prSet presAssocID="{495CF2B6-7E18-44B8-91A7-1D6100AAB919}" presName="tx2" presStyleLbl="revTx" presStyleIdx="6" presStyleCnt="8"/>
      <dgm:spPr/>
    </dgm:pt>
    <dgm:pt modelId="{63097992-F3F3-4EA9-B55C-E2EBC6CDDB16}" type="pres">
      <dgm:prSet presAssocID="{495CF2B6-7E18-44B8-91A7-1D6100AAB919}" presName="vert2" presStyleCnt="0"/>
      <dgm:spPr/>
    </dgm:pt>
    <dgm:pt modelId="{759737F4-ABC2-49E1-AFF0-77F9033AACBB}" type="pres">
      <dgm:prSet presAssocID="{495CF2B6-7E18-44B8-91A7-1D6100AAB919}" presName="thinLine2b" presStyleLbl="callout" presStyleIdx="5" presStyleCnt="7"/>
      <dgm:spPr/>
    </dgm:pt>
    <dgm:pt modelId="{3A2E9DD9-2F7E-44E5-926F-8009B681220B}" type="pres">
      <dgm:prSet presAssocID="{495CF2B6-7E18-44B8-91A7-1D6100AAB919}" presName="vertSpace2b" presStyleCnt="0"/>
      <dgm:spPr/>
    </dgm:pt>
    <dgm:pt modelId="{839D1AC1-09EB-4FE4-9ED0-2BF1656CB93E}" type="pres">
      <dgm:prSet presAssocID="{FF06237A-8C36-4752-B4ED-FC4F2A0F4B57}" presName="horz2" presStyleCnt="0"/>
      <dgm:spPr/>
    </dgm:pt>
    <dgm:pt modelId="{A5C4ED31-9C5C-47FE-8620-16BA7B28B39A}" type="pres">
      <dgm:prSet presAssocID="{FF06237A-8C36-4752-B4ED-FC4F2A0F4B57}" presName="horzSpace2" presStyleCnt="0"/>
      <dgm:spPr/>
    </dgm:pt>
    <dgm:pt modelId="{5FE11F20-5CD7-416F-B5EE-0149B8598076}" type="pres">
      <dgm:prSet presAssocID="{FF06237A-8C36-4752-B4ED-FC4F2A0F4B57}" presName="tx2" presStyleLbl="revTx" presStyleIdx="7" presStyleCnt="8"/>
      <dgm:spPr/>
    </dgm:pt>
    <dgm:pt modelId="{56C78214-CC84-4333-A7E0-6AF955075D66}" type="pres">
      <dgm:prSet presAssocID="{FF06237A-8C36-4752-B4ED-FC4F2A0F4B57}" presName="vert2" presStyleCnt="0"/>
      <dgm:spPr/>
    </dgm:pt>
    <dgm:pt modelId="{B3DEF4A0-9062-4329-A1C7-2413B98A1659}" type="pres">
      <dgm:prSet presAssocID="{FF06237A-8C36-4752-B4ED-FC4F2A0F4B57}" presName="thinLine2b" presStyleLbl="callout" presStyleIdx="6" presStyleCnt="7"/>
      <dgm:spPr/>
    </dgm:pt>
    <dgm:pt modelId="{7B44C077-8F2B-4992-8C95-E4328CD27F2E}" type="pres">
      <dgm:prSet presAssocID="{FF06237A-8C36-4752-B4ED-FC4F2A0F4B57}" presName="vertSpace2b" presStyleCnt="0"/>
      <dgm:spPr/>
    </dgm:pt>
  </dgm:ptLst>
  <dgm:cxnLst>
    <dgm:cxn modelId="{D22E8103-EF4E-457B-A157-038CE85F0ABB}" srcId="{AC4B97B1-1E1C-4127-8BFF-4B0E82F9E426}" destId="{8E7CF720-16DE-4A0B-B3D0-358811F0086D}" srcOrd="1" destOrd="0" parTransId="{AED5E8D7-A80F-479B-9C9F-51214DAF6782}" sibTransId="{CCF3A9B1-18D3-49E4-A4DE-935D037D75C0}"/>
    <dgm:cxn modelId="{E9613005-4757-4179-A777-D43401102E69}" type="presOf" srcId="{D9717E8D-86BF-4B91-B799-329EE707BC9F}" destId="{AEF99962-5143-4DD9-94B9-F5679A29025E}" srcOrd="0" destOrd="0" presId="urn:microsoft.com/office/officeart/2008/layout/LinedList"/>
    <dgm:cxn modelId="{FAE72710-87A2-4B04-96BD-4F544C4B4BB9}" srcId="{AC4B97B1-1E1C-4127-8BFF-4B0E82F9E426}" destId="{E6411C68-F7FD-4017-92C2-D2865FCAF33D}" srcOrd="4" destOrd="0" parTransId="{754211D0-F5FD-4F14-A29E-C3F73DA6BE04}" sibTransId="{D2EE512D-2257-4C4C-A208-2088CA9E306C}"/>
    <dgm:cxn modelId="{5BBC8F3B-037D-49F1-A652-1206900A615E}" srcId="{69B7EA46-10B6-4977-80AA-CEE8A630AD9B}" destId="{AC4B97B1-1E1C-4127-8BFF-4B0E82F9E426}" srcOrd="0" destOrd="0" parTransId="{70238803-972B-418D-99BC-D60B4BE02F4B}" sibTransId="{8CE38A82-EBE0-4668-884A-5C2438F8A6CB}"/>
    <dgm:cxn modelId="{CC89B85C-18DC-4FE9-BB05-448FD31ACD64}" type="presOf" srcId="{39EEF867-A068-4CA0-B742-9B92DD7EA541}" destId="{21EC7D6F-E66B-4068-9482-E008CCF3D347}" srcOrd="0" destOrd="0" presId="urn:microsoft.com/office/officeart/2008/layout/LinedList"/>
    <dgm:cxn modelId="{D0D42964-7E15-4067-A037-A0B52FF3D1AA}" type="presOf" srcId="{FF06237A-8C36-4752-B4ED-FC4F2A0F4B57}" destId="{5FE11F20-5CD7-416F-B5EE-0149B8598076}" srcOrd="0" destOrd="0" presId="urn:microsoft.com/office/officeart/2008/layout/LinedList"/>
    <dgm:cxn modelId="{76A92576-D485-43BE-A7F1-D6A550088EAC}" type="presOf" srcId="{E6411C68-F7FD-4017-92C2-D2865FCAF33D}" destId="{20A39EBE-6C5C-44DF-A8FF-D61C2709D92A}" srcOrd="0" destOrd="0" presId="urn:microsoft.com/office/officeart/2008/layout/LinedList"/>
    <dgm:cxn modelId="{6DC37497-E2A5-4A04-9257-8A72C7020172}" type="presOf" srcId="{AC4B97B1-1E1C-4127-8BFF-4B0E82F9E426}" destId="{07D41641-558B-4BC4-A808-51350078B209}" srcOrd="0" destOrd="0" presId="urn:microsoft.com/office/officeart/2008/layout/LinedList"/>
    <dgm:cxn modelId="{C16C51A1-64E8-49EE-B9B6-1E510D55D205}" srcId="{AC4B97B1-1E1C-4127-8BFF-4B0E82F9E426}" destId="{FF06237A-8C36-4752-B4ED-FC4F2A0F4B57}" srcOrd="6" destOrd="0" parTransId="{E2C264BE-D8DF-4BA8-8DB6-36AF40901A4E}" sibTransId="{75EF12B7-3039-4AAB-A0CE-E99E4B995C42}"/>
    <dgm:cxn modelId="{23381CA6-BC75-4777-BC05-DA6D06D7777A}" type="presOf" srcId="{8E7CF720-16DE-4A0B-B3D0-358811F0086D}" destId="{7EE8D61D-8A68-40FB-95F5-D1D0C09E8174}" srcOrd="0" destOrd="0" presId="urn:microsoft.com/office/officeart/2008/layout/LinedList"/>
    <dgm:cxn modelId="{54DBA4B9-D13C-4278-96ED-C720B6911E54}" srcId="{AC4B97B1-1E1C-4127-8BFF-4B0E82F9E426}" destId="{39FA6DED-44F8-430D-B2F4-DDF7368CB9C9}" srcOrd="2" destOrd="0" parTransId="{0D82DFC3-02B4-4D6A-A072-9788A7BF5B8F}" sibTransId="{5778B7DC-97B1-4602-A276-6D2E713A4ED0}"/>
    <dgm:cxn modelId="{F5751BC3-A31B-45A4-B356-A44CCC8C6BA5}" type="presOf" srcId="{39FA6DED-44F8-430D-B2F4-DDF7368CB9C9}" destId="{105B4DB2-5A68-45C9-80E2-ECFF23D52501}" srcOrd="0" destOrd="0" presId="urn:microsoft.com/office/officeart/2008/layout/LinedList"/>
    <dgm:cxn modelId="{26C388DA-2177-4E6E-B5D9-C349399105E9}" type="presOf" srcId="{69B7EA46-10B6-4977-80AA-CEE8A630AD9B}" destId="{D05CE1F8-7C0C-401D-9A94-0BB5B76AD3B0}" srcOrd="0" destOrd="0" presId="urn:microsoft.com/office/officeart/2008/layout/LinedList"/>
    <dgm:cxn modelId="{228C3ADC-EA46-41F5-8DF8-1CB0B241C74D}" srcId="{AC4B97B1-1E1C-4127-8BFF-4B0E82F9E426}" destId="{D9717E8D-86BF-4B91-B799-329EE707BC9F}" srcOrd="3" destOrd="0" parTransId="{E1401B08-A570-4E54-8BE6-EE5C8ECEBA68}" sibTransId="{C9DADDAC-C2C5-4107-968B-F623EFDAC136}"/>
    <dgm:cxn modelId="{EB39E4E5-BC6C-4EE0-93E3-30B076DB2C23}" type="presOf" srcId="{495CF2B6-7E18-44B8-91A7-1D6100AAB919}" destId="{BA801B47-0D0B-469E-A9AB-54F28D2BBE9B}" srcOrd="0" destOrd="0" presId="urn:microsoft.com/office/officeart/2008/layout/LinedList"/>
    <dgm:cxn modelId="{4BC3F7E6-79AF-49D1-AAF4-B71505D8917A}" srcId="{AC4B97B1-1E1C-4127-8BFF-4B0E82F9E426}" destId="{495CF2B6-7E18-44B8-91A7-1D6100AAB919}" srcOrd="5" destOrd="0" parTransId="{D0CBD71D-683D-4CC6-A8A1-70E557AED9C5}" sibTransId="{8B1C8A0A-08C9-4497-B1C2-595912B93C6A}"/>
    <dgm:cxn modelId="{F92978F1-8D6F-4614-8CD9-8D76B601F835}" srcId="{AC4B97B1-1E1C-4127-8BFF-4B0E82F9E426}" destId="{39EEF867-A068-4CA0-B742-9B92DD7EA541}" srcOrd="0" destOrd="0" parTransId="{7F858AFC-AEB1-4731-9F8E-A00198DB4FCC}" sibTransId="{42BBAADB-A8F8-4EB6-BA64-4BF3EAE8370F}"/>
    <dgm:cxn modelId="{8E1AC07A-0BFE-4AAC-A3D1-5C75358C0936}" type="presParOf" srcId="{D05CE1F8-7C0C-401D-9A94-0BB5B76AD3B0}" destId="{3420E397-4616-48CA-9320-A02E078A46D0}" srcOrd="0" destOrd="0" presId="urn:microsoft.com/office/officeart/2008/layout/LinedList"/>
    <dgm:cxn modelId="{B79879A8-27FB-44CC-B721-036177F1C349}" type="presParOf" srcId="{D05CE1F8-7C0C-401D-9A94-0BB5B76AD3B0}" destId="{2FF0A89F-68FA-4987-81FC-4AB59D87A645}" srcOrd="1" destOrd="0" presId="urn:microsoft.com/office/officeart/2008/layout/LinedList"/>
    <dgm:cxn modelId="{16FC165E-121C-4A44-82BA-F22DCC69A1AA}" type="presParOf" srcId="{2FF0A89F-68FA-4987-81FC-4AB59D87A645}" destId="{07D41641-558B-4BC4-A808-51350078B209}" srcOrd="0" destOrd="0" presId="urn:microsoft.com/office/officeart/2008/layout/LinedList"/>
    <dgm:cxn modelId="{A3BAE46B-67A4-41F4-95B8-0E336D4A961D}" type="presParOf" srcId="{2FF0A89F-68FA-4987-81FC-4AB59D87A645}" destId="{1D228657-C872-402C-9373-FF33B88493D8}" srcOrd="1" destOrd="0" presId="urn:microsoft.com/office/officeart/2008/layout/LinedList"/>
    <dgm:cxn modelId="{5D7E6B1D-1D80-403C-95F6-AD6B18FE04F4}" type="presParOf" srcId="{1D228657-C872-402C-9373-FF33B88493D8}" destId="{8CC4EC2D-7DF0-469E-A5D8-9BD0B803CD4A}" srcOrd="0" destOrd="0" presId="urn:microsoft.com/office/officeart/2008/layout/LinedList"/>
    <dgm:cxn modelId="{C569480F-F0F5-40AA-B55A-C301A8AA9900}" type="presParOf" srcId="{1D228657-C872-402C-9373-FF33B88493D8}" destId="{0EE321DF-1907-4A62-B0EB-98072D345E37}" srcOrd="1" destOrd="0" presId="urn:microsoft.com/office/officeart/2008/layout/LinedList"/>
    <dgm:cxn modelId="{AF1B6D73-0693-47C8-A71A-01D3BD58A47E}" type="presParOf" srcId="{0EE321DF-1907-4A62-B0EB-98072D345E37}" destId="{27E3A0E6-8A58-49CC-8169-057226C4ADC5}" srcOrd="0" destOrd="0" presId="urn:microsoft.com/office/officeart/2008/layout/LinedList"/>
    <dgm:cxn modelId="{F6E7022A-0B75-4B51-8072-DFDEA38222A9}" type="presParOf" srcId="{0EE321DF-1907-4A62-B0EB-98072D345E37}" destId="{21EC7D6F-E66B-4068-9482-E008CCF3D347}" srcOrd="1" destOrd="0" presId="urn:microsoft.com/office/officeart/2008/layout/LinedList"/>
    <dgm:cxn modelId="{FDDD863C-D8A0-41E9-B35D-AB761DF7045C}" type="presParOf" srcId="{0EE321DF-1907-4A62-B0EB-98072D345E37}" destId="{037AE51D-369D-4909-A9F2-CB7D8568FAE4}" srcOrd="2" destOrd="0" presId="urn:microsoft.com/office/officeart/2008/layout/LinedList"/>
    <dgm:cxn modelId="{CB98543F-C9DA-4922-80A1-9054CD18A6F5}" type="presParOf" srcId="{1D228657-C872-402C-9373-FF33B88493D8}" destId="{FF8E4D1F-6506-429F-A443-9BF197733059}" srcOrd="2" destOrd="0" presId="urn:microsoft.com/office/officeart/2008/layout/LinedList"/>
    <dgm:cxn modelId="{3F19B659-E8D5-434B-91A6-BA6FB2C22212}" type="presParOf" srcId="{1D228657-C872-402C-9373-FF33B88493D8}" destId="{12E6498B-60E1-4C83-8E2F-6F33B8E53A66}" srcOrd="3" destOrd="0" presId="urn:microsoft.com/office/officeart/2008/layout/LinedList"/>
    <dgm:cxn modelId="{51530372-A50C-46CE-92B7-31497A426539}" type="presParOf" srcId="{1D228657-C872-402C-9373-FF33B88493D8}" destId="{7FF7548F-86C3-42B6-BF64-DA06AB76CD34}" srcOrd="4" destOrd="0" presId="urn:microsoft.com/office/officeart/2008/layout/LinedList"/>
    <dgm:cxn modelId="{DE68D8BF-949E-4A79-AA5C-1E534FEC4B39}" type="presParOf" srcId="{7FF7548F-86C3-42B6-BF64-DA06AB76CD34}" destId="{9B9859E5-C858-4D5D-AE3F-DA68D0D94C6C}" srcOrd="0" destOrd="0" presId="urn:microsoft.com/office/officeart/2008/layout/LinedList"/>
    <dgm:cxn modelId="{92E69662-21A9-43D9-BD50-BCAC5814EC90}" type="presParOf" srcId="{7FF7548F-86C3-42B6-BF64-DA06AB76CD34}" destId="{7EE8D61D-8A68-40FB-95F5-D1D0C09E8174}" srcOrd="1" destOrd="0" presId="urn:microsoft.com/office/officeart/2008/layout/LinedList"/>
    <dgm:cxn modelId="{1DC8C1C3-30FE-42BA-97C0-DAEA0D7EB60A}" type="presParOf" srcId="{7FF7548F-86C3-42B6-BF64-DA06AB76CD34}" destId="{7F0F5D10-598D-4989-8587-75729CC31C14}" srcOrd="2" destOrd="0" presId="urn:microsoft.com/office/officeart/2008/layout/LinedList"/>
    <dgm:cxn modelId="{6C471D4A-F857-4513-B6FF-C71D5941C919}" type="presParOf" srcId="{1D228657-C872-402C-9373-FF33B88493D8}" destId="{BDCFF8FE-D8C5-4B2D-A17A-B50C5C6F01F4}" srcOrd="5" destOrd="0" presId="urn:microsoft.com/office/officeart/2008/layout/LinedList"/>
    <dgm:cxn modelId="{372A0A42-3B6A-48DB-A7A3-C9386A09FE9C}" type="presParOf" srcId="{1D228657-C872-402C-9373-FF33B88493D8}" destId="{6998DA2A-0F6E-4D12-8A97-E3B2DCCACCCE}" srcOrd="6" destOrd="0" presId="urn:microsoft.com/office/officeart/2008/layout/LinedList"/>
    <dgm:cxn modelId="{A82AEE1C-2A12-4C5A-9DD0-5AE20DA254FA}" type="presParOf" srcId="{1D228657-C872-402C-9373-FF33B88493D8}" destId="{40ADC2F8-1FDF-47DC-8E14-CCB05850BD6C}" srcOrd="7" destOrd="0" presId="urn:microsoft.com/office/officeart/2008/layout/LinedList"/>
    <dgm:cxn modelId="{A573C4F7-66F3-46B7-B4B1-249BECB86C32}" type="presParOf" srcId="{40ADC2F8-1FDF-47DC-8E14-CCB05850BD6C}" destId="{DBCD1B1E-6AF5-4A6E-AB98-285A03615416}" srcOrd="0" destOrd="0" presId="urn:microsoft.com/office/officeart/2008/layout/LinedList"/>
    <dgm:cxn modelId="{2C99D63D-089E-4221-979F-3CE7227A3521}" type="presParOf" srcId="{40ADC2F8-1FDF-47DC-8E14-CCB05850BD6C}" destId="{105B4DB2-5A68-45C9-80E2-ECFF23D52501}" srcOrd="1" destOrd="0" presId="urn:microsoft.com/office/officeart/2008/layout/LinedList"/>
    <dgm:cxn modelId="{1DD30882-31DF-4C14-A189-5F506D907237}" type="presParOf" srcId="{40ADC2F8-1FDF-47DC-8E14-CCB05850BD6C}" destId="{20B3CC9F-763D-4761-9277-45CFEC1C12C4}" srcOrd="2" destOrd="0" presId="urn:microsoft.com/office/officeart/2008/layout/LinedList"/>
    <dgm:cxn modelId="{E780A2C5-F4E7-4487-BF7E-F8DE54B1B4C1}" type="presParOf" srcId="{1D228657-C872-402C-9373-FF33B88493D8}" destId="{D5178A76-84FF-495A-BE02-910E23011E80}" srcOrd="8" destOrd="0" presId="urn:microsoft.com/office/officeart/2008/layout/LinedList"/>
    <dgm:cxn modelId="{78819E5A-869C-4E3C-80A2-D04404F20609}" type="presParOf" srcId="{1D228657-C872-402C-9373-FF33B88493D8}" destId="{3CFC2EA8-3597-4A4D-BF78-26470A2140C7}" srcOrd="9" destOrd="0" presId="urn:microsoft.com/office/officeart/2008/layout/LinedList"/>
    <dgm:cxn modelId="{417CEF71-7894-4DC7-9301-ADE63184F98A}" type="presParOf" srcId="{1D228657-C872-402C-9373-FF33B88493D8}" destId="{5C6C23EC-6239-4217-86A6-A1A56063B154}" srcOrd="10" destOrd="0" presId="urn:microsoft.com/office/officeart/2008/layout/LinedList"/>
    <dgm:cxn modelId="{0DB7906E-BCE6-4EB2-94FF-CFABF0B37E08}" type="presParOf" srcId="{5C6C23EC-6239-4217-86A6-A1A56063B154}" destId="{E93F7784-14D2-4395-9145-09FA1E9E7B16}" srcOrd="0" destOrd="0" presId="urn:microsoft.com/office/officeart/2008/layout/LinedList"/>
    <dgm:cxn modelId="{A50DACB9-4326-4C15-B800-5BF6D21110DF}" type="presParOf" srcId="{5C6C23EC-6239-4217-86A6-A1A56063B154}" destId="{AEF99962-5143-4DD9-94B9-F5679A29025E}" srcOrd="1" destOrd="0" presId="urn:microsoft.com/office/officeart/2008/layout/LinedList"/>
    <dgm:cxn modelId="{92ACC2D2-3F9F-44D0-B0FD-3CF793A5EEDE}" type="presParOf" srcId="{5C6C23EC-6239-4217-86A6-A1A56063B154}" destId="{2C9A53F3-05CC-4D61-9CC1-7970815E006A}" srcOrd="2" destOrd="0" presId="urn:microsoft.com/office/officeart/2008/layout/LinedList"/>
    <dgm:cxn modelId="{069231D0-36BE-46A8-8918-9B301E0B99F8}" type="presParOf" srcId="{1D228657-C872-402C-9373-FF33B88493D8}" destId="{4E7F831F-18F7-4452-BA14-DE836F3D9F03}" srcOrd="11" destOrd="0" presId="urn:microsoft.com/office/officeart/2008/layout/LinedList"/>
    <dgm:cxn modelId="{4CB243AF-2456-49A3-8326-1D761AB62385}" type="presParOf" srcId="{1D228657-C872-402C-9373-FF33B88493D8}" destId="{54805CE1-2A0D-4F22-A0DD-043F0328CB12}" srcOrd="12" destOrd="0" presId="urn:microsoft.com/office/officeart/2008/layout/LinedList"/>
    <dgm:cxn modelId="{4E18044C-EE3E-4F77-B2E8-FCF4692334FD}" type="presParOf" srcId="{1D228657-C872-402C-9373-FF33B88493D8}" destId="{310166AE-2F4D-44BE-B07C-E598732AAC93}" srcOrd="13" destOrd="0" presId="urn:microsoft.com/office/officeart/2008/layout/LinedList"/>
    <dgm:cxn modelId="{CD85F458-67CE-49F1-AC82-A31C878A79B7}" type="presParOf" srcId="{310166AE-2F4D-44BE-B07C-E598732AAC93}" destId="{6C72EF4B-EF78-4F55-B801-4A04088850F4}" srcOrd="0" destOrd="0" presId="urn:microsoft.com/office/officeart/2008/layout/LinedList"/>
    <dgm:cxn modelId="{DE21D844-99BF-455D-BE31-B66B0CD13FE6}" type="presParOf" srcId="{310166AE-2F4D-44BE-B07C-E598732AAC93}" destId="{20A39EBE-6C5C-44DF-A8FF-D61C2709D92A}" srcOrd="1" destOrd="0" presId="urn:microsoft.com/office/officeart/2008/layout/LinedList"/>
    <dgm:cxn modelId="{26518EC6-C409-40C3-9B7E-717861A1C2FF}" type="presParOf" srcId="{310166AE-2F4D-44BE-B07C-E598732AAC93}" destId="{8D74E217-D325-40A6-B766-E86B135E00CF}" srcOrd="2" destOrd="0" presId="urn:microsoft.com/office/officeart/2008/layout/LinedList"/>
    <dgm:cxn modelId="{888C6D85-4605-4FE5-9706-3363ECF1AE2B}" type="presParOf" srcId="{1D228657-C872-402C-9373-FF33B88493D8}" destId="{244D0C25-AB44-4FED-82E6-C7D5725C8A58}" srcOrd="14" destOrd="0" presId="urn:microsoft.com/office/officeart/2008/layout/LinedList"/>
    <dgm:cxn modelId="{8E45429F-D62F-4C63-9C30-971AC83733FD}" type="presParOf" srcId="{1D228657-C872-402C-9373-FF33B88493D8}" destId="{C33AEA8C-EB12-49BF-93AB-5A124710C7A1}" srcOrd="15" destOrd="0" presId="urn:microsoft.com/office/officeart/2008/layout/LinedList"/>
    <dgm:cxn modelId="{259126D0-FDF7-4C99-AB34-6420AE841F48}" type="presParOf" srcId="{1D228657-C872-402C-9373-FF33B88493D8}" destId="{7545704C-9472-4CD0-B5EC-F116ED0B7A5D}" srcOrd="16" destOrd="0" presId="urn:microsoft.com/office/officeart/2008/layout/LinedList"/>
    <dgm:cxn modelId="{A919E39D-AD04-466B-8449-F0EEC8956497}" type="presParOf" srcId="{7545704C-9472-4CD0-B5EC-F116ED0B7A5D}" destId="{6ACB448F-2E57-46E1-99D0-585FF2861B41}" srcOrd="0" destOrd="0" presId="urn:microsoft.com/office/officeart/2008/layout/LinedList"/>
    <dgm:cxn modelId="{4D089757-1729-4482-9FEF-83CA0D812664}" type="presParOf" srcId="{7545704C-9472-4CD0-B5EC-F116ED0B7A5D}" destId="{BA801B47-0D0B-469E-A9AB-54F28D2BBE9B}" srcOrd="1" destOrd="0" presId="urn:microsoft.com/office/officeart/2008/layout/LinedList"/>
    <dgm:cxn modelId="{DADB3F3F-4C4A-4D1C-BD52-87FC92BF57CF}" type="presParOf" srcId="{7545704C-9472-4CD0-B5EC-F116ED0B7A5D}" destId="{63097992-F3F3-4EA9-B55C-E2EBC6CDDB16}" srcOrd="2" destOrd="0" presId="urn:microsoft.com/office/officeart/2008/layout/LinedList"/>
    <dgm:cxn modelId="{FEDC9419-2687-4BD3-B300-DD4F1CBC10CB}" type="presParOf" srcId="{1D228657-C872-402C-9373-FF33B88493D8}" destId="{759737F4-ABC2-49E1-AFF0-77F9033AACBB}" srcOrd="17" destOrd="0" presId="urn:microsoft.com/office/officeart/2008/layout/LinedList"/>
    <dgm:cxn modelId="{DC38D519-4BFB-430B-AD3C-D4DF69F61999}" type="presParOf" srcId="{1D228657-C872-402C-9373-FF33B88493D8}" destId="{3A2E9DD9-2F7E-44E5-926F-8009B681220B}" srcOrd="18" destOrd="0" presId="urn:microsoft.com/office/officeart/2008/layout/LinedList"/>
    <dgm:cxn modelId="{E8FBABBF-1FC4-41E9-8B77-06B91AB38902}" type="presParOf" srcId="{1D228657-C872-402C-9373-FF33B88493D8}" destId="{839D1AC1-09EB-4FE4-9ED0-2BF1656CB93E}" srcOrd="19" destOrd="0" presId="urn:microsoft.com/office/officeart/2008/layout/LinedList"/>
    <dgm:cxn modelId="{97D1EBD4-E14C-4929-85DB-0851D928022A}" type="presParOf" srcId="{839D1AC1-09EB-4FE4-9ED0-2BF1656CB93E}" destId="{A5C4ED31-9C5C-47FE-8620-16BA7B28B39A}" srcOrd="0" destOrd="0" presId="urn:microsoft.com/office/officeart/2008/layout/LinedList"/>
    <dgm:cxn modelId="{DD59F0A3-51CD-4F5B-9816-46FFBD5A02D8}" type="presParOf" srcId="{839D1AC1-09EB-4FE4-9ED0-2BF1656CB93E}" destId="{5FE11F20-5CD7-416F-B5EE-0149B8598076}" srcOrd="1" destOrd="0" presId="urn:microsoft.com/office/officeart/2008/layout/LinedList"/>
    <dgm:cxn modelId="{64149ECC-2589-46C0-999B-B652922737A2}" type="presParOf" srcId="{839D1AC1-09EB-4FE4-9ED0-2BF1656CB93E}" destId="{56C78214-CC84-4333-A7E0-6AF955075D66}" srcOrd="2" destOrd="0" presId="urn:microsoft.com/office/officeart/2008/layout/LinedList"/>
    <dgm:cxn modelId="{5CE11CF1-4DF5-4260-8621-109DF9095E62}" type="presParOf" srcId="{1D228657-C872-402C-9373-FF33B88493D8}" destId="{B3DEF4A0-9062-4329-A1C7-2413B98A1659}" srcOrd="20" destOrd="0" presId="urn:microsoft.com/office/officeart/2008/layout/LinedList"/>
    <dgm:cxn modelId="{8C056503-A6CA-473F-AC5B-0BFB410110D2}" type="presParOf" srcId="{1D228657-C872-402C-9373-FF33B88493D8}" destId="{7B44C077-8F2B-4992-8C95-E4328CD27F2E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9F0766DC-998D-4304-9598-3398E668A6E4}" type="doc">
      <dgm:prSet loTypeId="urn:microsoft.com/office/officeart/2005/8/layout/matrix1" loCatId="matrix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7504810A-8948-4BEC-9AD7-8B08387D603F}">
      <dgm:prSet custT="1"/>
      <dgm:spPr/>
      <dgm:t>
        <a:bodyPr/>
        <a:lstStyle/>
        <a:p>
          <a:r>
            <a:rPr lang="it-IT" sz="1600" b="0" i="0" baseline="0" dirty="0"/>
            <a:t>Superamento dei bias strutturali</a:t>
          </a:r>
          <a:endParaRPr lang="it-IT" sz="1600" dirty="0"/>
        </a:p>
      </dgm:t>
    </dgm:pt>
    <dgm:pt modelId="{025D4BEB-C41C-476D-BD5C-3BB0E145D965}" type="parTrans" cxnId="{8D299E10-926B-4BDE-A236-EC5EE3CED26D}">
      <dgm:prSet/>
      <dgm:spPr/>
      <dgm:t>
        <a:bodyPr/>
        <a:lstStyle/>
        <a:p>
          <a:endParaRPr lang="it-IT"/>
        </a:p>
      </dgm:t>
    </dgm:pt>
    <dgm:pt modelId="{81C7F95D-A040-47C9-980C-D80C61B08F64}" type="sibTrans" cxnId="{8D299E10-926B-4BDE-A236-EC5EE3CED26D}">
      <dgm:prSet/>
      <dgm:spPr/>
      <dgm:t>
        <a:bodyPr/>
        <a:lstStyle/>
        <a:p>
          <a:endParaRPr lang="it-IT"/>
        </a:p>
      </dgm:t>
    </dgm:pt>
    <dgm:pt modelId="{D1CCE4C2-6957-4D11-A917-3490962F4402}">
      <dgm:prSet custT="1"/>
      <dgm:spPr/>
      <dgm:t>
        <a:bodyPr/>
        <a:lstStyle/>
        <a:p>
          <a:r>
            <a:rPr lang="it-IT" sz="1600" b="0" i="0" baseline="0" dirty="0"/>
            <a:t>Divergenza logica-sintattica</a:t>
          </a:r>
          <a:endParaRPr lang="it-IT" sz="1600" dirty="0"/>
        </a:p>
      </dgm:t>
    </dgm:pt>
    <dgm:pt modelId="{376BF388-F744-4236-BF0B-76CB0EA4CDE4}" type="parTrans" cxnId="{0885C2D2-2B0D-4EB1-A412-165100E978EE}">
      <dgm:prSet/>
      <dgm:spPr/>
      <dgm:t>
        <a:bodyPr/>
        <a:lstStyle/>
        <a:p>
          <a:endParaRPr lang="it-IT"/>
        </a:p>
      </dgm:t>
    </dgm:pt>
    <dgm:pt modelId="{C812FEB9-B88F-48EA-B197-794E8603D799}" type="sibTrans" cxnId="{0885C2D2-2B0D-4EB1-A412-165100E978EE}">
      <dgm:prSet/>
      <dgm:spPr/>
      <dgm:t>
        <a:bodyPr/>
        <a:lstStyle/>
        <a:p>
          <a:endParaRPr lang="it-IT"/>
        </a:p>
      </dgm:t>
    </dgm:pt>
    <dgm:pt modelId="{B553B510-F268-4397-9936-54E89565FEF7}">
      <dgm:prSet/>
      <dgm:spPr/>
      <dgm:t>
        <a:bodyPr/>
        <a:lstStyle/>
        <a:p>
          <a:r>
            <a:rPr lang="it-IT" b="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Robustezza alle minacce (JSD bassa).</a:t>
          </a:r>
        </a:p>
        <a:p>
          <a:r>
            <a:rPr lang="it-IT" b="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Nei modelli intermedi, aiutano ad aumentare validità e coerenza. Quella che più aiuta, in linea generale, è IT/Sistema.</a:t>
          </a:r>
          <a:endParaRPr lang="it-IT" b="0" i="0" baseline="0" dirty="0">
            <a:solidFill>
              <a:schemeClr val="bg1"/>
            </a:solidFill>
          </a:endParaRPr>
        </a:p>
      </dgm:t>
    </dgm:pt>
    <dgm:pt modelId="{F8703638-AF54-421F-8816-456957B397FD}" type="parTrans" cxnId="{FC8540E9-13B4-4481-AEA4-5BDC6B42882D}">
      <dgm:prSet/>
      <dgm:spPr/>
      <dgm:t>
        <a:bodyPr/>
        <a:lstStyle/>
        <a:p>
          <a:endParaRPr lang="it-IT"/>
        </a:p>
      </dgm:t>
    </dgm:pt>
    <dgm:pt modelId="{30114C56-35CB-45B1-A1C5-62DDF68E4858}" type="sibTrans" cxnId="{FC8540E9-13B4-4481-AEA4-5BDC6B42882D}">
      <dgm:prSet/>
      <dgm:spPr/>
      <dgm:t>
        <a:bodyPr/>
        <a:lstStyle/>
        <a:p>
          <a:endParaRPr lang="it-IT"/>
        </a:p>
      </dgm:t>
    </dgm:pt>
    <dgm:pt modelId="{36DD1E58-FE0A-4014-A420-B49796E83A46}">
      <dgm:prSet custT="1"/>
      <dgm:spPr/>
      <dgm:t>
        <a:bodyPr/>
        <a:lstStyle/>
        <a:p>
          <a:r>
            <a:rPr lang="it-IT" sz="1600" b="0" i="0" baseline="0" dirty="0"/>
            <a:t>Propensione alla neutralità </a:t>
          </a:r>
          <a:r>
            <a:rPr lang="it-IT" sz="1600" dirty="0"/>
            <a:t>e varietà ideologica</a:t>
          </a:r>
          <a:r>
            <a:rPr lang="it-IT" sz="1600" b="0" i="0" baseline="0" dirty="0"/>
            <a:t>, contrariamente ai modelli post-RLHF</a:t>
          </a:r>
          <a:endParaRPr lang="it-IT" sz="1600" dirty="0"/>
        </a:p>
      </dgm:t>
    </dgm:pt>
    <dgm:pt modelId="{5FB87D6E-6DBC-444D-AAB6-19BDE3909153}" type="parTrans" cxnId="{EFFC6FE7-AA84-4F88-BAE4-6441D247DA3C}">
      <dgm:prSet/>
      <dgm:spPr/>
      <dgm:t>
        <a:bodyPr/>
        <a:lstStyle/>
        <a:p>
          <a:endParaRPr lang="it-IT"/>
        </a:p>
      </dgm:t>
    </dgm:pt>
    <dgm:pt modelId="{8E53A6B0-1FD0-4AE4-8293-4DE767F05709}" type="sibTrans" cxnId="{EFFC6FE7-AA84-4F88-BAE4-6441D247DA3C}">
      <dgm:prSet/>
      <dgm:spPr/>
      <dgm:t>
        <a:bodyPr/>
        <a:lstStyle/>
        <a:p>
          <a:endParaRPr lang="it-IT"/>
        </a:p>
      </dgm:t>
    </dgm:pt>
    <dgm:pt modelId="{EE423966-7AAF-4A21-99B1-89D2316E063F}">
      <dgm:prSet custT="1"/>
      <dgm:spPr/>
      <dgm:t>
        <a:bodyPr/>
        <a:lstStyle/>
        <a:p>
          <a:r>
            <a:rPr lang="it-IT" sz="2400" b="1" i="0" baseline="0" dirty="0"/>
            <a:t>Effetti dello </a:t>
          </a:r>
          <a:r>
            <a:rPr lang="it-IT" sz="2400" b="1" i="1" baseline="0" dirty="0"/>
            <a:t>scaling</a:t>
          </a:r>
          <a:endParaRPr lang="it-IT" sz="2400" b="1" i="1" dirty="0"/>
        </a:p>
      </dgm:t>
    </dgm:pt>
    <dgm:pt modelId="{5F03C806-B408-4CB1-8C4A-513E988D392B}" type="sibTrans" cxnId="{71E9B7E8-AD6B-4D95-B4A6-04B240C35E67}">
      <dgm:prSet/>
      <dgm:spPr/>
      <dgm:t>
        <a:bodyPr/>
        <a:lstStyle/>
        <a:p>
          <a:endParaRPr lang="it-IT"/>
        </a:p>
      </dgm:t>
    </dgm:pt>
    <dgm:pt modelId="{3DC5E214-B371-4F2B-9FF7-FEF06143701B}" type="parTrans" cxnId="{71E9B7E8-AD6B-4D95-B4A6-04B240C35E67}">
      <dgm:prSet/>
      <dgm:spPr/>
      <dgm:t>
        <a:bodyPr/>
        <a:lstStyle/>
        <a:p>
          <a:endParaRPr lang="it-IT"/>
        </a:p>
      </dgm:t>
    </dgm:pt>
    <dgm:pt modelId="{601306CA-B53D-4BEE-B070-8C23259F1635}" type="pres">
      <dgm:prSet presAssocID="{9F0766DC-998D-4304-9598-3398E668A6E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DFAC3ED-5714-4BDD-B65A-79B2946399E4}" type="pres">
      <dgm:prSet presAssocID="{9F0766DC-998D-4304-9598-3398E668A6E4}" presName="matrix" presStyleCnt="0"/>
      <dgm:spPr/>
    </dgm:pt>
    <dgm:pt modelId="{9C0DEA70-8458-4AC8-8272-78427077BC12}" type="pres">
      <dgm:prSet presAssocID="{9F0766DC-998D-4304-9598-3398E668A6E4}" presName="tile1" presStyleLbl="node1" presStyleIdx="0" presStyleCnt="4" custScaleX="90909" custScaleY="90909"/>
      <dgm:spPr/>
    </dgm:pt>
    <dgm:pt modelId="{3F3561F2-A365-4679-BC7C-571E66A2EE19}" type="pres">
      <dgm:prSet presAssocID="{9F0766DC-998D-4304-9598-3398E668A6E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DBA33F-EB31-4FD2-A347-4E013EB504DD}" type="pres">
      <dgm:prSet presAssocID="{9F0766DC-998D-4304-9598-3398E668A6E4}" presName="tile2" presStyleLbl="node1" presStyleIdx="1" presStyleCnt="4" custScaleX="90909" custScaleY="90909"/>
      <dgm:spPr/>
    </dgm:pt>
    <dgm:pt modelId="{1A5782EF-8F3A-42A7-A419-9DE9876BD18B}" type="pres">
      <dgm:prSet presAssocID="{9F0766DC-998D-4304-9598-3398E668A6E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7C38BDD-F5E5-4251-81EF-A206EF13815C}" type="pres">
      <dgm:prSet presAssocID="{9F0766DC-998D-4304-9598-3398E668A6E4}" presName="tile3" presStyleLbl="node1" presStyleIdx="2" presStyleCnt="4" custScaleX="90909" custScaleY="90909"/>
      <dgm:spPr/>
    </dgm:pt>
    <dgm:pt modelId="{377F2C2E-8B4F-489C-A95E-BD7E0C08AA82}" type="pres">
      <dgm:prSet presAssocID="{9F0766DC-998D-4304-9598-3398E668A6E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C222F69-951C-4A1C-BCCC-B9401E53A2CA}" type="pres">
      <dgm:prSet presAssocID="{9F0766DC-998D-4304-9598-3398E668A6E4}" presName="tile4" presStyleLbl="node1" presStyleIdx="3" presStyleCnt="4" custScaleX="90909" custScaleY="90909"/>
      <dgm:spPr/>
    </dgm:pt>
    <dgm:pt modelId="{9B6D8507-4506-4B1E-9483-FEA72BBBFAD6}" type="pres">
      <dgm:prSet presAssocID="{9F0766DC-998D-4304-9598-3398E668A6E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659E493-013A-442A-958F-6A21BFE0BD7B}" type="pres">
      <dgm:prSet presAssocID="{9F0766DC-998D-4304-9598-3398E668A6E4}" presName="centerTile" presStyleLbl="fgShp" presStyleIdx="0" presStyleCnt="1" custScaleX="121000" custScaleY="121000">
        <dgm:presLayoutVars>
          <dgm:chMax val="0"/>
          <dgm:chPref val="0"/>
        </dgm:presLayoutVars>
      </dgm:prSet>
      <dgm:spPr/>
    </dgm:pt>
  </dgm:ptLst>
  <dgm:cxnLst>
    <dgm:cxn modelId="{8D299E10-926B-4BDE-A236-EC5EE3CED26D}" srcId="{EE423966-7AAF-4A21-99B1-89D2316E063F}" destId="{7504810A-8948-4BEC-9AD7-8B08387D603F}" srcOrd="0" destOrd="0" parTransId="{025D4BEB-C41C-476D-BD5C-3BB0E145D965}" sibTransId="{81C7F95D-A040-47C9-980C-D80C61B08F64}"/>
    <dgm:cxn modelId="{9C5C7013-EB15-480D-BFDD-6389E45142B3}" type="presOf" srcId="{36DD1E58-FE0A-4014-A420-B49796E83A46}" destId="{9B6D8507-4506-4B1E-9483-FEA72BBBFAD6}" srcOrd="1" destOrd="0" presId="urn:microsoft.com/office/officeart/2005/8/layout/matrix1"/>
    <dgm:cxn modelId="{5B046E40-7AAE-4C66-9506-472A8F35CCC2}" type="presOf" srcId="{B553B510-F268-4397-9936-54E89565FEF7}" destId="{77C38BDD-F5E5-4251-81EF-A206EF13815C}" srcOrd="0" destOrd="0" presId="urn:microsoft.com/office/officeart/2005/8/layout/matrix1"/>
    <dgm:cxn modelId="{59AB0262-5EB0-4855-A629-DF6319F679D7}" type="presOf" srcId="{D1CCE4C2-6957-4D11-A917-3490962F4402}" destId="{67DBA33F-EB31-4FD2-A347-4E013EB504DD}" srcOrd="0" destOrd="0" presId="urn:microsoft.com/office/officeart/2005/8/layout/matrix1"/>
    <dgm:cxn modelId="{FBEA6263-A08E-4E24-A957-4A0F84A1E866}" type="presOf" srcId="{7504810A-8948-4BEC-9AD7-8B08387D603F}" destId="{3F3561F2-A365-4679-BC7C-571E66A2EE19}" srcOrd="1" destOrd="0" presId="urn:microsoft.com/office/officeart/2005/8/layout/matrix1"/>
    <dgm:cxn modelId="{3D958458-0B97-42E1-8369-66BEE1A0B3BA}" type="presOf" srcId="{7504810A-8948-4BEC-9AD7-8B08387D603F}" destId="{9C0DEA70-8458-4AC8-8272-78427077BC12}" srcOrd="0" destOrd="0" presId="urn:microsoft.com/office/officeart/2005/8/layout/matrix1"/>
    <dgm:cxn modelId="{4B37C086-5D84-48E9-AA8A-B44E4EC88AA8}" type="presOf" srcId="{EE423966-7AAF-4A21-99B1-89D2316E063F}" destId="{C659E493-013A-442A-958F-6A21BFE0BD7B}" srcOrd="0" destOrd="0" presId="urn:microsoft.com/office/officeart/2005/8/layout/matrix1"/>
    <dgm:cxn modelId="{E9D212C0-1088-40F2-BA12-F0C98F4ECBCD}" type="presOf" srcId="{D1CCE4C2-6957-4D11-A917-3490962F4402}" destId="{1A5782EF-8F3A-42A7-A419-9DE9876BD18B}" srcOrd="1" destOrd="0" presId="urn:microsoft.com/office/officeart/2005/8/layout/matrix1"/>
    <dgm:cxn modelId="{9403AAC5-87C4-4F4A-A7F2-63CDDF2225D7}" type="presOf" srcId="{9F0766DC-998D-4304-9598-3398E668A6E4}" destId="{601306CA-B53D-4BEE-B070-8C23259F1635}" srcOrd="0" destOrd="0" presId="urn:microsoft.com/office/officeart/2005/8/layout/matrix1"/>
    <dgm:cxn modelId="{6FA95DC8-0850-44D7-A361-48052B67A846}" type="presOf" srcId="{36DD1E58-FE0A-4014-A420-B49796E83A46}" destId="{7C222F69-951C-4A1C-BCCC-B9401E53A2CA}" srcOrd="0" destOrd="0" presId="urn:microsoft.com/office/officeart/2005/8/layout/matrix1"/>
    <dgm:cxn modelId="{0885C2D2-2B0D-4EB1-A412-165100E978EE}" srcId="{EE423966-7AAF-4A21-99B1-89D2316E063F}" destId="{D1CCE4C2-6957-4D11-A917-3490962F4402}" srcOrd="1" destOrd="0" parTransId="{376BF388-F744-4236-BF0B-76CB0EA4CDE4}" sibTransId="{C812FEB9-B88F-48EA-B197-794E8603D799}"/>
    <dgm:cxn modelId="{EFFC6FE7-AA84-4F88-BAE4-6441D247DA3C}" srcId="{EE423966-7AAF-4A21-99B1-89D2316E063F}" destId="{36DD1E58-FE0A-4014-A420-B49796E83A46}" srcOrd="3" destOrd="0" parTransId="{5FB87D6E-6DBC-444D-AAB6-19BDE3909153}" sibTransId="{8E53A6B0-1FD0-4AE4-8293-4DE767F05709}"/>
    <dgm:cxn modelId="{71E9B7E8-AD6B-4D95-B4A6-04B240C35E67}" srcId="{9F0766DC-998D-4304-9598-3398E668A6E4}" destId="{EE423966-7AAF-4A21-99B1-89D2316E063F}" srcOrd="0" destOrd="0" parTransId="{3DC5E214-B371-4F2B-9FF7-FEF06143701B}" sibTransId="{5F03C806-B408-4CB1-8C4A-513E988D392B}"/>
    <dgm:cxn modelId="{FC8540E9-13B4-4481-AEA4-5BDC6B42882D}" srcId="{EE423966-7AAF-4A21-99B1-89D2316E063F}" destId="{B553B510-F268-4397-9936-54E89565FEF7}" srcOrd="2" destOrd="0" parTransId="{F8703638-AF54-421F-8816-456957B397FD}" sibTransId="{30114C56-35CB-45B1-A1C5-62DDF68E4858}"/>
    <dgm:cxn modelId="{952DDEEB-7296-446F-B377-22FEF9D05941}" type="presOf" srcId="{B553B510-F268-4397-9936-54E89565FEF7}" destId="{377F2C2E-8B4F-489C-A95E-BD7E0C08AA82}" srcOrd="1" destOrd="0" presId="urn:microsoft.com/office/officeart/2005/8/layout/matrix1"/>
    <dgm:cxn modelId="{18892B07-BB14-4873-A0A2-15C26CDF30AC}" type="presParOf" srcId="{601306CA-B53D-4BEE-B070-8C23259F1635}" destId="{DDFAC3ED-5714-4BDD-B65A-79B2946399E4}" srcOrd="0" destOrd="0" presId="urn:microsoft.com/office/officeart/2005/8/layout/matrix1"/>
    <dgm:cxn modelId="{E7F52829-F484-41CF-9A62-0DA812DBBFF5}" type="presParOf" srcId="{DDFAC3ED-5714-4BDD-B65A-79B2946399E4}" destId="{9C0DEA70-8458-4AC8-8272-78427077BC12}" srcOrd="0" destOrd="0" presId="urn:microsoft.com/office/officeart/2005/8/layout/matrix1"/>
    <dgm:cxn modelId="{73DDC1AA-3EAD-48DC-8FF6-5107950902D1}" type="presParOf" srcId="{DDFAC3ED-5714-4BDD-B65A-79B2946399E4}" destId="{3F3561F2-A365-4679-BC7C-571E66A2EE19}" srcOrd="1" destOrd="0" presId="urn:microsoft.com/office/officeart/2005/8/layout/matrix1"/>
    <dgm:cxn modelId="{BC5FBF71-298D-4B89-AC45-92D3D9EE138B}" type="presParOf" srcId="{DDFAC3ED-5714-4BDD-B65A-79B2946399E4}" destId="{67DBA33F-EB31-4FD2-A347-4E013EB504DD}" srcOrd="2" destOrd="0" presId="urn:microsoft.com/office/officeart/2005/8/layout/matrix1"/>
    <dgm:cxn modelId="{6B789D42-E9B9-46FC-BDD2-7F630EF1B59B}" type="presParOf" srcId="{DDFAC3ED-5714-4BDD-B65A-79B2946399E4}" destId="{1A5782EF-8F3A-42A7-A419-9DE9876BD18B}" srcOrd="3" destOrd="0" presId="urn:microsoft.com/office/officeart/2005/8/layout/matrix1"/>
    <dgm:cxn modelId="{9080E150-31E9-409E-9DB7-9E20CBF88D34}" type="presParOf" srcId="{DDFAC3ED-5714-4BDD-B65A-79B2946399E4}" destId="{77C38BDD-F5E5-4251-81EF-A206EF13815C}" srcOrd="4" destOrd="0" presId="urn:microsoft.com/office/officeart/2005/8/layout/matrix1"/>
    <dgm:cxn modelId="{E09E575B-3D2C-4F32-8C41-219EA4DED312}" type="presParOf" srcId="{DDFAC3ED-5714-4BDD-B65A-79B2946399E4}" destId="{377F2C2E-8B4F-489C-A95E-BD7E0C08AA82}" srcOrd="5" destOrd="0" presId="urn:microsoft.com/office/officeart/2005/8/layout/matrix1"/>
    <dgm:cxn modelId="{1AA5453B-C24B-41E3-96D1-D5A8E862A663}" type="presParOf" srcId="{DDFAC3ED-5714-4BDD-B65A-79B2946399E4}" destId="{7C222F69-951C-4A1C-BCCC-B9401E53A2CA}" srcOrd="6" destOrd="0" presId="urn:microsoft.com/office/officeart/2005/8/layout/matrix1"/>
    <dgm:cxn modelId="{89D26494-3590-43AF-898D-AD818E362660}" type="presParOf" srcId="{DDFAC3ED-5714-4BDD-B65A-79B2946399E4}" destId="{9B6D8507-4506-4B1E-9483-FEA72BBBFAD6}" srcOrd="7" destOrd="0" presId="urn:microsoft.com/office/officeart/2005/8/layout/matrix1"/>
    <dgm:cxn modelId="{4B1E5555-0F64-4BF4-BCD4-2D9EF1A8B12E}" type="presParOf" srcId="{601306CA-B53D-4BEE-B070-8C23259F1635}" destId="{C659E493-013A-442A-958F-6A21BFE0BD7B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69B7EA46-10B6-4977-80AA-CEE8A630AD9B}" type="doc">
      <dgm:prSet loTypeId="urn:microsoft.com/office/officeart/2008/layout/Lin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it-IT"/>
        </a:p>
      </dgm:t>
    </dgm:pt>
    <dgm:pt modelId="{AC4B97B1-1E1C-4127-8BFF-4B0E82F9E426}">
      <dgm:prSet/>
      <dgm:spPr/>
      <dgm:t>
        <a:bodyPr/>
        <a:lstStyle/>
        <a:p>
          <a:pPr algn="r"/>
          <a:r>
            <a:rPr lang="it-IT" b="1" i="0" baseline="0" dirty="0"/>
            <a:t>Sviluppi futuri</a:t>
          </a:r>
          <a:endParaRPr lang="it-IT" b="1" dirty="0"/>
        </a:p>
      </dgm:t>
    </dgm:pt>
    <dgm:pt modelId="{70238803-972B-418D-99BC-D60B4BE02F4B}" type="parTrans" cxnId="{5BBC8F3B-037D-49F1-A652-1206900A615E}">
      <dgm:prSet/>
      <dgm:spPr/>
      <dgm:t>
        <a:bodyPr/>
        <a:lstStyle/>
        <a:p>
          <a:endParaRPr lang="it-IT"/>
        </a:p>
      </dgm:t>
    </dgm:pt>
    <dgm:pt modelId="{8CE38A82-EBE0-4668-884A-5C2438F8A6CB}" type="sibTrans" cxnId="{5BBC8F3B-037D-49F1-A652-1206900A615E}">
      <dgm:prSet/>
      <dgm:spPr/>
      <dgm:t>
        <a:bodyPr/>
        <a:lstStyle/>
        <a:p>
          <a:endParaRPr lang="it-IT"/>
        </a:p>
      </dgm:t>
    </dgm:pt>
    <dgm:pt modelId="{39EEF867-A068-4CA0-B742-9B92DD7EA541}">
      <dgm:prSet/>
      <dgm:spPr/>
      <dgm:t>
        <a:bodyPr/>
        <a:lstStyle/>
        <a:p>
          <a:r>
            <a:rPr lang="it-IT" b="0" i="0" baseline="0"/>
            <a:t>Analisi della discrepanza nel modello 1.4B</a:t>
          </a:r>
          <a:endParaRPr lang="it-IT"/>
        </a:p>
      </dgm:t>
    </dgm:pt>
    <dgm:pt modelId="{7F858AFC-AEB1-4731-9F8E-A00198DB4FCC}" type="parTrans" cxnId="{F92978F1-8D6F-4614-8CD9-8D76B601F835}">
      <dgm:prSet/>
      <dgm:spPr/>
      <dgm:t>
        <a:bodyPr/>
        <a:lstStyle/>
        <a:p>
          <a:endParaRPr lang="it-IT"/>
        </a:p>
      </dgm:t>
    </dgm:pt>
    <dgm:pt modelId="{42BBAADB-A8F8-4EB6-BA64-4BF3EAE8370F}" type="sibTrans" cxnId="{F92978F1-8D6F-4614-8CD9-8D76B601F835}">
      <dgm:prSet/>
      <dgm:spPr/>
      <dgm:t>
        <a:bodyPr/>
        <a:lstStyle/>
        <a:p>
          <a:endParaRPr lang="it-IT"/>
        </a:p>
      </dgm:t>
    </dgm:pt>
    <dgm:pt modelId="{8E7CF720-16DE-4A0B-B3D0-358811F0086D}">
      <dgm:prSet/>
      <dgm:spPr/>
      <dgm:t>
        <a:bodyPr/>
        <a:lstStyle/>
        <a:p>
          <a:r>
            <a:rPr lang="it-IT"/>
            <a:t>Generalizzazione famiglia (altri modelli </a:t>
          </a:r>
          <a:r>
            <a:rPr lang="it-IT" i="1"/>
            <a:t>pre-trained</a:t>
          </a:r>
          <a:r>
            <a:rPr lang="it-IT"/>
            <a:t>)</a:t>
          </a:r>
        </a:p>
      </dgm:t>
    </dgm:pt>
    <dgm:pt modelId="{AED5E8D7-A80F-479B-9C9F-51214DAF6782}" type="parTrans" cxnId="{D22E8103-EF4E-457B-A157-038CE85F0ABB}">
      <dgm:prSet/>
      <dgm:spPr/>
      <dgm:t>
        <a:bodyPr/>
        <a:lstStyle/>
        <a:p>
          <a:endParaRPr lang="it-IT"/>
        </a:p>
      </dgm:t>
    </dgm:pt>
    <dgm:pt modelId="{CCF3A9B1-18D3-49E4-A4DE-935D037D75C0}" type="sibTrans" cxnId="{D22E8103-EF4E-457B-A157-038CE85F0ABB}">
      <dgm:prSet/>
      <dgm:spPr/>
      <dgm:t>
        <a:bodyPr/>
        <a:lstStyle/>
        <a:p>
          <a:endParaRPr lang="it-IT"/>
        </a:p>
      </dgm:t>
    </dgm:pt>
    <dgm:pt modelId="{39FA6DED-44F8-430D-B2F4-DDF7368CB9C9}">
      <dgm:prSet/>
      <dgm:spPr/>
      <dgm:t>
        <a:bodyPr/>
        <a:lstStyle/>
        <a:p>
          <a:r>
            <a:rPr lang="it-IT"/>
            <a:t>Impatto dell’RLHF (stessa famiglia)</a:t>
          </a:r>
        </a:p>
      </dgm:t>
    </dgm:pt>
    <dgm:pt modelId="{0D82DFC3-02B4-4D6A-A072-9788A7BF5B8F}" type="parTrans" cxnId="{54DBA4B9-D13C-4278-96ED-C720B6911E54}">
      <dgm:prSet/>
      <dgm:spPr/>
      <dgm:t>
        <a:bodyPr/>
        <a:lstStyle/>
        <a:p>
          <a:endParaRPr lang="it-IT"/>
        </a:p>
      </dgm:t>
    </dgm:pt>
    <dgm:pt modelId="{5778B7DC-97B1-4602-A276-6D2E713A4ED0}" type="sibTrans" cxnId="{54DBA4B9-D13C-4278-96ED-C720B6911E54}">
      <dgm:prSet/>
      <dgm:spPr/>
      <dgm:t>
        <a:bodyPr/>
        <a:lstStyle/>
        <a:p>
          <a:endParaRPr lang="it-IT"/>
        </a:p>
      </dgm:t>
    </dgm:pt>
    <dgm:pt modelId="{D9717E8D-86BF-4B91-B799-329EE707BC9F}">
      <dgm:prSet/>
      <dgm:spPr/>
      <dgm:t>
        <a:bodyPr/>
        <a:lstStyle/>
        <a:p>
          <a:r>
            <a:rPr lang="it-IT" dirty="0"/>
            <a:t>Diversità culturale nei sondaggi</a:t>
          </a:r>
        </a:p>
      </dgm:t>
    </dgm:pt>
    <dgm:pt modelId="{E1401B08-A570-4E54-8BE6-EE5C8ECEBA68}" type="parTrans" cxnId="{228C3ADC-EA46-41F5-8DF8-1CB0B241C74D}">
      <dgm:prSet/>
      <dgm:spPr/>
      <dgm:t>
        <a:bodyPr/>
        <a:lstStyle/>
        <a:p>
          <a:endParaRPr lang="it-IT"/>
        </a:p>
      </dgm:t>
    </dgm:pt>
    <dgm:pt modelId="{C9DADDAC-C2C5-4107-968B-F623EFDAC136}" type="sibTrans" cxnId="{228C3ADC-EA46-41F5-8DF8-1CB0B241C74D}">
      <dgm:prSet/>
      <dgm:spPr/>
      <dgm:t>
        <a:bodyPr/>
        <a:lstStyle/>
        <a:p>
          <a:endParaRPr lang="it-IT"/>
        </a:p>
      </dgm:t>
    </dgm:pt>
    <dgm:pt modelId="{E6411C68-F7FD-4017-92C2-D2865FCAF33D}">
      <dgm:prSet/>
      <dgm:spPr/>
      <dgm:t>
        <a:bodyPr/>
        <a:lstStyle/>
        <a:p>
          <a:r>
            <a:rPr lang="it-IT"/>
            <a:t>Modelli multilingue</a:t>
          </a:r>
        </a:p>
      </dgm:t>
    </dgm:pt>
    <dgm:pt modelId="{754211D0-F5FD-4F14-A29E-C3F73DA6BE04}" type="parTrans" cxnId="{FAE72710-87A2-4B04-96BD-4F544C4B4BB9}">
      <dgm:prSet/>
      <dgm:spPr/>
      <dgm:t>
        <a:bodyPr/>
        <a:lstStyle/>
        <a:p>
          <a:endParaRPr lang="it-IT"/>
        </a:p>
      </dgm:t>
    </dgm:pt>
    <dgm:pt modelId="{D2EE512D-2257-4C4C-A208-2088CA9E306C}" type="sibTrans" cxnId="{FAE72710-87A2-4B04-96BD-4F544C4B4BB9}">
      <dgm:prSet/>
      <dgm:spPr/>
      <dgm:t>
        <a:bodyPr/>
        <a:lstStyle/>
        <a:p>
          <a:endParaRPr lang="it-IT"/>
        </a:p>
      </dgm:t>
    </dgm:pt>
    <dgm:pt modelId="{495CF2B6-7E18-44B8-91A7-1D6100AAB919}">
      <dgm:prSet/>
      <dgm:spPr/>
      <dgm:t>
        <a:bodyPr/>
        <a:lstStyle/>
        <a:p>
          <a:r>
            <a:rPr lang="it-IT"/>
            <a:t>Minacce aggiuntive (emotiva, morale, sociale)</a:t>
          </a:r>
        </a:p>
      </dgm:t>
    </dgm:pt>
    <dgm:pt modelId="{D0CBD71D-683D-4CC6-A8A1-70E557AED9C5}" type="parTrans" cxnId="{4BC3F7E6-79AF-49D1-AAF4-B71505D8917A}">
      <dgm:prSet/>
      <dgm:spPr/>
      <dgm:t>
        <a:bodyPr/>
        <a:lstStyle/>
        <a:p>
          <a:endParaRPr lang="it-IT"/>
        </a:p>
      </dgm:t>
    </dgm:pt>
    <dgm:pt modelId="{8B1C8A0A-08C9-4497-B1C2-595912B93C6A}" type="sibTrans" cxnId="{4BC3F7E6-79AF-49D1-AAF4-B71505D8917A}">
      <dgm:prSet/>
      <dgm:spPr/>
      <dgm:t>
        <a:bodyPr/>
        <a:lstStyle/>
        <a:p>
          <a:endParaRPr lang="it-IT"/>
        </a:p>
      </dgm:t>
    </dgm:pt>
    <dgm:pt modelId="{FF06237A-8C36-4752-B4ED-FC4F2A0F4B57}">
      <dgm:prSet/>
      <dgm:spPr/>
      <dgm:t>
        <a:bodyPr/>
        <a:lstStyle/>
        <a:p>
          <a:r>
            <a:rPr lang="it-IT"/>
            <a:t>Gentilezza e rispetto</a:t>
          </a:r>
        </a:p>
      </dgm:t>
    </dgm:pt>
    <dgm:pt modelId="{E2C264BE-D8DF-4BA8-8DB6-36AF40901A4E}" type="parTrans" cxnId="{C16C51A1-64E8-49EE-B9B6-1E510D55D205}">
      <dgm:prSet/>
      <dgm:spPr/>
      <dgm:t>
        <a:bodyPr/>
        <a:lstStyle/>
        <a:p>
          <a:endParaRPr lang="it-IT"/>
        </a:p>
      </dgm:t>
    </dgm:pt>
    <dgm:pt modelId="{75EF12B7-3039-4AAB-A0CE-E99E4B995C42}" type="sibTrans" cxnId="{C16C51A1-64E8-49EE-B9B6-1E510D55D205}">
      <dgm:prSet/>
      <dgm:spPr/>
      <dgm:t>
        <a:bodyPr/>
        <a:lstStyle/>
        <a:p>
          <a:endParaRPr lang="it-IT"/>
        </a:p>
      </dgm:t>
    </dgm:pt>
    <dgm:pt modelId="{D05CE1F8-7C0C-401D-9A94-0BB5B76AD3B0}" type="pres">
      <dgm:prSet presAssocID="{69B7EA46-10B6-4977-80AA-CEE8A630AD9B}" presName="vert0" presStyleCnt="0">
        <dgm:presLayoutVars>
          <dgm:dir/>
          <dgm:animOne val="branch"/>
          <dgm:animLvl val="lvl"/>
        </dgm:presLayoutVars>
      </dgm:prSet>
      <dgm:spPr/>
    </dgm:pt>
    <dgm:pt modelId="{3420E397-4616-48CA-9320-A02E078A46D0}" type="pres">
      <dgm:prSet presAssocID="{AC4B97B1-1E1C-4127-8BFF-4B0E82F9E426}" presName="thickLine" presStyleLbl="alignNode1" presStyleIdx="0" presStyleCnt="1"/>
      <dgm:spPr/>
    </dgm:pt>
    <dgm:pt modelId="{2FF0A89F-68FA-4987-81FC-4AB59D87A645}" type="pres">
      <dgm:prSet presAssocID="{AC4B97B1-1E1C-4127-8BFF-4B0E82F9E426}" presName="horz1" presStyleCnt="0"/>
      <dgm:spPr/>
    </dgm:pt>
    <dgm:pt modelId="{07D41641-558B-4BC4-A808-51350078B209}" type="pres">
      <dgm:prSet presAssocID="{AC4B97B1-1E1C-4127-8BFF-4B0E82F9E426}" presName="tx1" presStyleLbl="revTx" presStyleIdx="0" presStyleCnt="8"/>
      <dgm:spPr/>
    </dgm:pt>
    <dgm:pt modelId="{1D228657-C872-402C-9373-FF33B88493D8}" type="pres">
      <dgm:prSet presAssocID="{AC4B97B1-1E1C-4127-8BFF-4B0E82F9E426}" presName="vert1" presStyleCnt="0"/>
      <dgm:spPr/>
    </dgm:pt>
    <dgm:pt modelId="{8CC4EC2D-7DF0-469E-A5D8-9BD0B803CD4A}" type="pres">
      <dgm:prSet presAssocID="{39EEF867-A068-4CA0-B742-9B92DD7EA541}" presName="vertSpace2a" presStyleCnt="0"/>
      <dgm:spPr/>
    </dgm:pt>
    <dgm:pt modelId="{0EE321DF-1907-4A62-B0EB-98072D345E37}" type="pres">
      <dgm:prSet presAssocID="{39EEF867-A068-4CA0-B742-9B92DD7EA541}" presName="horz2" presStyleCnt="0"/>
      <dgm:spPr/>
    </dgm:pt>
    <dgm:pt modelId="{27E3A0E6-8A58-49CC-8169-057226C4ADC5}" type="pres">
      <dgm:prSet presAssocID="{39EEF867-A068-4CA0-B742-9B92DD7EA541}" presName="horzSpace2" presStyleCnt="0"/>
      <dgm:spPr/>
    </dgm:pt>
    <dgm:pt modelId="{21EC7D6F-E66B-4068-9482-E008CCF3D347}" type="pres">
      <dgm:prSet presAssocID="{39EEF867-A068-4CA0-B742-9B92DD7EA541}" presName="tx2" presStyleLbl="revTx" presStyleIdx="1" presStyleCnt="8"/>
      <dgm:spPr/>
    </dgm:pt>
    <dgm:pt modelId="{037AE51D-369D-4909-A9F2-CB7D8568FAE4}" type="pres">
      <dgm:prSet presAssocID="{39EEF867-A068-4CA0-B742-9B92DD7EA541}" presName="vert2" presStyleCnt="0"/>
      <dgm:spPr/>
    </dgm:pt>
    <dgm:pt modelId="{FF8E4D1F-6506-429F-A443-9BF197733059}" type="pres">
      <dgm:prSet presAssocID="{39EEF867-A068-4CA0-B742-9B92DD7EA541}" presName="thinLine2b" presStyleLbl="callout" presStyleIdx="0" presStyleCnt="7"/>
      <dgm:spPr/>
    </dgm:pt>
    <dgm:pt modelId="{12E6498B-60E1-4C83-8E2F-6F33B8E53A66}" type="pres">
      <dgm:prSet presAssocID="{39EEF867-A068-4CA0-B742-9B92DD7EA541}" presName="vertSpace2b" presStyleCnt="0"/>
      <dgm:spPr/>
    </dgm:pt>
    <dgm:pt modelId="{7FF7548F-86C3-42B6-BF64-DA06AB76CD34}" type="pres">
      <dgm:prSet presAssocID="{8E7CF720-16DE-4A0B-B3D0-358811F0086D}" presName="horz2" presStyleCnt="0"/>
      <dgm:spPr/>
    </dgm:pt>
    <dgm:pt modelId="{9B9859E5-C858-4D5D-AE3F-DA68D0D94C6C}" type="pres">
      <dgm:prSet presAssocID="{8E7CF720-16DE-4A0B-B3D0-358811F0086D}" presName="horzSpace2" presStyleCnt="0"/>
      <dgm:spPr/>
    </dgm:pt>
    <dgm:pt modelId="{7EE8D61D-8A68-40FB-95F5-D1D0C09E8174}" type="pres">
      <dgm:prSet presAssocID="{8E7CF720-16DE-4A0B-B3D0-358811F0086D}" presName="tx2" presStyleLbl="revTx" presStyleIdx="2" presStyleCnt="8"/>
      <dgm:spPr/>
    </dgm:pt>
    <dgm:pt modelId="{7F0F5D10-598D-4989-8587-75729CC31C14}" type="pres">
      <dgm:prSet presAssocID="{8E7CF720-16DE-4A0B-B3D0-358811F0086D}" presName="vert2" presStyleCnt="0"/>
      <dgm:spPr/>
    </dgm:pt>
    <dgm:pt modelId="{BDCFF8FE-D8C5-4B2D-A17A-B50C5C6F01F4}" type="pres">
      <dgm:prSet presAssocID="{8E7CF720-16DE-4A0B-B3D0-358811F0086D}" presName="thinLine2b" presStyleLbl="callout" presStyleIdx="1" presStyleCnt="7"/>
      <dgm:spPr/>
    </dgm:pt>
    <dgm:pt modelId="{6998DA2A-0F6E-4D12-8A97-E3B2DCCACCCE}" type="pres">
      <dgm:prSet presAssocID="{8E7CF720-16DE-4A0B-B3D0-358811F0086D}" presName="vertSpace2b" presStyleCnt="0"/>
      <dgm:spPr/>
    </dgm:pt>
    <dgm:pt modelId="{40ADC2F8-1FDF-47DC-8E14-CCB05850BD6C}" type="pres">
      <dgm:prSet presAssocID="{39FA6DED-44F8-430D-B2F4-DDF7368CB9C9}" presName="horz2" presStyleCnt="0"/>
      <dgm:spPr/>
    </dgm:pt>
    <dgm:pt modelId="{DBCD1B1E-6AF5-4A6E-AB98-285A03615416}" type="pres">
      <dgm:prSet presAssocID="{39FA6DED-44F8-430D-B2F4-DDF7368CB9C9}" presName="horzSpace2" presStyleCnt="0"/>
      <dgm:spPr/>
    </dgm:pt>
    <dgm:pt modelId="{105B4DB2-5A68-45C9-80E2-ECFF23D52501}" type="pres">
      <dgm:prSet presAssocID="{39FA6DED-44F8-430D-B2F4-DDF7368CB9C9}" presName="tx2" presStyleLbl="revTx" presStyleIdx="3" presStyleCnt="8"/>
      <dgm:spPr/>
    </dgm:pt>
    <dgm:pt modelId="{20B3CC9F-763D-4761-9277-45CFEC1C12C4}" type="pres">
      <dgm:prSet presAssocID="{39FA6DED-44F8-430D-B2F4-DDF7368CB9C9}" presName="vert2" presStyleCnt="0"/>
      <dgm:spPr/>
    </dgm:pt>
    <dgm:pt modelId="{D5178A76-84FF-495A-BE02-910E23011E80}" type="pres">
      <dgm:prSet presAssocID="{39FA6DED-44F8-430D-B2F4-DDF7368CB9C9}" presName="thinLine2b" presStyleLbl="callout" presStyleIdx="2" presStyleCnt="7"/>
      <dgm:spPr/>
    </dgm:pt>
    <dgm:pt modelId="{3CFC2EA8-3597-4A4D-BF78-26470A2140C7}" type="pres">
      <dgm:prSet presAssocID="{39FA6DED-44F8-430D-B2F4-DDF7368CB9C9}" presName="vertSpace2b" presStyleCnt="0"/>
      <dgm:spPr/>
    </dgm:pt>
    <dgm:pt modelId="{5C6C23EC-6239-4217-86A6-A1A56063B154}" type="pres">
      <dgm:prSet presAssocID="{D9717E8D-86BF-4B91-B799-329EE707BC9F}" presName="horz2" presStyleCnt="0"/>
      <dgm:spPr/>
    </dgm:pt>
    <dgm:pt modelId="{E93F7784-14D2-4395-9145-09FA1E9E7B16}" type="pres">
      <dgm:prSet presAssocID="{D9717E8D-86BF-4B91-B799-329EE707BC9F}" presName="horzSpace2" presStyleCnt="0"/>
      <dgm:spPr/>
    </dgm:pt>
    <dgm:pt modelId="{AEF99962-5143-4DD9-94B9-F5679A29025E}" type="pres">
      <dgm:prSet presAssocID="{D9717E8D-86BF-4B91-B799-329EE707BC9F}" presName="tx2" presStyleLbl="revTx" presStyleIdx="4" presStyleCnt="8"/>
      <dgm:spPr/>
    </dgm:pt>
    <dgm:pt modelId="{2C9A53F3-05CC-4D61-9CC1-7970815E006A}" type="pres">
      <dgm:prSet presAssocID="{D9717E8D-86BF-4B91-B799-329EE707BC9F}" presName="vert2" presStyleCnt="0"/>
      <dgm:spPr/>
    </dgm:pt>
    <dgm:pt modelId="{4E7F831F-18F7-4452-BA14-DE836F3D9F03}" type="pres">
      <dgm:prSet presAssocID="{D9717E8D-86BF-4B91-B799-329EE707BC9F}" presName="thinLine2b" presStyleLbl="callout" presStyleIdx="3" presStyleCnt="7"/>
      <dgm:spPr/>
    </dgm:pt>
    <dgm:pt modelId="{54805CE1-2A0D-4F22-A0DD-043F0328CB12}" type="pres">
      <dgm:prSet presAssocID="{D9717E8D-86BF-4B91-B799-329EE707BC9F}" presName="vertSpace2b" presStyleCnt="0"/>
      <dgm:spPr/>
    </dgm:pt>
    <dgm:pt modelId="{310166AE-2F4D-44BE-B07C-E598732AAC93}" type="pres">
      <dgm:prSet presAssocID="{E6411C68-F7FD-4017-92C2-D2865FCAF33D}" presName="horz2" presStyleCnt="0"/>
      <dgm:spPr/>
    </dgm:pt>
    <dgm:pt modelId="{6C72EF4B-EF78-4F55-B801-4A04088850F4}" type="pres">
      <dgm:prSet presAssocID="{E6411C68-F7FD-4017-92C2-D2865FCAF33D}" presName="horzSpace2" presStyleCnt="0"/>
      <dgm:spPr/>
    </dgm:pt>
    <dgm:pt modelId="{20A39EBE-6C5C-44DF-A8FF-D61C2709D92A}" type="pres">
      <dgm:prSet presAssocID="{E6411C68-F7FD-4017-92C2-D2865FCAF33D}" presName="tx2" presStyleLbl="revTx" presStyleIdx="5" presStyleCnt="8"/>
      <dgm:spPr/>
    </dgm:pt>
    <dgm:pt modelId="{8D74E217-D325-40A6-B766-E86B135E00CF}" type="pres">
      <dgm:prSet presAssocID="{E6411C68-F7FD-4017-92C2-D2865FCAF33D}" presName="vert2" presStyleCnt="0"/>
      <dgm:spPr/>
    </dgm:pt>
    <dgm:pt modelId="{244D0C25-AB44-4FED-82E6-C7D5725C8A58}" type="pres">
      <dgm:prSet presAssocID="{E6411C68-F7FD-4017-92C2-D2865FCAF33D}" presName="thinLine2b" presStyleLbl="callout" presStyleIdx="4" presStyleCnt="7"/>
      <dgm:spPr/>
    </dgm:pt>
    <dgm:pt modelId="{C33AEA8C-EB12-49BF-93AB-5A124710C7A1}" type="pres">
      <dgm:prSet presAssocID="{E6411C68-F7FD-4017-92C2-D2865FCAF33D}" presName="vertSpace2b" presStyleCnt="0"/>
      <dgm:spPr/>
    </dgm:pt>
    <dgm:pt modelId="{7545704C-9472-4CD0-B5EC-F116ED0B7A5D}" type="pres">
      <dgm:prSet presAssocID="{495CF2B6-7E18-44B8-91A7-1D6100AAB919}" presName="horz2" presStyleCnt="0"/>
      <dgm:spPr/>
    </dgm:pt>
    <dgm:pt modelId="{6ACB448F-2E57-46E1-99D0-585FF2861B41}" type="pres">
      <dgm:prSet presAssocID="{495CF2B6-7E18-44B8-91A7-1D6100AAB919}" presName="horzSpace2" presStyleCnt="0"/>
      <dgm:spPr/>
    </dgm:pt>
    <dgm:pt modelId="{BA801B47-0D0B-469E-A9AB-54F28D2BBE9B}" type="pres">
      <dgm:prSet presAssocID="{495CF2B6-7E18-44B8-91A7-1D6100AAB919}" presName="tx2" presStyleLbl="revTx" presStyleIdx="6" presStyleCnt="8"/>
      <dgm:spPr/>
    </dgm:pt>
    <dgm:pt modelId="{63097992-F3F3-4EA9-B55C-E2EBC6CDDB16}" type="pres">
      <dgm:prSet presAssocID="{495CF2B6-7E18-44B8-91A7-1D6100AAB919}" presName="vert2" presStyleCnt="0"/>
      <dgm:spPr/>
    </dgm:pt>
    <dgm:pt modelId="{759737F4-ABC2-49E1-AFF0-77F9033AACBB}" type="pres">
      <dgm:prSet presAssocID="{495CF2B6-7E18-44B8-91A7-1D6100AAB919}" presName="thinLine2b" presStyleLbl="callout" presStyleIdx="5" presStyleCnt="7"/>
      <dgm:spPr/>
    </dgm:pt>
    <dgm:pt modelId="{3A2E9DD9-2F7E-44E5-926F-8009B681220B}" type="pres">
      <dgm:prSet presAssocID="{495CF2B6-7E18-44B8-91A7-1D6100AAB919}" presName="vertSpace2b" presStyleCnt="0"/>
      <dgm:spPr/>
    </dgm:pt>
    <dgm:pt modelId="{839D1AC1-09EB-4FE4-9ED0-2BF1656CB93E}" type="pres">
      <dgm:prSet presAssocID="{FF06237A-8C36-4752-B4ED-FC4F2A0F4B57}" presName="horz2" presStyleCnt="0"/>
      <dgm:spPr/>
    </dgm:pt>
    <dgm:pt modelId="{A5C4ED31-9C5C-47FE-8620-16BA7B28B39A}" type="pres">
      <dgm:prSet presAssocID="{FF06237A-8C36-4752-B4ED-FC4F2A0F4B57}" presName="horzSpace2" presStyleCnt="0"/>
      <dgm:spPr/>
    </dgm:pt>
    <dgm:pt modelId="{5FE11F20-5CD7-416F-B5EE-0149B8598076}" type="pres">
      <dgm:prSet presAssocID="{FF06237A-8C36-4752-B4ED-FC4F2A0F4B57}" presName="tx2" presStyleLbl="revTx" presStyleIdx="7" presStyleCnt="8"/>
      <dgm:spPr/>
    </dgm:pt>
    <dgm:pt modelId="{56C78214-CC84-4333-A7E0-6AF955075D66}" type="pres">
      <dgm:prSet presAssocID="{FF06237A-8C36-4752-B4ED-FC4F2A0F4B57}" presName="vert2" presStyleCnt="0"/>
      <dgm:spPr/>
    </dgm:pt>
    <dgm:pt modelId="{B3DEF4A0-9062-4329-A1C7-2413B98A1659}" type="pres">
      <dgm:prSet presAssocID="{FF06237A-8C36-4752-B4ED-FC4F2A0F4B57}" presName="thinLine2b" presStyleLbl="callout" presStyleIdx="6" presStyleCnt="7"/>
      <dgm:spPr/>
    </dgm:pt>
    <dgm:pt modelId="{7B44C077-8F2B-4992-8C95-E4328CD27F2E}" type="pres">
      <dgm:prSet presAssocID="{FF06237A-8C36-4752-B4ED-FC4F2A0F4B57}" presName="vertSpace2b" presStyleCnt="0"/>
      <dgm:spPr/>
    </dgm:pt>
  </dgm:ptLst>
  <dgm:cxnLst>
    <dgm:cxn modelId="{D22E8103-EF4E-457B-A157-038CE85F0ABB}" srcId="{AC4B97B1-1E1C-4127-8BFF-4B0E82F9E426}" destId="{8E7CF720-16DE-4A0B-B3D0-358811F0086D}" srcOrd="1" destOrd="0" parTransId="{AED5E8D7-A80F-479B-9C9F-51214DAF6782}" sibTransId="{CCF3A9B1-18D3-49E4-A4DE-935D037D75C0}"/>
    <dgm:cxn modelId="{E9613005-4757-4179-A777-D43401102E69}" type="presOf" srcId="{D9717E8D-86BF-4B91-B799-329EE707BC9F}" destId="{AEF99962-5143-4DD9-94B9-F5679A29025E}" srcOrd="0" destOrd="0" presId="urn:microsoft.com/office/officeart/2008/layout/LinedList"/>
    <dgm:cxn modelId="{FAE72710-87A2-4B04-96BD-4F544C4B4BB9}" srcId="{AC4B97B1-1E1C-4127-8BFF-4B0E82F9E426}" destId="{E6411C68-F7FD-4017-92C2-D2865FCAF33D}" srcOrd="4" destOrd="0" parTransId="{754211D0-F5FD-4F14-A29E-C3F73DA6BE04}" sibTransId="{D2EE512D-2257-4C4C-A208-2088CA9E306C}"/>
    <dgm:cxn modelId="{5BBC8F3B-037D-49F1-A652-1206900A615E}" srcId="{69B7EA46-10B6-4977-80AA-CEE8A630AD9B}" destId="{AC4B97B1-1E1C-4127-8BFF-4B0E82F9E426}" srcOrd="0" destOrd="0" parTransId="{70238803-972B-418D-99BC-D60B4BE02F4B}" sibTransId="{8CE38A82-EBE0-4668-884A-5C2438F8A6CB}"/>
    <dgm:cxn modelId="{CC89B85C-18DC-4FE9-BB05-448FD31ACD64}" type="presOf" srcId="{39EEF867-A068-4CA0-B742-9B92DD7EA541}" destId="{21EC7D6F-E66B-4068-9482-E008CCF3D347}" srcOrd="0" destOrd="0" presId="urn:microsoft.com/office/officeart/2008/layout/LinedList"/>
    <dgm:cxn modelId="{D0D42964-7E15-4067-A037-A0B52FF3D1AA}" type="presOf" srcId="{FF06237A-8C36-4752-B4ED-FC4F2A0F4B57}" destId="{5FE11F20-5CD7-416F-B5EE-0149B8598076}" srcOrd="0" destOrd="0" presId="urn:microsoft.com/office/officeart/2008/layout/LinedList"/>
    <dgm:cxn modelId="{76A92576-D485-43BE-A7F1-D6A550088EAC}" type="presOf" srcId="{E6411C68-F7FD-4017-92C2-D2865FCAF33D}" destId="{20A39EBE-6C5C-44DF-A8FF-D61C2709D92A}" srcOrd="0" destOrd="0" presId="urn:microsoft.com/office/officeart/2008/layout/LinedList"/>
    <dgm:cxn modelId="{6DC37497-E2A5-4A04-9257-8A72C7020172}" type="presOf" srcId="{AC4B97B1-1E1C-4127-8BFF-4B0E82F9E426}" destId="{07D41641-558B-4BC4-A808-51350078B209}" srcOrd="0" destOrd="0" presId="urn:microsoft.com/office/officeart/2008/layout/LinedList"/>
    <dgm:cxn modelId="{C16C51A1-64E8-49EE-B9B6-1E510D55D205}" srcId="{AC4B97B1-1E1C-4127-8BFF-4B0E82F9E426}" destId="{FF06237A-8C36-4752-B4ED-FC4F2A0F4B57}" srcOrd="6" destOrd="0" parTransId="{E2C264BE-D8DF-4BA8-8DB6-36AF40901A4E}" sibTransId="{75EF12B7-3039-4AAB-A0CE-E99E4B995C42}"/>
    <dgm:cxn modelId="{23381CA6-BC75-4777-BC05-DA6D06D7777A}" type="presOf" srcId="{8E7CF720-16DE-4A0B-B3D0-358811F0086D}" destId="{7EE8D61D-8A68-40FB-95F5-D1D0C09E8174}" srcOrd="0" destOrd="0" presId="urn:microsoft.com/office/officeart/2008/layout/LinedList"/>
    <dgm:cxn modelId="{54DBA4B9-D13C-4278-96ED-C720B6911E54}" srcId="{AC4B97B1-1E1C-4127-8BFF-4B0E82F9E426}" destId="{39FA6DED-44F8-430D-B2F4-DDF7368CB9C9}" srcOrd="2" destOrd="0" parTransId="{0D82DFC3-02B4-4D6A-A072-9788A7BF5B8F}" sibTransId="{5778B7DC-97B1-4602-A276-6D2E713A4ED0}"/>
    <dgm:cxn modelId="{F5751BC3-A31B-45A4-B356-A44CCC8C6BA5}" type="presOf" srcId="{39FA6DED-44F8-430D-B2F4-DDF7368CB9C9}" destId="{105B4DB2-5A68-45C9-80E2-ECFF23D52501}" srcOrd="0" destOrd="0" presId="urn:microsoft.com/office/officeart/2008/layout/LinedList"/>
    <dgm:cxn modelId="{26C388DA-2177-4E6E-B5D9-C349399105E9}" type="presOf" srcId="{69B7EA46-10B6-4977-80AA-CEE8A630AD9B}" destId="{D05CE1F8-7C0C-401D-9A94-0BB5B76AD3B0}" srcOrd="0" destOrd="0" presId="urn:microsoft.com/office/officeart/2008/layout/LinedList"/>
    <dgm:cxn modelId="{228C3ADC-EA46-41F5-8DF8-1CB0B241C74D}" srcId="{AC4B97B1-1E1C-4127-8BFF-4B0E82F9E426}" destId="{D9717E8D-86BF-4B91-B799-329EE707BC9F}" srcOrd="3" destOrd="0" parTransId="{E1401B08-A570-4E54-8BE6-EE5C8ECEBA68}" sibTransId="{C9DADDAC-C2C5-4107-968B-F623EFDAC136}"/>
    <dgm:cxn modelId="{EB39E4E5-BC6C-4EE0-93E3-30B076DB2C23}" type="presOf" srcId="{495CF2B6-7E18-44B8-91A7-1D6100AAB919}" destId="{BA801B47-0D0B-469E-A9AB-54F28D2BBE9B}" srcOrd="0" destOrd="0" presId="urn:microsoft.com/office/officeart/2008/layout/LinedList"/>
    <dgm:cxn modelId="{4BC3F7E6-79AF-49D1-AAF4-B71505D8917A}" srcId="{AC4B97B1-1E1C-4127-8BFF-4B0E82F9E426}" destId="{495CF2B6-7E18-44B8-91A7-1D6100AAB919}" srcOrd="5" destOrd="0" parTransId="{D0CBD71D-683D-4CC6-A8A1-70E557AED9C5}" sibTransId="{8B1C8A0A-08C9-4497-B1C2-595912B93C6A}"/>
    <dgm:cxn modelId="{F92978F1-8D6F-4614-8CD9-8D76B601F835}" srcId="{AC4B97B1-1E1C-4127-8BFF-4B0E82F9E426}" destId="{39EEF867-A068-4CA0-B742-9B92DD7EA541}" srcOrd="0" destOrd="0" parTransId="{7F858AFC-AEB1-4731-9F8E-A00198DB4FCC}" sibTransId="{42BBAADB-A8F8-4EB6-BA64-4BF3EAE8370F}"/>
    <dgm:cxn modelId="{8E1AC07A-0BFE-4AAC-A3D1-5C75358C0936}" type="presParOf" srcId="{D05CE1F8-7C0C-401D-9A94-0BB5B76AD3B0}" destId="{3420E397-4616-48CA-9320-A02E078A46D0}" srcOrd="0" destOrd="0" presId="urn:microsoft.com/office/officeart/2008/layout/LinedList"/>
    <dgm:cxn modelId="{B79879A8-27FB-44CC-B721-036177F1C349}" type="presParOf" srcId="{D05CE1F8-7C0C-401D-9A94-0BB5B76AD3B0}" destId="{2FF0A89F-68FA-4987-81FC-4AB59D87A645}" srcOrd="1" destOrd="0" presId="urn:microsoft.com/office/officeart/2008/layout/LinedList"/>
    <dgm:cxn modelId="{16FC165E-121C-4A44-82BA-F22DCC69A1AA}" type="presParOf" srcId="{2FF0A89F-68FA-4987-81FC-4AB59D87A645}" destId="{07D41641-558B-4BC4-A808-51350078B209}" srcOrd="0" destOrd="0" presId="urn:microsoft.com/office/officeart/2008/layout/LinedList"/>
    <dgm:cxn modelId="{A3BAE46B-67A4-41F4-95B8-0E336D4A961D}" type="presParOf" srcId="{2FF0A89F-68FA-4987-81FC-4AB59D87A645}" destId="{1D228657-C872-402C-9373-FF33B88493D8}" srcOrd="1" destOrd="0" presId="urn:microsoft.com/office/officeart/2008/layout/LinedList"/>
    <dgm:cxn modelId="{5D7E6B1D-1D80-403C-95F6-AD6B18FE04F4}" type="presParOf" srcId="{1D228657-C872-402C-9373-FF33B88493D8}" destId="{8CC4EC2D-7DF0-469E-A5D8-9BD0B803CD4A}" srcOrd="0" destOrd="0" presId="urn:microsoft.com/office/officeart/2008/layout/LinedList"/>
    <dgm:cxn modelId="{C569480F-F0F5-40AA-B55A-C301A8AA9900}" type="presParOf" srcId="{1D228657-C872-402C-9373-FF33B88493D8}" destId="{0EE321DF-1907-4A62-B0EB-98072D345E37}" srcOrd="1" destOrd="0" presId="urn:microsoft.com/office/officeart/2008/layout/LinedList"/>
    <dgm:cxn modelId="{AF1B6D73-0693-47C8-A71A-01D3BD58A47E}" type="presParOf" srcId="{0EE321DF-1907-4A62-B0EB-98072D345E37}" destId="{27E3A0E6-8A58-49CC-8169-057226C4ADC5}" srcOrd="0" destOrd="0" presId="urn:microsoft.com/office/officeart/2008/layout/LinedList"/>
    <dgm:cxn modelId="{F6E7022A-0B75-4B51-8072-DFDEA38222A9}" type="presParOf" srcId="{0EE321DF-1907-4A62-B0EB-98072D345E37}" destId="{21EC7D6F-E66B-4068-9482-E008CCF3D347}" srcOrd="1" destOrd="0" presId="urn:microsoft.com/office/officeart/2008/layout/LinedList"/>
    <dgm:cxn modelId="{FDDD863C-D8A0-41E9-B35D-AB761DF7045C}" type="presParOf" srcId="{0EE321DF-1907-4A62-B0EB-98072D345E37}" destId="{037AE51D-369D-4909-A9F2-CB7D8568FAE4}" srcOrd="2" destOrd="0" presId="urn:microsoft.com/office/officeart/2008/layout/LinedList"/>
    <dgm:cxn modelId="{CB98543F-C9DA-4922-80A1-9054CD18A6F5}" type="presParOf" srcId="{1D228657-C872-402C-9373-FF33B88493D8}" destId="{FF8E4D1F-6506-429F-A443-9BF197733059}" srcOrd="2" destOrd="0" presId="urn:microsoft.com/office/officeart/2008/layout/LinedList"/>
    <dgm:cxn modelId="{3F19B659-E8D5-434B-91A6-BA6FB2C22212}" type="presParOf" srcId="{1D228657-C872-402C-9373-FF33B88493D8}" destId="{12E6498B-60E1-4C83-8E2F-6F33B8E53A66}" srcOrd="3" destOrd="0" presId="urn:microsoft.com/office/officeart/2008/layout/LinedList"/>
    <dgm:cxn modelId="{51530372-A50C-46CE-92B7-31497A426539}" type="presParOf" srcId="{1D228657-C872-402C-9373-FF33B88493D8}" destId="{7FF7548F-86C3-42B6-BF64-DA06AB76CD34}" srcOrd="4" destOrd="0" presId="urn:microsoft.com/office/officeart/2008/layout/LinedList"/>
    <dgm:cxn modelId="{DE68D8BF-949E-4A79-AA5C-1E534FEC4B39}" type="presParOf" srcId="{7FF7548F-86C3-42B6-BF64-DA06AB76CD34}" destId="{9B9859E5-C858-4D5D-AE3F-DA68D0D94C6C}" srcOrd="0" destOrd="0" presId="urn:microsoft.com/office/officeart/2008/layout/LinedList"/>
    <dgm:cxn modelId="{92E69662-21A9-43D9-BD50-BCAC5814EC90}" type="presParOf" srcId="{7FF7548F-86C3-42B6-BF64-DA06AB76CD34}" destId="{7EE8D61D-8A68-40FB-95F5-D1D0C09E8174}" srcOrd="1" destOrd="0" presId="urn:microsoft.com/office/officeart/2008/layout/LinedList"/>
    <dgm:cxn modelId="{1DC8C1C3-30FE-42BA-97C0-DAEA0D7EB60A}" type="presParOf" srcId="{7FF7548F-86C3-42B6-BF64-DA06AB76CD34}" destId="{7F0F5D10-598D-4989-8587-75729CC31C14}" srcOrd="2" destOrd="0" presId="urn:microsoft.com/office/officeart/2008/layout/LinedList"/>
    <dgm:cxn modelId="{6C471D4A-F857-4513-B6FF-C71D5941C919}" type="presParOf" srcId="{1D228657-C872-402C-9373-FF33B88493D8}" destId="{BDCFF8FE-D8C5-4B2D-A17A-B50C5C6F01F4}" srcOrd="5" destOrd="0" presId="urn:microsoft.com/office/officeart/2008/layout/LinedList"/>
    <dgm:cxn modelId="{372A0A42-3B6A-48DB-A7A3-C9386A09FE9C}" type="presParOf" srcId="{1D228657-C872-402C-9373-FF33B88493D8}" destId="{6998DA2A-0F6E-4D12-8A97-E3B2DCCACCCE}" srcOrd="6" destOrd="0" presId="urn:microsoft.com/office/officeart/2008/layout/LinedList"/>
    <dgm:cxn modelId="{A82AEE1C-2A12-4C5A-9DD0-5AE20DA254FA}" type="presParOf" srcId="{1D228657-C872-402C-9373-FF33B88493D8}" destId="{40ADC2F8-1FDF-47DC-8E14-CCB05850BD6C}" srcOrd="7" destOrd="0" presId="urn:microsoft.com/office/officeart/2008/layout/LinedList"/>
    <dgm:cxn modelId="{A573C4F7-66F3-46B7-B4B1-249BECB86C32}" type="presParOf" srcId="{40ADC2F8-1FDF-47DC-8E14-CCB05850BD6C}" destId="{DBCD1B1E-6AF5-4A6E-AB98-285A03615416}" srcOrd="0" destOrd="0" presId="urn:microsoft.com/office/officeart/2008/layout/LinedList"/>
    <dgm:cxn modelId="{2C99D63D-089E-4221-979F-3CE7227A3521}" type="presParOf" srcId="{40ADC2F8-1FDF-47DC-8E14-CCB05850BD6C}" destId="{105B4DB2-5A68-45C9-80E2-ECFF23D52501}" srcOrd="1" destOrd="0" presId="urn:microsoft.com/office/officeart/2008/layout/LinedList"/>
    <dgm:cxn modelId="{1DD30882-31DF-4C14-A189-5F506D907237}" type="presParOf" srcId="{40ADC2F8-1FDF-47DC-8E14-CCB05850BD6C}" destId="{20B3CC9F-763D-4761-9277-45CFEC1C12C4}" srcOrd="2" destOrd="0" presId="urn:microsoft.com/office/officeart/2008/layout/LinedList"/>
    <dgm:cxn modelId="{E780A2C5-F4E7-4487-BF7E-F8DE54B1B4C1}" type="presParOf" srcId="{1D228657-C872-402C-9373-FF33B88493D8}" destId="{D5178A76-84FF-495A-BE02-910E23011E80}" srcOrd="8" destOrd="0" presId="urn:microsoft.com/office/officeart/2008/layout/LinedList"/>
    <dgm:cxn modelId="{78819E5A-869C-4E3C-80A2-D04404F20609}" type="presParOf" srcId="{1D228657-C872-402C-9373-FF33B88493D8}" destId="{3CFC2EA8-3597-4A4D-BF78-26470A2140C7}" srcOrd="9" destOrd="0" presId="urn:microsoft.com/office/officeart/2008/layout/LinedList"/>
    <dgm:cxn modelId="{417CEF71-7894-4DC7-9301-ADE63184F98A}" type="presParOf" srcId="{1D228657-C872-402C-9373-FF33B88493D8}" destId="{5C6C23EC-6239-4217-86A6-A1A56063B154}" srcOrd="10" destOrd="0" presId="urn:microsoft.com/office/officeart/2008/layout/LinedList"/>
    <dgm:cxn modelId="{0DB7906E-BCE6-4EB2-94FF-CFABF0B37E08}" type="presParOf" srcId="{5C6C23EC-6239-4217-86A6-A1A56063B154}" destId="{E93F7784-14D2-4395-9145-09FA1E9E7B16}" srcOrd="0" destOrd="0" presId="urn:microsoft.com/office/officeart/2008/layout/LinedList"/>
    <dgm:cxn modelId="{A50DACB9-4326-4C15-B800-5BF6D21110DF}" type="presParOf" srcId="{5C6C23EC-6239-4217-86A6-A1A56063B154}" destId="{AEF99962-5143-4DD9-94B9-F5679A29025E}" srcOrd="1" destOrd="0" presId="urn:microsoft.com/office/officeart/2008/layout/LinedList"/>
    <dgm:cxn modelId="{92ACC2D2-3F9F-44D0-B0FD-3CF793A5EEDE}" type="presParOf" srcId="{5C6C23EC-6239-4217-86A6-A1A56063B154}" destId="{2C9A53F3-05CC-4D61-9CC1-7970815E006A}" srcOrd="2" destOrd="0" presId="urn:microsoft.com/office/officeart/2008/layout/LinedList"/>
    <dgm:cxn modelId="{069231D0-36BE-46A8-8918-9B301E0B99F8}" type="presParOf" srcId="{1D228657-C872-402C-9373-FF33B88493D8}" destId="{4E7F831F-18F7-4452-BA14-DE836F3D9F03}" srcOrd="11" destOrd="0" presId="urn:microsoft.com/office/officeart/2008/layout/LinedList"/>
    <dgm:cxn modelId="{4CB243AF-2456-49A3-8326-1D761AB62385}" type="presParOf" srcId="{1D228657-C872-402C-9373-FF33B88493D8}" destId="{54805CE1-2A0D-4F22-A0DD-043F0328CB12}" srcOrd="12" destOrd="0" presId="urn:microsoft.com/office/officeart/2008/layout/LinedList"/>
    <dgm:cxn modelId="{4E18044C-EE3E-4F77-B2E8-FCF4692334FD}" type="presParOf" srcId="{1D228657-C872-402C-9373-FF33B88493D8}" destId="{310166AE-2F4D-44BE-B07C-E598732AAC93}" srcOrd="13" destOrd="0" presId="urn:microsoft.com/office/officeart/2008/layout/LinedList"/>
    <dgm:cxn modelId="{CD85F458-67CE-49F1-AC82-A31C878A79B7}" type="presParOf" srcId="{310166AE-2F4D-44BE-B07C-E598732AAC93}" destId="{6C72EF4B-EF78-4F55-B801-4A04088850F4}" srcOrd="0" destOrd="0" presId="urn:microsoft.com/office/officeart/2008/layout/LinedList"/>
    <dgm:cxn modelId="{DE21D844-99BF-455D-BE31-B66B0CD13FE6}" type="presParOf" srcId="{310166AE-2F4D-44BE-B07C-E598732AAC93}" destId="{20A39EBE-6C5C-44DF-A8FF-D61C2709D92A}" srcOrd="1" destOrd="0" presId="urn:microsoft.com/office/officeart/2008/layout/LinedList"/>
    <dgm:cxn modelId="{26518EC6-C409-40C3-9B7E-717861A1C2FF}" type="presParOf" srcId="{310166AE-2F4D-44BE-B07C-E598732AAC93}" destId="{8D74E217-D325-40A6-B766-E86B135E00CF}" srcOrd="2" destOrd="0" presId="urn:microsoft.com/office/officeart/2008/layout/LinedList"/>
    <dgm:cxn modelId="{888C6D85-4605-4FE5-9706-3363ECF1AE2B}" type="presParOf" srcId="{1D228657-C872-402C-9373-FF33B88493D8}" destId="{244D0C25-AB44-4FED-82E6-C7D5725C8A58}" srcOrd="14" destOrd="0" presId="urn:microsoft.com/office/officeart/2008/layout/LinedList"/>
    <dgm:cxn modelId="{8E45429F-D62F-4C63-9C30-971AC83733FD}" type="presParOf" srcId="{1D228657-C872-402C-9373-FF33B88493D8}" destId="{C33AEA8C-EB12-49BF-93AB-5A124710C7A1}" srcOrd="15" destOrd="0" presId="urn:microsoft.com/office/officeart/2008/layout/LinedList"/>
    <dgm:cxn modelId="{259126D0-FDF7-4C99-AB34-6420AE841F48}" type="presParOf" srcId="{1D228657-C872-402C-9373-FF33B88493D8}" destId="{7545704C-9472-4CD0-B5EC-F116ED0B7A5D}" srcOrd="16" destOrd="0" presId="urn:microsoft.com/office/officeart/2008/layout/LinedList"/>
    <dgm:cxn modelId="{A919E39D-AD04-466B-8449-F0EEC8956497}" type="presParOf" srcId="{7545704C-9472-4CD0-B5EC-F116ED0B7A5D}" destId="{6ACB448F-2E57-46E1-99D0-585FF2861B41}" srcOrd="0" destOrd="0" presId="urn:microsoft.com/office/officeart/2008/layout/LinedList"/>
    <dgm:cxn modelId="{4D089757-1729-4482-9FEF-83CA0D812664}" type="presParOf" srcId="{7545704C-9472-4CD0-B5EC-F116ED0B7A5D}" destId="{BA801B47-0D0B-469E-A9AB-54F28D2BBE9B}" srcOrd="1" destOrd="0" presId="urn:microsoft.com/office/officeart/2008/layout/LinedList"/>
    <dgm:cxn modelId="{DADB3F3F-4C4A-4D1C-BD52-87FC92BF57CF}" type="presParOf" srcId="{7545704C-9472-4CD0-B5EC-F116ED0B7A5D}" destId="{63097992-F3F3-4EA9-B55C-E2EBC6CDDB16}" srcOrd="2" destOrd="0" presId="urn:microsoft.com/office/officeart/2008/layout/LinedList"/>
    <dgm:cxn modelId="{FEDC9419-2687-4BD3-B300-DD4F1CBC10CB}" type="presParOf" srcId="{1D228657-C872-402C-9373-FF33B88493D8}" destId="{759737F4-ABC2-49E1-AFF0-77F9033AACBB}" srcOrd="17" destOrd="0" presId="urn:microsoft.com/office/officeart/2008/layout/LinedList"/>
    <dgm:cxn modelId="{DC38D519-4BFB-430B-AD3C-D4DF69F61999}" type="presParOf" srcId="{1D228657-C872-402C-9373-FF33B88493D8}" destId="{3A2E9DD9-2F7E-44E5-926F-8009B681220B}" srcOrd="18" destOrd="0" presId="urn:microsoft.com/office/officeart/2008/layout/LinedList"/>
    <dgm:cxn modelId="{E8FBABBF-1FC4-41E9-8B77-06B91AB38902}" type="presParOf" srcId="{1D228657-C872-402C-9373-FF33B88493D8}" destId="{839D1AC1-09EB-4FE4-9ED0-2BF1656CB93E}" srcOrd="19" destOrd="0" presId="urn:microsoft.com/office/officeart/2008/layout/LinedList"/>
    <dgm:cxn modelId="{97D1EBD4-E14C-4929-85DB-0851D928022A}" type="presParOf" srcId="{839D1AC1-09EB-4FE4-9ED0-2BF1656CB93E}" destId="{A5C4ED31-9C5C-47FE-8620-16BA7B28B39A}" srcOrd="0" destOrd="0" presId="urn:microsoft.com/office/officeart/2008/layout/LinedList"/>
    <dgm:cxn modelId="{DD59F0A3-51CD-4F5B-9816-46FFBD5A02D8}" type="presParOf" srcId="{839D1AC1-09EB-4FE4-9ED0-2BF1656CB93E}" destId="{5FE11F20-5CD7-416F-B5EE-0149B8598076}" srcOrd="1" destOrd="0" presId="urn:microsoft.com/office/officeart/2008/layout/LinedList"/>
    <dgm:cxn modelId="{64149ECC-2589-46C0-999B-B652922737A2}" type="presParOf" srcId="{839D1AC1-09EB-4FE4-9ED0-2BF1656CB93E}" destId="{56C78214-CC84-4333-A7E0-6AF955075D66}" srcOrd="2" destOrd="0" presId="urn:microsoft.com/office/officeart/2008/layout/LinedList"/>
    <dgm:cxn modelId="{5CE11CF1-4DF5-4260-8621-109DF9095E62}" type="presParOf" srcId="{1D228657-C872-402C-9373-FF33B88493D8}" destId="{B3DEF4A0-9062-4329-A1C7-2413B98A1659}" srcOrd="20" destOrd="0" presId="urn:microsoft.com/office/officeart/2008/layout/LinedList"/>
    <dgm:cxn modelId="{8C056503-A6CA-473F-AC5B-0BFB410110D2}" type="presParOf" srcId="{1D228657-C872-402C-9373-FF33B88493D8}" destId="{7B44C077-8F2B-4992-8C95-E4328CD27F2E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528616C0-8FCB-4A68-BCD6-087C448090B2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91663C5E-0EFE-4B35-9E50-B01D6F84E758}">
      <dgm:prSet phldrT="[Testo]" phldr="0"/>
      <dgm:spPr/>
      <dgm:t>
        <a:bodyPr/>
        <a:lstStyle/>
        <a:p>
          <a:r>
            <a:rPr lang="it-IT" b="1" dirty="0"/>
            <a:t>Mapping e preparazione del dataset</a:t>
          </a:r>
        </a:p>
      </dgm:t>
    </dgm:pt>
    <dgm:pt modelId="{B65EC3B2-C32E-4904-815B-CDA2F0D33563}" type="parTrans" cxnId="{5507F2AC-0A9D-43AF-AB1E-173CF5BFEE08}">
      <dgm:prSet/>
      <dgm:spPr/>
      <dgm:t>
        <a:bodyPr/>
        <a:lstStyle/>
        <a:p>
          <a:endParaRPr lang="it-IT"/>
        </a:p>
      </dgm:t>
    </dgm:pt>
    <dgm:pt modelId="{858CE155-CBDF-4496-B0E1-823C024725F5}" type="sibTrans" cxnId="{5507F2AC-0A9D-43AF-AB1E-173CF5BFEE08}">
      <dgm:prSet/>
      <dgm:spPr/>
      <dgm:t>
        <a:bodyPr/>
        <a:lstStyle/>
        <a:p>
          <a:endParaRPr lang="it-IT"/>
        </a:p>
      </dgm:t>
    </dgm:pt>
    <dgm:pt modelId="{D4B72962-DBA9-432B-9FF4-52A0CF2FFE72}">
      <dgm:prSet phldrT="[Testo]" phldr="0"/>
      <dgm:spPr/>
      <dgm:t>
        <a:bodyPr/>
        <a:lstStyle/>
        <a:p>
          <a:r>
            <a:rPr lang="it-IT" b="1" dirty="0"/>
            <a:t>Generazione dei trial sperimentali</a:t>
          </a:r>
        </a:p>
      </dgm:t>
    </dgm:pt>
    <dgm:pt modelId="{DD444A22-FFE0-4A27-8963-58E22705A7C0}" type="parTrans" cxnId="{F1D540E2-CC84-46FA-B9B2-E7BA1AF91ED2}">
      <dgm:prSet/>
      <dgm:spPr/>
      <dgm:t>
        <a:bodyPr/>
        <a:lstStyle/>
        <a:p>
          <a:endParaRPr lang="it-IT"/>
        </a:p>
      </dgm:t>
    </dgm:pt>
    <dgm:pt modelId="{870125EF-9D8E-48D2-9982-536CD146E06D}" type="sibTrans" cxnId="{F1D540E2-CC84-46FA-B9B2-E7BA1AF91ED2}">
      <dgm:prSet/>
      <dgm:spPr/>
      <dgm:t>
        <a:bodyPr/>
        <a:lstStyle/>
        <a:p>
          <a:endParaRPr lang="it-IT"/>
        </a:p>
      </dgm:t>
    </dgm:pt>
    <dgm:pt modelId="{78AB69DA-3F74-45A7-8A71-74E7BFDCE538}">
      <dgm:prSet phldrT="[Testo]" phldr="0"/>
      <dgm:spPr/>
      <dgm:t>
        <a:bodyPr/>
        <a:lstStyle/>
        <a:p>
          <a:r>
            <a:rPr lang="it-IT" b="1" dirty="0"/>
            <a:t>Esecuzione dell’inferenza</a:t>
          </a:r>
        </a:p>
      </dgm:t>
    </dgm:pt>
    <dgm:pt modelId="{B094930D-167C-45B9-80DE-7A6C57C59F09}" type="parTrans" cxnId="{339D0A6E-ED63-4DAF-B3EA-E07062ACC540}">
      <dgm:prSet/>
      <dgm:spPr/>
      <dgm:t>
        <a:bodyPr/>
        <a:lstStyle/>
        <a:p>
          <a:endParaRPr lang="it-IT"/>
        </a:p>
      </dgm:t>
    </dgm:pt>
    <dgm:pt modelId="{ED073C36-4034-49B6-8E57-62DB7CFB705F}" type="sibTrans" cxnId="{339D0A6E-ED63-4DAF-B3EA-E07062ACC540}">
      <dgm:prSet/>
      <dgm:spPr/>
      <dgm:t>
        <a:bodyPr/>
        <a:lstStyle/>
        <a:p>
          <a:endParaRPr lang="it-IT"/>
        </a:p>
      </dgm:t>
    </dgm:pt>
    <dgm:pt modelId="{87D8A2B4-E338-4860-9E1D-FED3A2B00953}">
      <dgm:prSet phldrT="[Testo]" phldr="0"/>
      <dgm:spPr/>
      <dgm:t>
        <a:bodyPr/>
        <a:lstStyle/>
        <a:p>
          <a:r>
            <a:rPr lang="it-IT" b="1" dirty="0"/>
            <a:t>Post-processing e analisi</a:t>
          </a:r>
        </a:p>
      </dgm:t>
    </dgm:pt>
    <dgm:pt modelId="{BFDFA0BD-7587-4ED6-AD99-6EE36A320651}" type="parTrans" cxnId="{7EB2C2C4-DE8A-4CFF-9A88-FC5D79B42BC1}">
      <dgm:prSet/>
      <dgm:spPr/>
      <dgm:t>
        <a:bodyPr/>
        <a:lstStyle/>
        <a:p>
          <a:endParaRPr lang="it-IT"/>
        </a:p>
      </dgm:t>
    </dgm:pt>
    <dgm:pt modelId="{1A1BD538-297D-48F7-9D79-22B240B0BEE3}" type="sibTrans" cxnId="{7EB2C2C4-DE8A-4CFF-9A88-FC5D79B42BC1}">
      <dgm:prSet/>
      <dgm:spPr/>
      <dgm:t>
        <a:bodyPr/>
        <a:lstStyle/>
        <a:p>
          <a:endParaRPr lang="it-IT"/>
        </a:p>
      </dgm:t>
    </dgm:pt>
    <dgm:pt modelId="{776A9D23-B172-4E51-A131-FCAB99D5B2AE}">
      <dgm:prSet phldrT="[Testo]" phldr="0"/>
      <dgm:spPr/>
      <dgm:t>
        <a:bodyPr/>
        <a:lstStyle/>
        <a:p>
          <a:r>
            <a:rPr lang="it-IT" dirty="0"/>
            <a:t>Dataset unico</a:t>
          </a:r>
        </a:p>
      </dgm:t>
    </dgm:pt>
    <dgm:pt modelId="{33752398-4541-4D58-9E50-7B17A73FC241}" type="parTrans" cxnId="{EDEAEC53-65F9-4379-A754-361B8D2CF5DA}">
      <dgm:prSet/>
      <dgm:spPr/>
      <dgm:t>
        <a:bodyPr/>
        <a:lstStyle/>
        <a:p>
          <a:endParaRPr lang="it-IT"/>
        </a:p>
      </dgm:t>
    </dgm:pt>
    <dgm:pt modelId="{A2EF5DE1-89B8-4EF9-B03D-CF6D70391904}" type="sibTrans" cxnId="{EDEAEC53-65F9-4379-A754-361B8D2CF5DA}">
      <dgm:prSet/>
      <dgm:spPr/>
      <dgm:t>
        <a:bodyPr/>
        <a:lstStyle/>
        <a:p>
          <a:endParaRPr lang="it-IT"/>
        </a:p>
      </dgm:t>
    </dgm:pt>
    <dgm:pt modelId="{9DF6A54E-8B5B-487D-80CA-A8BF74EA46BD}">
      <dgm:prSet phldrT="[Testo]" phldr="0"/>
      <dgm:spPr/>
      <dgm:t>
        <a:bodyPr/>
        <a:lstStyle/>
        <a:p>
          <a:r>
            <a:rPr lang="it-IT" dirty="0"/>
            <a:t>Normalizzazione dei </a:t>
          </a:r>
          <a:r>
            <a:rPr lang="it-IT" dirty="0" err="1"/>
            <a:t>topic</a:t>
          </a:r>
          <a:r>
            <a:rPr lang="it-IT" dirty="0"/>
            <a:t> (23 macro-aree)</a:t>
          </a:r>
        </a:p>
      </dgm:t>
    </dgm:pt>
    <dgm:pt modelId="{7B7FB55C-CACF-4AD5-A15D-01232F37DE77}" type="parTrans" cxnId="{84E787FE-AD48-45AF-9B11-5E59E7F3015E}">
      <dgm:prSet/>
      <dgm:spPr/>
      <dgm:t>
        <a:bodyPr/>
        <a:lstStyle/>
        <a:p>
          <a:endParaRPr lang="it-IT"/>
        </a:p>
      </dgm:t>
    </dgm:pt>
    <dgm:pt modelId="{CF3802FF-E219-4754-84C5-21EC8FD660F1}" type="sibTrans" cxnId="{84E787FE-AD48-45AF-9B11-5E59E7F3015E}">
      <dgm:prSet/>
      <dgm:spPr/>
      <dgm:t>
        <a:bodyPr/>
        <a:lstStyle/>
        <a:p>
          <a:endParaRPr lang="it-IT"/>
        </a:p>
      </dgm:t>
    </dgm:pt>
    <dgm:pt modelId="{ED53787A-D020-4A9A-9738-8A374B6891FD}">
      <dgm:prSet phldrT="[Testo]" phldr="0"/>
      <dgm:spPr/>
      <dgm:t>
        <a:bodyPr/>
        <a:lstStyle/>
        <a:p>
          <a:r>
            <a:rPr lang="it-IT" dirty="0"/>
            <a:t>Calcolo distribuzione umana</a:t>
          </a:r>
        </a:p>
      </dgm:t>
    </dgm:pt>
    <dgm:pt modelId="{21EFD212-E0F3-4247-93A0-9C443FB04D61}" type="parTrans" cxnId="{D03EA95F-BDFB-4736-A581-25741436C332}">
      <dgm:prSet/>
      <dgm:spPr/>
      <dgm:t>
        <a:bodyPr/>
        <a:lstStyle/>
        <a:p>
          <a:endParaRPr lang="it-IT"/>
        </a:p>
      </dgm:t>
    </dgm:pt>
    <dgm:pt modelId="{FAC9431E-7C56-43CD-ABD9-8CED2AB4E0A8}" type="sibTrans" cxnId="{D03EA95F-BDFB-4736-A581-25741436C332}">
      <dgm:prSet/>
      <dgm:spPr/>
      <dgm:t>
        <a:bodyPr/>
        <a:lstStyle/>
        <a:p>
          <a:endParaRPr lang="it-IT"/>
        </a:p>
      </dgm:t>
    </dgm:pt>
    <dgm:pt modelId="{EFCF1CF1-8665-408E-BB85-C8CC7F39F16C}">
      <dgm:prSet phldrT="[Testo]" phldr="0"/>
      <dgm:spPr/>
      <dgm:t>
        <a:bodyPr/>
        <a:lstStyle/>
        <a:p>
          <a:r>
            <a:rPr lang="it-IT"/>
            <a:t>1 baseline </a:t>
          </a:r>
          <a:endParaRPr lang="it-IT" dirty="0"/>
        </a:p>
      </dgm:t>
    </dgm:pt>
    <dgm:pt modelId="{FA2BE32A-C2EF-43C8-8121-2A2D61F2841B}" type="parTrans" cxnId="{9D267F2A-8AE5-41D3-9623-615DD963D236}">
      <dgm:prSet/>
      <dgm:spPr/>
      <dgm:t>
        <a:bodyPr/>
        <a:lstStyle/>
        <a:p>
          <a:endParaRPr lang="it-IT"/>
        </a:p>
      </dgm:t>
    </dgm:pt>
    <dgm:pt modelId="{C3CD3BA5-2E57-4C48-9F84-C55E907D2643}" type="sibTrans" cxnId="{9D267F2A-8AE5-41D3-9623-615DD963D236}">
      <dgm:prSet/>
      <dgm:spPr/>
      <dgm:t>
        <a:bodyPr/>
        <a:lstStyle/>
        <a:p>
          <a:endParaRPr lang="it-IT"/>
        </a:p>
      </dgm:t>
    </dgm:pt>
    <dgm:pt modelId="{8B2D41A5-17FA-4B5D-9ECF-D6A40D56F8E8}">
      <dgm:prSet phldrT="[Testo]" phldr="0"/>
      <dgm:spPr/>
      <dgm:t>
        <a:bodyPr/>
        <a:lstStyle/>
        <a:p>
          <a:r>
            <a:rPr lang="it-IT"/>
            <a:t>3 permutazioni</a:t>
          </a:r>
          <a:endParaRPr lang="it-IT" dirty="0"/>
        </a:p>
      </dgm:t>
    </dgm:pt>
    <dgm:pt modelId="{8CADBE3B-5F51-4EB4-8E2E-352B39559FB0}" type="parTrans" cxnId="{A435431A-DE5E-4819-AD01-67E2185B8A0A}">
      <dgm:prSet/>
      <dgm:spPr/>
      <dgm:t>
        <a:bodyPr/>
        <a:lstStyle/>
        <a:p>
          <a:endParaRPr lang="it-IT"/>
        </a:p>
      </dgm:t>
    </dgm:pt>
    <dgm:pt modelId="{FCFE54F2-5A6D-454D-96E7-91C970F0C48E}" type="sibTrans" cxnId="{A435431A-DE5E-4819-AD01-67E2185B8A0A}">
      <dgm:prSet/>
      <dgm:spPr/>
      <dgm:t>
        <a:bodyPr/>
        <a:lstStyle/>
        <a:p>
          <a:endParaRPr lang="it-IT"/>
        </a:p>
      </dgm:t>
    </dgm:pt>
    <dgm:pt modelId="{E321ADB0-5B34-41F9-9D6B-069B057061CC}">
      <dgm:prSet phldrT="[Testo]" phldr="0"/>
      <dgm:spPr/>
      <dgm:t>
        <a:bodyPr/>
        <a:lstStyle/>
        <a:p>
          <a:r>
            <a:rPr lang="it-IT"/>
            <a:t>3 duplicazione</a:t>
          </a:r>
          <a:endParaRPr lang="it-IT" dirty="0"/>
        </a:p>
      </dgm:t>
    </dgm:pt>
    <dgm:pt modelId="{F16580B9-71C6-4EB0-B6CA-49378E7C2002}" type="parTrans" cxnId="{B210D27D-65C4-4338-8BAC-8E43F2EBB897}">
      <dgm:prSet/>
      <dgm:spPr/>
      <dgm:t>
        <a:bodyPr/>
        <a:lstStyle/>
        <a:p>
          <a:endParaRPr lang="it-IT"/>
        </a:p>
      </dgm:t>
    </dgm:pt>
    <dgm:pt modelId="{67E2D22E-5CF3-4AF4-9903-DC7D07D05AFF}" type="sibTrans" cxnId="{B210D27D-65C4-4338-8BAC-8E43F2EBB897}">
      <dgm:prSet/>
      <dgm:spPr/>
      <dgm:t>
        <a:bodyPr/>
        <a:lstStyle/>
        <a:p>
          <a:endParaRPr lang="it-IT"/>
        </a:p>
      </dgm:t>
    </dgm:pt>
    <dgm:pt modelId="{D45AA0D2-715D-4BAE-9E25-B6ADB3FD4117}">
      <dgm:prSet phldrT="[Testo]" phldr="0"/>
      <dgm:spPr/>
      <dgm:t>
        <a:bodyPr/>
        <a:lstStyle/>
        <a:p>
          <a:r>
            <a:rPr lang="it-IT"/>
            <a:t>3 minacce (economica, informatica, legale)</a:t>
          </a:r>
          <a:endParaRPr lang="it-IT" dirty="0"/>
        </a:p>
      </dgm:t>
    </dgm:pt>
    <dgm:pt modelId="{D688A031-17D9-4441-987C-D34718925E95}" type="parTrans" cxnId="{DB66DFF2-7A58-427B-BCB6-058685A88572}">
      <dgm:prSet/>
      <dgm:spPr/>
      <dgm:t>
        <a:bodyPr/>
        <a:lstStyle/>
        <a:p>
          <a:endParaRPr lang="it-IT"/>
        </a:p>
      </dgm:t>
    </dgm:pt>
    <dgm:pt modelId="{A0673811-6A75-4183-BCD6-C00BC07EB680}" type="sibTrans" cxnId="{DB66DFF2-7A58-427B-BCB6-058685A88572}">
      <dgm:prSet/>
      <dgm:spPr/>
      <dgm:t>
        <a:bodyPr/>
        <a:lstStyle/>
        <a:p>
          <a:endParaRPr lang="it-IT"/>
        </a:p>
      </dgm:t>
    </dgm:pt>
    <dgm:pt modelId="{191DF802-26D2-4637-A4BA-46CF87F07625}">
      <dgm:prSet phldrT="[Testo]" phldr="0"/>
      <dgm:spPr/>
      <dgm:t>
        <a:bodyPr/>
        <a:lstStyle/>
        <a:p>
          <a:r>
            <a:rPr lang="it-IT"/>
            <a:t>Prompt</a:t>
          </a:r>
          <a:endParaRPr lang="it-IT" dirty="0"/>
        </a:p>
      </dgm:t>
    </dgm:pt>
    <dgm:pt modelId="{14B2419C-6C82-4D8E-9BE5-6DBDBC2EC752}" type="parTrans" cxnId="{D2B27D94-5E15-4C94-AF57-EA06C1B087A7}">
      <dgm:prSet/>
      <dgm:spPr/>
      <dgm:t>
        <a:bodyPr/>
        <a:lstStyle/>
        <a:p>
          <a:endParaRPr lang="it-IT"/>
        </a:p>
      </dgm:t>
    </dgm:pt>
    <dgm:pt modelId="{5E99FCCC-395A-40DD-8717-DC5FC79E3406}" type="sibTrans" cxnId="{D2B27D94-5E15-4C94-AF57-EA06C1B087A7}">
      <dgm:prSet/>
      <dgm:spPr/>
      <dgm:t>
        <a:bodyPr/>
        <a:lstStyle/>
        <a:p>
          <a:endParaRPr lang="it-IT"/>
        </a:p>
      </dgm:t>
    </dgm:pt>
    <dgm:pt modelId="{6E0408F1-E790-45A5-A7AF-E37472279BC3}">
      <dgm:prSet phldrT="[Testo]" phldr="0"/>
      <dgm:spPr/>
      <dgm:t>
        <a:bodyPr/>
        <a:lstStyle/>
        <a:p>
          <a:r>
            <a:rPr lang="it-IT" dirty="0"/>
            <a:t>Doppia inferenza: </a:t>
          </a:r>
          <a:r>
            <a:rPr lang="it-IT" dirty="0" err="1"/>
            <a:t>logit</a:t>
          </a:r>
          <a:r>
            <a:rPr lang="it-IT" dirty="0"/>
            <a:t> + testo libero</a:t>
          </a:r>
        </a:p>
      </dgm:t>
    </dgm:pt>
    <dgm:pt modelId="{4D4520B4-6001-45F5-A3FE-A3AAF434A354}" type="parTrans" cxnId="{D7B65733-2457-47B4-914E-80D17637EC85}">
      <dgm:prSet/>
      <dgm:spPr/>
      <dgm:t>
        <a:bodyPr/>
        <a:lstStyle/>
        <a:p>
          <a:endParaRPr lang="it-IT"/>
        </a:p>
      </dgm:t>
    </dgm:pt>
    <dgm:pt modelId="{53221F28-ED01-43E6-9515-6891122F7177}" type="sibTrans" cxnId="{D7B65733-2457-47B4-914E-80D17637EC85}">
      <dgm:prSet/>
      <dgm:spPr/>
      <dgm:t>
        <a:bodyPr/>
        <a:lstStyle/>
        <a:p>
          <a:endParaRPr lang="it-IT"/>
        </a:p>
      </dgm:t>
    </dgm:pt>
    <dgm:pt modelId="{E17FE759-7CE3-4484-BB77-950E8785EA46}">
      <dgm:prSet phldrT="[Testo]" phldr="0"/>
      <dgm:spPr/>
      <dgm:t>
        <a:bodyPr/>
        <a:lstStyle/>
        <a:p>
          <a:r>
            <a:rPr lang="it-IT" dirty="0"/>
            <a:t>Confidenza</a:t>
          </a:r>
        </a:p>
      </dgm:t>
    </dgm:pt>
    <dgm:pt modelId="{2530F50F-036A-46B6-88C7-D2989617682A}" type="parTrans" cxnId="{9D0E7C4E-3784-4593-8718-F2B0B29EA965}">
      <dgm:prSet/>
      <dgm:spPr/>
      <dgm:t>
        <a:bodyPr/>
        <a:lstStyle/>
        <a:p>
          <a:endParaRPr lang="it-IT"/>
        </a:p>
      </dgm:t>
    </dgm:pt>
    <dgm:pt modelId="{32D5AB6B-FF01-4A91-BCCF-16BDE66B2F93}" type="sibTrans" cxnId="{9D0E7C4E-3784-4593-8718-F2B0B29EA965}">
      <dgm:prSet/>
      <dgm:spPr/>
      <dgm:t>
        <a:bodyPr/>
        <a:lstStyle/>
        <a:p>
          <a:endParaRPr lang="it-IT"/>
        </a:p>
      </dgm:t>
    </dgm:pt>
    <dgm:pt modelId="{CA9C79CC-E10F-49F9-BBA8-868606DE16C1}">
      <dgm:prSet phldrT="[Testo]" phldr="0"/>
      <dgm:spPr/>
      <dgm:t>
        <a:bodyPr/>
        <a:lstStyle/>
        <a:p>
          <a:r>
            <a:rPr lang="it-IT"/>
            <a:t>Validità</a:t>
          </a:r>
          <a:endParaRPr lang="it-IT" dirty="0"/>
        </a:p>
      </dgm:t>
    </dgm:pt>
    <dgm:pt modelId="{1796521A-2E66-4CF5-80DF-AB5A1CE2E6AC}" type="parTrans" cxnId="{FEE4C23C-91FC-4CD8-9914-F0D47B3B3F89}">
      <dgm:prSet/>
      <dgm:spPr/>
      <dgm:t>
        <a:bodyPr/>
        <a:lstStyle/>
        <a:p>
          <a:endParaRPr lang="it-IT"/>
        </a:p>
      </dgm:t>
    </dgm:pt>
    <dgm:pt modelId="{9B8D775D-19E4-4AC1-9B12-7F1FE22B8BAB}" type="sibTrans" cxnId="{FEE4C23C-91FC-4CD8-9914-F0D47B3B3F89}">
      <dgm:prSet/>
      <dgm:spPr/>
      <dgm:t>
        <a:bodyPr/>
        <a:lstStyle/>
        <a:p>
          <a:endParaRPr lang="it-IT"/>
        </a:p>
      </dgm:t>
    </dgm:pt>
    <dgm:pt modelId="{89EFFB21-1547-46C0-837F-88A854B5CA8D}">
      <dgm:prSet phldrT="[Testo]" phldr="0"/>
      <dgm:spPr/>
      <dgm:t>
        <a:bodyPr/>
        <a:lstStyle/>
        <a:p>
          <a:r>
            <a:rPr lang="it-IT"/>
            <a:t>Coerenza logit-testo</a:t>
          </a:r>
          <a:endParaRPr lang="it-IT" dirty="0"/>
        </a:p>
      </dgm:t>
    </dgm:pt>
    <dgm:pt modelId="{41C3BF67-804E-4B9B-98DB-EEB4A2C22BD1}" type="parTrans" cxnId="{4A592363-D9CD-4502-89D9-D8E9B1214558}">
      <dgm:prSet/>
      <dgm:spPr/>
      <dgm:t>
        <a:bodyPr/>
        <a:lstStyle/>
        <a:p>
          <a:endParaRPr lang="it-IT"/>
        </a:p>
      </dgm:t>
    </dgm:pt>
    <dgm:pt modelId="{5A63F797-2DBC-4299-A417-ABDAC3A91617}" type="sibTrans" cxnId="{4A592363-D9CD-4502-89D9-D8E9B1214558}">
      <dgm:prSet/>
      <dgm:spPr/>
      <dgm:t>
        <a:bodyPr/>
        <a:lstStyle/>
        <a:p>
          <a:endParaRPr lang="it-IT"/>
        </a:p>
      </dgm:t>
    </dgm:pt>
    <dgm:pt modelId="{281CFF1C-DBF7-407D-B88F-2D18C0F630BA}">
      <dgm:prSet phldrT="[Testo]" phldr="0"/>
      <dgm:spPr/>
      <dgm:t>
        <a:bodyPr/>
        <a:lstStyle/>
        <a:p>
          <a:r>
            <a:rPr lang="it-IT" dirty="0"/>
            <a:t>Stabilità e robustezza</a:t>
          </a:r>
        </a:p>
      </dgm:t>
    </dgm:pt>
    <dgm:pt modelId="{7BEE4DA1-C521-4178-935A-9BA283E4F69B}" type="parTrans" cxnId="{74BF86FD-97E6-4630-9C84-A326724E2C99}">
      <dgm:prSet/>
      <dgm:spPr/>
      <dgm:t>
        <a:bodyPr/>
        <a:lstStyle/>
        <a:p>
          <a:endParaRPr lang="it-IT"/>
        </a:p>
      </dgm:t>
    </dgm:pt>
    <dgm:pt modelId="{C0C9679B-DA82-4D69-AAF1-4D71235261B7}" type="sibTrans" cxnId="{74BF86FD-97E6-4630-9C84-A326724E2C99}">
      <dgm:prSet/>
      <dgm:spPr/>
      <dgm:t>
        <a:bodyPr/>
        <a:lstStyle/>
        <a:p>
          <a:endParaRPr lang="it-IT"/>
        </a:p>
      </dgm:t>
    </dgm:pt>
    <dgm:pt modelId="{3E4D951D-E5A9-4DF6-B0F4-83C8FB837ED2}">
      <dgm:prSet phldrT="[Testo]" phldr="0"/>
      <dgm:spPr/>
      <dgm:t>
        <a:bodyPr/>
        <a:lstStyle/>
        <a:p>
          <a:r>
            <a:rPr lang="it-IT" dirty="0"/>
            <a:t>Minacce</a:t>
          </a:r>
        </a:p>
      </dgm:t>
    </dgm:pt>
    <dgm:pt modelId="{030645A1-1C97-4629-AEAC-93D9678322DE}" type="parTrans" cxnId="{9D84539F-D222-4F50-AC79-3D6243D6829F}">
      <dgm:prSet/>
      <dgm:spPr/>
      <dgm:t>
        <a:bodyPr/>
        <a:lstStyle/>
        <a:p>
          <a:endParaRPr lang="it-IT"/>
        </a:p>
      </dgm:t>
    </dgm:pt>
    <dgm:pt modelId="{C4102CBB-5618-430D-8EC6-C34DCD5C0594}" type="sibTrans" cxnId="{9D84539F-D222-4F50-AC79-3D6243D6829F}">
      <dgm:prSet/>
      <dgm:spPr/>
      <dgm:t>
        <a:bodyPr/>
        <a:lstStyle/>
        <a:p>
          <a:endParaRPr lang="it-IT"/>
        </a:p>
      </dgm:t>
    </dgm:pt>
    <dgm:pt modelId="{A73C3995-2B0F-442F-931F-865310AD3893}">
      <dgm:prSet phldrT="[Testo]" phldr="0"/>
      <dgm:spPr/>
      <dgm:t>
        <a:bodyPr/>
        <a:lstStyle/>
        <a:p>
          <a:r>
            <a:rPr lang="it-IT" dirty="0"/>
            <a:t>Allineamento umano</a:t>
          </a:r>
        </a:p>
      </dgm:t>
    </dgm:pt>
    <dgm:pt modelId="{D49D4565-6B00-471B-98D1-6A57C046F8CB}" type="parTrans" cxnId="{B018FA51-7CF6-45F7-A9CF-4F5FB2D93786}">
      <dgm:prSet/>
      <dgm:spPr/>
      <dgm:t>
        <a:bodyPr/>
        <a:lstStyle/>
        <a:p>
          <a:endParaRPr lang="it-IT"/>
        </a:p>
      </dgm:t>
    </dgm:pt>
    <dgm:pt modelId="{9E7B8513-F904-4A72-B0FF-27BBF1C638C0}" type="sibTrans" cxnId="{B018FA51-7CF6-45F7-A9CF-4F5FB2D93786}">
      <dgm:prSet/>
      <dgm:spPr/>
      <dgm:t>
        <a:bodyPr/>
        <a:lstStyle/>
        <a:p>
          <a:endParaRPr lang="it-IT"/>
        </a:p>
      </dgm:t>
    </dgm:pt>
    <dgm:pt modelId="{2F909751-EE14-4927-8389-80C94111A222}">
      <dgm:prSet phldrT="[Testo]" phldr="0"/>
      <dgm:spPr/>
      <dgm:t>
        <a:bodyPr/>
        <a:lstStyle/>
        <a:p>
          <a:r>
            <a:rPr lang="it-IT"/>
            <a:t>Affinità politica </a:t>
          </a:r>
          <a:endParaRPr lang="it-IT" dirty="0"/>
        </a:p>
      </dgm:t>
    </dgm:pt>
    <dgm:pt modelId="{B3E5569C-DDDA-4CC5-9DC1-5EA593A160E0}" type="parTrans" cxnId="{86627393-4B5D-4390-8C38-A9F3403B26B5}">
      <dgm:prSet/>
      <dgm:spPr/>
      <dgm:t>
        <a:bodyPr/>
        <a:lstStyle/>
        <a:p>
          <a:endParaRPr lang="it-IT"/>
        </a:p>
      </dgm:t>
    </dgm:pt>
    <dgm:pt modelId="{76C41A63-8F5C-4CB5-A030-46C4B1F42B56}" type="sibTrans" cxnId="{86627393-4B5D-4390-8C38-A9F3403B26B5}">
      <dgm:prSet/>
      <dgm:spPr/>
      <dgm:t>
        <a:bodyPr/>
        <a:lstStyle/>
        <a:p>
          <a:endParaRPr lang="it-IT"/>
        </a:p>
      </dgm:t>
    </dgm:pt>
    <dgm:pt modelId="{96F75573-76AE-4450-8B85-C57D7552FE30}" type="pres">
      <dgm:prSet presAssocID="{528616C0-8FCB-4A68-BCD6-087C448090B2}" presName="linearFlow" presStyleCnt="0">
        <dgm:presLayoutVars>
          <dgm:dir/>
          <dgm:animLvl val="lvl"/>
          <dgm:resizeHandles val="exact"/>
        </dgm:presLayoutVars>
      </dgm:prSet>
      <dgm:spPr/>
    </dgm:pt>
    <dgm:pt modelId="{0DF23557-FC3C-4D22-8E83-0C3F4905EF47}" type="pres">
      <dgm:prSet presAssocID="{91663C5E-0EFE-4B35-9E50-B01D6F84E758}" presName="composite" presStyleCnt="0"/>
      <dgm:spPr/>
    </dgm:pt>
    <dgm:pt modelId="{FA4B2B34-F0E3-4DA3-803B-BF43D413EB46}" type="pres">
      <dgm:prSet presAssocID="{91663C5E-0EFE-4B35-9E50-B01D6F84E75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0087BEA-463E-469E-9AD8-55FD2228C694}" type="pres">
      <dgm:prSet presAssocID="{91663C5E-0EFE-4B35-9E50-B01D6F84E758}" presName="parSh" presStyleLbl="node1" presStyleIdx="0" presStyleCnt="4"/>
      <dgm:spPr/>
    </dgm:pt>
    <dgm:pt modelId="{1940BD17-5F8E-4BFE-9263-F81622682B7A}" type="pres">
      <dgm:prSet presAssocID="{91663C5E-0EFE-4B35-9E50-B01D6F84E758}" presName="desTx" presStyleLbl="fgAcc1" presStyleIdx="0" presStyleCnt="4">
        <dgm:presLayoutVars>
          <dgm:bulletEnabled val="1"/>
        </dgm:presLayoutVars>
      </dgm:prSet>
      <dgm:spPr/>
    </dgm:pt>
    <dgm:pt modelId="{06A47E9C-60F0-43DF-8567-DB98E71DBF5F}" type="pres">
      <dgm:prSet presAssocID="{858CE155-CBDF-4496-B0E1-823C024725F5}" presName="sibTrans" presStyleLbl="sibTrans2D1" presStyleIdx="0" presStyleCnt="3"/>
      <dgm:spPr/>
    </dgm:pt>
    <dgm:pt modelId="{990A3403-D142-4DC3-A4E3-7551546010F0}" type="pres">
      <dgm:prSet presAssocID="{858CE155-CBDF-4496-B0E1-823C024725F5}" presName="connTx" presStyleLbl="sibTrans2D1" presStyleIdx="0" presStyleCnt="3"/>
      <dgm:spPr/>
    </dgm:pt>
    <dgm:pt modelId="{83E19BE7-D2D9-4FAD-8F3A-2694C8E2C101}" type="pres">
      <dgm:prSet presAssocID="{D4B72962-DBA9-432B-9FF4-52A0CF2FFE72}" presName="composite" presStyleCnt="0"/>
      <dgm:spPr/>
    </dgm:pt>
    <dgm:pt modelId="{79CD8364-CF26-4FEA-84B3-693D8E1EACBC}" type="pres">
      <dgm:prSet presAssocID="{D4B72962-DBA9-432B-9FF4-52A0CF2FFE7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3991BB-8981-4CF6-A384-9B7D22DB9FCE}" type="pres">
      <dgm:prSet presAssocID="{D4B72962-DBA9-432B-9FF4-52A0CF2FFE72}" presName="parSh" presStyleLbl="node1" presStyleIdx="1" presStyleCnt="4"/>
      <dgm:spPr/>
    </dgm:pt>
    <dgm:pt modelId="{D97C5A58-CF55-4DCD-A6C0-EFAF39ECE9B4}" type="pres">
      <dgm:prSet presAssocID="{D4B72962-DBA9-432B-9FF4-52A0CF2FFE72}" presName="desTx" presStyleLbl="fgAcc1" presStyleIdx="1" presStyleCnt="4">
        <dgm:presLayoutVars>
          <dgm:bulletEnabled val="1"/>
        </dgm:presLayoutVars>
      </dgm:prSet>
      <dgm:spPr/>
    </dgm:pt>
    <dgm:pt modelId="{295A6F93-A700-4896-B26F-F6D89D88AC0C}" type="pres">
      <dgm:prSet presAssocID="{870125EF-9D8E-48D2-9982-536CD146E06D}" presName="sibTrans" presStyleLbl="sibTrans2D1" presStyleIdx="1" presStyleCnt="3"/>
      <dgm:spPr/>
    </dgm:pt>
    <dgm:pt modelId="{1CDA6FD0-9D30-40F6-8D6C-5C7ACBB88D09}" type="pres">
      <dgm:prSet presAssocID="{870125EF-9D8E-48D2-9982-536CD146E06D}" presName="connTx" presStyleLbl="sibTrans2D1" presStyleIdx="1" presStyleCnt="3"/>
      <dgm:spPr/>
    </dgm:pt>
    <dgm:pt modelId="{43C667FB-13C2-4079-A78C-A4549B2E9A01}" type="pres">
      <dgm:prSet presAssocID="{78AB69DA-3F74-45A7-8A71-74E7BFDCE538}" presName="composite" presStyleCnt="0"/>
      <dgm:spPr/>
    </dgm:pt>
    <dgm:pt modelId="{4F4454A5-1A8A-4070-A0FB-462BC7B34EB9}" type="pres">
      <dgm:prSet presAssocID="{78AB69DA-3F74-45A7-8A71-74E7BFDCE538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88815E-D57C-4B50-902E-3BC36DF44AF3}" type="pres">
      <dgm:prSet presAssocID="{78AB69DA-3F74-45A7-8A71-74E7BFDCE538}" presName="parSh" presStyleLbl="node1" presStyleIdx="2" presStyleCnt="4"/>
      <dgm:spPr/>
    </dgm:pt>
    <dgm:pt modelId="{D49A884B-4C4B-4C07-9133-52D60893DC14}" type="pres">
      <dgm:prSet presAssocID="{78AB69DA-3F74-45A7-8A71-74E7BFDCE538}" presName="desTx" presStyleLbl="fgAcc1" presStyleIdx="2" presStyleCnt="4">
        <dgm:presLayoutVars>
          <dgm:bulletEnabled val="1"/>
        </dgm:presLayoutVars>
      </dgm:prSet>
      <dgm:spPr/>
    </dgm:pt>
    <dgm:pt modelId="{AEE1D654-55EA-488A-80CB-1224714F85B6}" type="pres">
      <dgm:prSet presAssocID="{ED073C36-4034-49B6-8E57-62DB7CFB705F}" presName="sibTrans" presStyleLbl="sibTrans2D1" presStyleIdx="2" presStyleCnt="3"/>
      <dgm:spPr/>
    </dgm:pt>
    <dgm:pt modelId="{0968B66A-2A76-4451-937B-78FCF590B422}" type="pres">
      <dgm:prSet presAssocID="{ED073C36-4034-49B6-8E57-62DB7CFB705F}" presName="connTx" presStyleLbl="sibTrans2D1" presStyleIdx="2" presStyleCnt="3"/>
      <dgm:spPr/>
    </dgm:pt>
    <dgm:pt modelId="{35466488-E458-49F5-AA83-88AC73E72538}" type="pres">
      <dgm:prSet presAssocID="{87D8A2B4-E338-4860-9E1D-FED3A2B00953}" presName="composite" presStyleCnt="0"/>
      <dgm:spPr/>
    </dgm:pt>
    <dgm:pt modelId="{A7A3850E-3388-4042-B066-6E06F8EED442}" type="pres">
      <dgm:prSet presAssocID="{87D8A2B4-E338-4860-9E1D-FED3A2B0095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CF4E0B-5F97-483B-96EE-4E3B2EBE4C86}" type="pres">
      <dgm:prSet presAssocID="{87D8A2B4-E338-4860-9E1D-FED3A2B00953}" presName="parSh" presStyleLbl="node1" presStyleIdx="3" presStyleCnt="4"/>
      <dgm:spPr/>
    </dgm:pt>
    <dgm:pt modelId="{44A6E372-3F6C-4A41-A8BC-EC594634FF3F}" type="pres">
      <dgm:prSet presAssocID="{87D8A2B4-E338-4860-9E1D-FED3A2B00953}" presName="desTx" presStyleLbl="fgAcc1" presStyleIdx="3" presStyleCnt="4">
        <dgm:presLayoutVars>
          <dgm:bulletEnabled val="1"/>
        </dgm:presLayoutVars>
      </dgm:prSet>
      <dgm:spPr/>
    </dgm:pt>
  </dgm:ptLst>
  <dgm:cxnLst>
    <dgm:cxn modelId="{FE161303-6C42-4AC9-A5AE-74EEAD0E0FC2}" type="presOf" srcId="{6E0408F1-E790-45A5-A7AF-E37472279BC3}" destId="{D49A884B-4C4B-4C07-9133-52D60893DC14}" srcOrd="0" destOrd="1" presId="urn:microsoft.com/office/officeart/2005/8/layout/process3"/>
    <dgm:cxn modelId="{A4EB910A-E4DA-4952-9CA0-6E08BCFDF5D4}" type="presOf" srcId="{78AB69DA-3F74-45A7-8A71-74E7BFDCE538}" destId="{4F4454A5-1A8A-4070-A0FB-462BC7B34EB9}" srcOrd="0" destOrd="0" presId="urn:microsoft.com/office/officeart/2005/8/layout/process3"/>
    <dgm:cxn modelId="{39A6BA15-5D6E-49B4-BA30-03730CFD6E71}" type="presOf" srcId="{870125EF-9D8E-48D2-9982-536CD146E06D}" destId="{295A6F93-A700-4896-B26F-F6D89D88AC0C}" srcOrd="0" destOrd="0" presId="urn:microsoft.com/office/officeart/2005/8/layout/process3"/>
    <dgm:cxn modelId="{A435431A-DE5E-4819-AD01-67E2185B8A0A}" srcId="{D4B72962-DBA9-432B-9FF4-52A0CF2FFE72}" destId="{8B2D41A5-17FA-4B5D-9ECF-D6A40D56F8E8}" srcOrd="1" destOrd="0" parTransId="{8CADBE3B-5F51-4EB4-8E2E-352B39559FB0}" sibTransId="{FCFE54F2-5A6D-454D-96E7-91C970F0C48E}"/>
    <dgm:cxn modelId="{B9A0691C-567B-4F3E-A3DD-39E03038956E}" type="presOf" srcId="{870125EF-9D8E-48D2-9982-536CD146E06D}" destId="{1CDA6FD0-9D30-40F6-8D6C-5C7ACBB88D09}" srcOrd="1" destOrd="0" presId="urn:microsoft.com/office/officeart/2005/8/layout/process3"/>
    <dgm:cxn modelId="{0813F21E-D5DD-4447-9CAB-285919B694D7}" type="presOf" srcId="{D4B72962-DBA9-432B-9FF4-52A0CF2FFE72}" destId="{79CD8364-CF26-4FEA-84B3-693D8E1EACBC}" srcOrd="0" destOrd="0" presId="urn:microsoft.com/office/officeart/2005/8/layout/process3"/>
    <dgm:cxn modelId="{6DB40226-7475-4DD1-BF66-EA477167C19F}" type="presOf" srcId="{858CE155-CBDF-4496-B0E1-823C024725F5}" destId="{990A3403-D142-4DC3-A4E3-7551546010F0}" srcOrd="1" destOrd="0" presId="urn:microsoft.com/office/officeart/2005/8/layout/process3"/>
    <dgm:cxn modelId="{9D267F2A-8AE5-41D3-9623-615DD963D236}" srcId="{D4B72962-DBA9-432B-9FF4-52A0CF2FFE72}" destId="{EFCF1CF1-8665-408E-BB85-C8CC7F39F16C}" srcOrd="0" destOrd="0" parTransId="{FA2BE32A-C2EF-43C8-8121-2A2D61F2841B}" sibTransId="{C3CD3BA5-2E57-4C48-9F84-C55E907D2643}"/>
    <dgm:cxn modelId="{E5FD292B-B4CD-424F-ABBB-742B9AF78131}" type="presOf" srcId="{91663C5E-0EFE-4B35-9E50-B01D6F84E758}" destId="{FA4B2B34-F0E3-4DA3-803B-BF43D413EB46}" srcOrd="0" destOrd="0" presId="urn:microsoft.com/office/officeart/2005/8/layout/process3"/>
    <dgm:cxn modelId="{D7B65733-2457-47B4-914E-80D17637EC85}" srcId="{78AB69DA-3F74-45A7-8A71-74E7BFDCE538}" destId="{6E0408F1-E790-45A5-A7AF-E37472279BC3}" srcOrd="1" destOrd="0" parTransId="{4D4520B4-6001-45F5-A3FE-A3AAF434A354}" sibTransId="{53221F28-ED01-43E6-9515-6891122F7177}"/>
    <dgm:cxn modelId="{A8EA2734-4166-45BE-8A64-0C963EA84A5C}" type="presOf" srcId="{87D8A2B4-E338-4860-9E1D-FED3A2B00953}" destId="{A7A3850E-3388-4042-B066-6E06F8EED442}" srcOrd="0" destOrd="0" presId="urn:microsoft.com/office/officeart/2005/8/layout/process3"/>
    <dgm:cxn modelId="{8A058534-3A20-4E0C-B00A-D27A9B2E06A1}" type="presOf" srcId="{E17FE759-7CE3-4484-BB77-950E8785EA46}" destId="{D49A884B-4C4B-4C07-9133-52D60893DC14}" srcOrd="0" destOrd="2" presId="urn:microsoft.com/office/officeart/2005/8/layout/process3"/>
    <dgm:cxn modelId="{B8AE7F37-2F50-4375-B5F0-DBDC8BB8FB3A}" type="presOf" srcId="{D45AA0D2-715D-4BAE-9E25-B6ADB3FD4117}" destId="{D97C5A58-CF55-4DCD-A6C0-EFAF39ECE9B4}" srcOrd="0" destOrd="3" presId="urn:microsoft.com/office/officeart/2005/8/layout/process3"/>
    <dgm:cxn modelId="{FEE4C23C-91FC-4CD8-9914-F0D47B3B3F89}" srcId="{87D8A2B4-E338-4860-9E1D-FED3A2B00953}" destId="{CA9C79CC-E10F-49F9-BBA8-868606DE16C1}" srcOrd="0" destOrd="0" parTransId="{1796521A-2E66-4CF5-80DF-AB5A1CE2E6AC}" sibTransId="{9B8D775D-19E4-4AC1-9B12-7F1FE22B8BAB}"/>
    <dgm:cxn modelId="{0FE52A5B-4E97-4EC9-A502-B5DEAE15A073}" type="presOf" srcId="{2F909751-EE14-4927-8389-80C94111A222}" destId="{44A6E372-3F6C-4A41-A8BC-EC594634FF3F}" srcOrd="0" destOrd="5" presId="urn:microsoft.com/office/officeart/2005/8/layout/process3"/>
    <dgm:cxn modelId="{D03EA95F-BDFB-4736-A581-25741436C332}" srcId="{91663C5E-0EFE-4B35-9E50-B01D6F84E758}" destId="{ED53787A-D020-4A9A-9738-8A374B6891FD}" srcOrd="2" destOrd="0" parTransId="{21EFD212-E0F3-4247-93A0-9C443FB04D61}" sibTransId="{FAC9431E-7C56-43CD-ABD9-8CED2AB4E0A8}"/>
    <dgm:cxn modelId="{C317BE60-EF06-4896-851C-A5FD8C8C37CE}" type="presOf" srcId="{ED073C36-4034-49B6-8E57-62DB7CFB705F}" destId="{AEE1D654-55EA-488A-80CB-1224714F85B6}" srcOrd="0" destOrd="0" presId="urn:microsoft.com/office/officeart/2005/8/layout/process3"/>
    <dgm:cxn modelId="{0E072361-8EAC-4142-978B-48DC043AC4F9}" type="presOf" srcId="{191DF802-26D2-4637-A4BA-46CF87F07625}" destId="{D49A884B-4C4B-4C07-9133-52D60893DC14}" srcOrd="0" destOrd="0" presId="urn:microsoft.com/office/officeart/2005/8/layout/process3"/>
    <dgm:cxn modelId="{4A592363-D9CD-4502-89D9-D8E9B1214558}" srcId="{87D8A2B4-E338-4860-9E1D-FED3A2B00953}" destId="{89EFFB21-1547-46C0-837F-88A854B5CA8D}" srcOrd="1" destOrd="0" parTransId="{41C3BF67-804E-4B9B-98DB-EEB4A2C22BD1}" sibTransId="{5A63F797-2DBC-4299-A417-ABDAC3A91617}"/>
    <dgm:cxn modelId="{2DB08F63-F04F-4C83-B215-FCF5B64CCC4B}" type="presOf" srcId="{91663C5E-0EFE-4B35-9E50-B01D6F84E758}" destId="{60087BEA-463E-469E-9AD8-55FD2228C694}" srcOrd="1" destOrd="0" presId="urn:microsoft.com/office/officeart/2005/8/layout/process3"/>
    <dgm:cxn modelId="{5270C04A-8B32-461A-A02E-649FD3D9750C}" type="presOf" srcId="{9DF6A54E-8B5B-487D-80CA-A8BF74EA46BD}" destId="{1940BD17-5F8E-4BFE-9263-F81622682B7A}" srcOrd="0" destOrd="1" presId="urn:microsoft.com/office/officeart/2005/8/layout/process3"/>
    <dgm:cxn modelId="{339D0A6E-ED63-4DAF-B3EA-E07062ACC540}" srcId="{528616C0-8FCB-4A68-BCD6-087C448090B2}" destId="{78AB69DA-3F74-45A7-8A71-74E7BFDCE538}" srcOrd="2" destOrd="0" parTransId="{B094930D-167C-45B9-80DE-7A6C57C59F09}" sibTransId="{ED073C36-4034-49B6-8E57-62DB7CFB705F}"/>
    <dgm:cxn modelId="{9D0E7C4E-3784-4593-8718-F2B0B29EA965}" srcId="{78AB69DA-3F74-45A7-8A71-74E7BFDCE538}" destId="{E17FE759-7CE3-4484-BB77-950E8785EA46}" srcOrd="2" destOrd="0" parTransId="{2530F50F-036A-46B6-88C7-D2989617682A}" sibTransId="{32D5AB6B-FF01-4A91-BCCF-16BDE66B2F93}"/>
    <dgm:cxn modelId="{3BDBC771-33D3-4E3A-AE9F-616A52176DE1}" type="presOf" srcId="{3E4D951D-E5A9-4DF6-B0F4-83C8FB837ED2}" destId="{44A6E372-3F6C-4A41-A8BC-EC594634FF3F}" srcOrd="0" destOrd="3" presId="urn:microsoft.com/office/officeart/2005/8/layout/process3"/>
    <dgm:cxn modelId="{B018FA51-7CF6-45F7-A9CF-4F5FB2D93786}" srcId="{87D8A2B4-E338-4860-9E1D-FED3A2B00953}" destId="{A73C3995-2B0F-442F-931F-865310AD3893}" srcOrd="4" destOrd="0" parTransId="{D49D4565-6B00-471B-98D1-6A57C046F8CB}" sibTransId="{9E7B8513-F904-4A72-B0FF-27BBF1C638C0}"/>
    <dgm:cxn modelId="{D2894953-F2CF-4EFA-85F6-61BFA23D41D3}" type="presOf" srcId="{89EFFB21-1547-46C0-837F-88A854B5CA8D}" destId="{44A6E372-3F6C-4A41-A8BC-EC594634FF3F}" srcOrd="0" destOrd="1" presId="urn:microsoft.com/office/officeart/2005/8/layout/process3"/>
    <dgm:cxn modelId="{DE21E373-8DE3-4FB6-B83A-C53951FDC7F0}" type="presOf" srcId="{A73C3995-2B0F-442F-931F-865310AD3893}" destId="{44A6E372-3F6C-4A41-A8BC-EC594634FF3F}" srcOrd="0" destOrd="4" presId="urn:microsoft.com/office/officeart/2005/8/layout/process3"/>
    <dgm:cxn modelId="{EDEAEC53-65F9-4379-A754-361B8D2CF5DA}" srcId="{91663C5E-0EFE-4B35-9E50-B01D6F84E758}" destId="{776A9D23-B172-4E51-A131-FCAB99D5B2AE}" srcOrd="0" destOrd="0" parTransId="{33752398-4541-4D58-9E50-7B17A73FC241}" sibTransId="{A2EF5DE1-89B8-4EF9-B03D-CF6D70391904}"/>
    <dgm:cxn modelId="{B210D27D-65C4-4338-8BAC-8E43F2EBB897}" srcId="{D4B72962-DBA9-432B-9FF4-52A0CF2FFE72}" destId="{E321ADB0-5B34-41F9-9D6B-069B057061CC}" srcOrd="2" destOrd="0" parTransId="{F16580B9-71C6-4EB0-B6CA-49378E7C2002}" sibTransId="{67E2D22E-5CF3-4AF4-9903-DC7D07D05AFF}"/>
    <dgm:cxn modelId="{6C60B388-D574-4625-8951-BBFC180CA3AF}" type="presOf" srcId="{E321ADB0-5B34-41F9-9D6B-069B057061CC}" destId="{D97C5A58-CF55-4DCD-A6C0-EFAF39ECE9B4}" srcOrd="0" destOrd="2" presId="urn:microsoft.com/office/officeart/2005/8/layout/process3"/>
    <dgm:cxn modelId="{4A27538C-6BD6-4C6E-904C-6B65C575B8C1}" type="presOf" srcId="{281CFF1C-DBF7-407D-B88F-2D18C0F630BA}" destId="{44A6E372-3F6C-4A41-A8BC-EC594634FF3F}" srcOrd="0" destOrd="2" presId="urn:microsoft.com/office/officeart/2005/8/layout/process3"/>
    <dgm:cxn modelId="{86627393-4B5D-4390-8C38-A9F3403B26B5}" srcId="{87D8A2B4-E338-4860-9E1D-FED3A2B00953}" destId="{2F909751-EE14-4927-8389-80C94111A222}" srcOrd="5" destOrd="0" parTransId="{B3E5569C-DDDA-4CC5-9DC1-5EA593A160E0}" sibTransId="{76C41A63-8F5C-4CB5-A030-46C4B1F42B56}"/>
    <dgm:cxn modelId="{A8739593-3679-469E-9323-CB42E9784115}" type="presOf" srcId="{78AB69DA-3F74-45A7-8A71-74E7BFDCE538}" destId="{E088815E-D57C-4B50-902E-3BC36DF44AF3}" srcOrd="1" destOrd="0" presId="urn:microsoft.com/office/officeart/2005/8/layout/process3"/>
    <dgm:cxn modelId="{D2B27D94-5E15-4C94-AF57-EA06C1B087A7}" srcId="{78AB69DA-3F74-45A7-8A71-74E7BFDCE538}" destId="{191DF802-26D2-4637-A4BA-46CF87F07625}" srcOrd="0" destOrd="0" parTransId="{14B2419C-6C82-4D8E-9BE5-6DBDBC2EC752}" sibTransId="{5E99FCCC-395A-40DD-8717-DC5FC79E3406}"/>
    <dgm:cxn modelId="{F283BC9C-F992-4D89-8219-4A717D36449E}" type="presOf" srcId="{EFCF1CF1-8665-408E-BB85-C8CC7F39F16C}" destId="{D97C5A58-CF55-4DCD-A6C0-EFAF39ECE9B4}" srcOrd="0" destOrd="0" presId="urn:microsoft.com/office/officeart/2005/8/layout/process3"/>
    <dgm:cxn modelId="{9D84539F-D222-4F50-AC79-3D6243D6829F}" srcId="{87D8A2B4-E338-4860-9E1D-FED3A2B00953}" destId="{3E4D951D-E5A9-4DF6-B0F4-83C8FB837ED2}" srcOrd="3" destOrd="0" parTransId="{030645A1-1C97-4629-AEAC-93D9678322DE}" sibTransId="{C4102CBB-5618-430D-8EC6-C34DCD5C0594}"/>
    <dgm:cxn modelId="{C1DE16A0-E0FD-4BC7-9E97-1C5D85B32D29}" type="presOf" srcId="{776A9D23-B172-4E51-A131-FCAB99D5B2AE}" destId="{1940BD17-5F8E-4BFE-9263-F81622682B7A}" srcOrd="0" destOrd="0" presId="urn:microsoft.com/office/officeart/2005/8/layout/process3"/>
    <dgm:cxn modelId="{5507F2AC-0A9D-43AF-AB1E-173CF5BFEE08}" srcId="{528616C0-8FCB-4A68-BCD6-087C448090B2}" destId="{91663C5E-0EFE-4B35-9E50-B01D6F84E758}" srcOrd="0" destOrd="0" parTransId="{B65EC3B2-C32E-4904-815B-CDA2F0D33563}" sibTransId="{858CE155-CBDF-4496-B0E1-823C024725F5}"/>
    <dgm:cxn modelId="{CC902BBE-9834-4826-A0CF-FDC32F638229}" type="presOf" srcId="{ED073C36-4034-49B6-8E57-62DB7CFB705F}" destId="{0968B66A-2A76-4451-937B-78FCF590B422}" srcOrd="1" destOrd="0" presId="urn:microsoft.com/office/officeart/2005/8/layout/process3"/>
    <dgm:cxn modelId="{8D4B35C3-A817-434A-9EDC-B2713F71346E}" type="presOf" srcId="{D4B72962-DBA9-432B-9FF4-52A0CF2FFE72}" destId="{D73991BB-8981-4CF6-A384-9B7D22DB9FCE}" srcOrd="1" destOrd="0" presId="urn:microsoft.com/office/officeart/2005/8/layout/process3"/>
    <dgm:cxn modelId="{7EB2C2C4-DE8A-4CFF-9A88-FC5D79B42BC1}" srcId="{528616C0-8FCB-4A68-BCD6-087C448090B2}" destId="{87D8A2B4-E338-4860-9E1D-FED3A2B00953}" srcOrd="3" destOrd="0" parTransId="{BFDFA0BD-7587-4ED6-AD99-6EE36A320651}" sibTransId="{1A1BD538-297D-48F7-9D79-22B240B0BEE3}"/>
    <dgm:cxn modelId="{F1D540E2-CC84-46FA-B9B2-E7BA1AF91ED2}" srcId="{528616C0-8FCB-4A68-BCD6-087C448090B2}" destId="{D4B72962-DBA9-432B-9FF4-52A0CF2FFE72}" srcOrd="1" destOrd="0" parTransId="{DD444A22-FFE0-4A27-8963-58E22705A7C0}" sibTransId="{870125EF-9D8E-48D2-9982-536CD146E06D}"/>
    <dgm:cxn modelId="{6610B8F1-A078-4626-BA0B-A3624BCC9AD5}" type="presOf" srcId="{87D8A2B4-E338-4860-9E1D-FED3A2B00953}" destId="{C8CF4E0B-5F97-483B-96EE-4E3B2EBE4C86}" srcOrd="1" destOrd="0" presId="urn:microsoft.com/office/officeart/2005/8/layout/process3"/>
    <dgm:cxn modelId="{DB66DFF2-7A58-427B-BCB6-058685A88572}" srcId="{D4B72962-DBA9-432B-9FF4-52A0CF2FFE72}" destId="{D45AA0D2-715D-4BAE-9E25-B6ADB3FD4117}" srcOrd="3" destOrd="0" parTransId="{D688A031-17D9-4441-987C-D34718925E95}" sibTransId="{A0673811-6A75-4183-BCD6-C00BC07EB680}"/>
    <dgm:cxn modelId="{A22047F6-3DAF-4209-BE79-32ADDC615BF3}" type="presOf" srcId="{CA9C79CC-E10F-49F9-BBA8-868606DE16C1}" destId="{44A6E372-3F6C-4A41-A8BC-EC594634FF3F}" srcOrd="0" destOrd="0" presId="urn:microsoft.com/office/officeart/2005/8/layout/process3"/>
    <dgm:cxn modelId="{10D78CF8-8003-4ABE-A4B6-1475310FA564}" type="presOf" srcId="{ED53787A-D020-4A9A-9738-8A374B6891FD}" destId="{1940BD17-5F8E-4BFE-9263-F81622682B7A}" srcOrd="0" destOrd="2" presId="urn:microsoft.com/office/officeart/2005/8/layout/process3"/>
    <dgm:cxn modelId="{F28A53FB-35DD-4395-A2E0-D58ECCBFADA5}" type="presOf" srcId="{8B2D41A5-17FA-4B5D-9ECF-D6A40D56F8E8}" destId="{D97C5A58-CF55-4DCD-A6C0-EFAF39ECE9B4}" srcOrd="0" destOrd="1" presId="urn:microsoft.com/office/officeart/2005/8/layout/process3"/>
    <dgm:cxn modelId="{AEBEADFB-6C9D-4BB4-B552-899E93F2BE29}" type="presOf" srcId="{858CE155-CBDF-4496-B0E1-823C024725F5}" destId="{06A47E9C-60F0-43DF-8567-DB98E71DBF5F}" srcOrd="0" destOrd="0" presId="urn:microsoft.com/office/officeart/2005/8/layout/process3"/>
    <dgm:cxn modelId="{DCA8F1FC-4371-4E0D-B948-D9586DA987AA}" type="presOf" srcId="{528616C0-8FCB-4A68-BCD6-087C448090B2}" destId="{96F75573-76AE-4450-8B85-C57D7552FE30}" srcOrd="0" destOrd="0" presId="urn:microsoft.com/office/officeart/2005/8/layout/process3"/>
    <dgm:cxn modelId="{74BF86FD-97E6-4630-9C84-A326724E2C99}" srcId="{87D8A2B4-E338-4860-9E1D-FED3A2B00953}" destId="{281CFF1C-DBF7-407D-B88F-2D18C0F630BA}" srcOrd="2" destOrd="0" parTransId="{7BEE4DA1-C521-4178-935A-9BA283E4F69B}" sibTransId="{C0C9679B-DA82-4D69-AAF1-4D71235261B7}"/>
    <dgm:cxn modelId="{84E787FE-AD48-45AF-9B11-5E59E7F3015E}" srcId="{91663C5E-0EFE-4B35-9E50-B01D6F84E758}" destId="{9DF6A54E-8B5B-487D-80CA-A8BF74EA46BD}" srcOrd="1" destOrd="0" parTransId="{7B7FB55C-CACF-4AD5-A15D-01232F37DE77}" sibTransId="{CF3802FF-E219-4754-84C5-21EC8FD660F1}"/>
    <dgm:cxn modelId="{82393DFE-71C5-4549-803B-121309411063}" type="presParOf" srcId="{96F75573-76AE-4450-8B85-C57D7552FE30}" destId="{0DF23557-FC3C-4D22-8E83-0C3F4905EF47}" srcOrd="0" destOrd="0" presId="urn:microsoft.com/office/officeart/2005/8/layout/process3"/>
    <dgm:cxn modelId="{E6D91A6B-EB7C-4C18-95DC-A02DFF82154B}" type="presParOf" srcId="{0DF23557-FC3C-4D22-8E83-0C3F4905EF47}" destId="{FA4B2B34-F0E3-4DA3-803B-BF43D413EB46}" srcOrd="0" destOrd="0" presId="urn:microsoft.com/office/officeart/2005/8/layout/process3"/>
    <dgm:cxn modelId="{52DB4F7E-F47E-4A64-AF3B-7393DAEFDD8A}" type="presParOf" srcId="{0DF23557-FC3C-4D22-8E83-0C3F4905EF47}" destId="{60087BEA-463E-469E-9AD8-55FD2228C694}" srcOrd="1" destOrd="0" presId="urn:microsoft.com/office/officeart/2005/8/layout/process3"/>
    <dgm:cxn modelId="{4B89305E-F0C9-49EF-9DE2-04CFB8A21B1A}" type="presParOf" srcId="{0DF23557-FC3C-4D22-8E83-0C3F4905EF47}" destId="{1940BD17-5F8E-4BFE-9263-F81622682B7A}" srcOrd="2" destOrd="0" presId="urn:microsoft.com/office/officeart/2005/8/layout/process3"/>
    <dgm:cxn modelId="{AB9D77A9-BFEC-49FC-9AE2-94CE5AFFF1BC}" type="presParOf" srcId="{96F75573-76AE-4450-8B85-C57D7552FE30}" destId="{06A47E9C-60F0-43DF-8567-DB98E71DBF5F}" srcOrd="1" destOrd="0" presId="urn:microsoft.com/office/officeart/2005/8/layout/process3"/>
    <dgm:cxn modelId="{8FEB066F-E2E3-400F-B8D9-B9D4E5AA3CC5}" type="presParOf" srcId="{06A47E9C-60F0-43DF-8567-DB98E71DBF5F}" destId="{990A3403-D142-4DC3-A4E3-7551546010F0}" srcOrd="0" destOrd="0" presId="urn:microsoft.com/office/officeart/2005/8/layout/process3"/>
    <dgm:cxn modelId="{0EA8F003-F4C3-411D-A464-704105EE33C1}" type="presParOf" srcId="{96F75573-76AE-4450-8B85-C57D7552FE30}" destId="{83E19BE7-D2D9-4FAD-8F3A-2694C8E2C101}" srcOrd="2" destOrd="0" presId="urn:microsoft.com/office/officeart/2005/8/layout/process3"/>
    <dgm:cxn modelId="{D64525A8-5DE9-4FB1-864B-33469FB6C14D}" type="presParOf" srcId="{83E19BE7-D2D9-4FAD-8F3A-2694C8E2C101}" destId="{79CD8364-CF26-4FEA-84B3-693D8E1EACBC}" srcOrd="0" destOrd="0" presId="urn:microsoft.com/office/officeart/2005/8/layout/process3"/>
    <dgm:cxn modelId="{C8254A9E-BB4D-4A5D-AF73-4F9E49A344E6}" type="presParOf" srcId="{83E19BE7-D2D9-4FAD-8F3A-2694C8E2C101}" destId="{D73991BB-8981-4CF6-A384-9B7D22DB9FCE}" srcOrd="1" destOrd="0" presId="urn:microsoft.com/office/officeart/2005/8/layout/process3"/>
    <dgm:cxn modelId="{FAF852AB-40AA-417A-8C57-F9224594860D}" type="presParOf" srcId="{83E19BE7-D2D9-4FAD-8F3A-2694C8E2C101}" destId="{D97C5A58-CF55-4DCD-A6C0-EFAF39ECE9B4}" srcOrd="2" destOrd="0" presId="urn:microsoft.com/office/officeart/2005/8/layout/process3"/>
    <dgm:cxn modelId="{87CF9BE4-A97F-4574-9577-590989BD2C1C}" type="presParOf" srcId="{96F75573-76AE-4450-8B85-C57D7552FE30}" destId="{295A6F93-A700-4896-B26F-F6D89D88AC0C}" srcOrd="3" destOrd="0" presId="urn:microsoft.com/office/officeart/2005/8/layout/process3"/>
    <dgm:cxn modelId="{43F27936-53E3-4619-9564-38EA8E5008CC}" type="presParOf" srcId="{295A6F93-A700-4896-B26F-F6D89D88AC0C}" destId="{1CDA6FD0-9D30-40F6-8D6C-5C7ACBB88D09}" srcOrd="0" destOrd="0" presId="urn:microsoft.com/office/officeart/2005/8/layout/process3"/>
    <dgm:cxn modelId="{4B8D2C66-2704-4B4D-A50B-0BFA9CBE3E72}" type="presParOf" srcId="{96F75573-76AE-4450-8B85-C57D7552FE30}" destId="{43C667FB-13C2-4079-A78C-A4549B2E9A01}" srcOrd="4" destOrd="0" presId="urn:microsoft.com/office/officeart/2005/8/layout/process3"/>
    <dgm:cxn modelId="{D89B6581-25E5-4132-B04D-D2E8CCAA866A}" type="presParOf" srcId="{43C667FB-13C2-4079-A78C-A4549B2E9A01}" destId="{4F4454A5-1A8A-4070-A0FB-462BC7B34EB9}" srcOrd="0" destOrd="0" presId="urn:microsoft.com/office/officeart/2005/8/layout/process3"/>
    <dgm:cxn modelId="{1D96D3A5-E1CB-4018-B6D8-91C6507B1C49}" type="presParOf" srcId="{43C667FB-13C2-4079-A78C-A4549B2E9A01}" destId="{E088815E-D57C-4B50-902E-3BC36DF44AF3}" srcOrd="1" destOrd="0" presId="urn:microsoft.com/office/officeart/2005/8/layout/process3"/>
    <dgm:cxn modelId="{E8FF5261-E848-4C0D-BAE5-7771602782AE}" type="presParOf" srcId="{43C667FB-13C2-4079-A78C-A4549B2E9A01}" destId="{D49A884B-4C4B-4C07-9133-52D60893DC14}" srcOrd="2" destOrd="0" presId="urn:microsoft.com/office/officeart/2005/8/layout/process3"/>
    <dgm:cxn modelId="{73F4777F-C3AF-419A-885C-790C429996C8}" type="presParOf" srcId="{96F75573-76AE-4450-8B85-C57D7552FE30}" destId="{AEE1D654-55EA-488A-80CB-1224714F85B6}" srcOrd="5" destOrd="0" presId="urn:microsoft.com/office/officeart/2005/8/layout/process3"/>
    <dgm:cxn modelId="{2256B964-89F8-490B-B660-061F9DF6A424}" type="presParOf" srcId="{AEE1D654-55EA-488A-80CB-1224714F85B6}" destId="{0968B66A-2A76-4451-937B-78FCF590B422}" srcOrd="0" destOrd="0" presId="urn:microsoft.com/office/officeart/2005/8/layout/process3"/>
    <dgm:cxn modelId="{BDCC45DE-2F7A-4CB4-8B31-ED894BC57C0F}" type="presParOf" srcId="{96F75573-76AE-4450-8B85-C57D7552FE30}" destId="{35466488-E458-49F5-AA83-88AC73E72538}" srcOrd="6" destOrd="0" presId="urn:microsoft.com/office/officeart/2005/8/layout/process3"/>
    <dgm:cxn modelId="{BA8700B2-44E9-44F0-893A-4B30C13EC542}" type="presParOf" srcId="{35466488-E458-49F5-AA83-88AC73E72538}" destId="{A7A3850E-3388-4042-B066-6E06F8EED442}" srcOrd="0" destOrd="0" presId="urn:microsoft.com/office/officeart/2005/8/layout/process3"/>
    <dgm:cxn modelId="{6D66EACC-3F60-417E-B76F-FBACE93BC7C7}" type="presParOf" srcId="{35466488-E458-49F5-AA83-88AC73E72538}" destId="{C8CF4E0B-5F97-483B-96EE-4E3B2EBE4C86}" srcOrd="1" destOrd="0" presId="urn:microsoft.com/office/officeart/2005/8/layout/process3"/>
    <dgm:cxn modelId="{EB469CA6-E8B0-452B-A7D8-2FF5B3E8A753}" type="presParOf" srcId="{35466488-E458-49F5-AA83-88AC73E72538}" destId="{44A6E372-3F6C-4A41-A8BC-EC594634FF3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22E59BDD-5921-4FA0-B7CD-46599B301919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1FDEB1E7-668E-4A32-81E8-4F0CE3425D33}">
      <dgm:prSet phldrT="[Testo]" custT="1"/>
      <dgm:spPr/>
      <dgm:t>
        <a:bodyPr/>
        <a:lstStyle/>
        <a:p>
          <a:r>
            <a:rPr lang="it-IT" sz="3600" dirty="0" err="1"/>
            <a:t>Santurkar</a:t>
          </a:r>
          <a:r>
            <a:rPr lang="it-IT" sz="3600" dirty="0"/>
            <a:t> et al. (2023)</a:t>
          </a:r>
        </a:p>
      </dgm:t>
    </dgm:pt>
    <dgm:pt modelId="{BB192AEA-F28D-432C-AB4E-C6BF74A3933F}" type="parTrans" cxnId="{B9DE366F-7F39-4864-B1B2-6FD2549244F7}">
      <dgm:prSet/>
      <dgm:spPr/>
      <dgm:t>
        <a:bodyPr/>
        <a:lstStyle/>
        <a:p>
          <a:endParaRPr lang="it-IT"/>
        </a:p>
      </dgm:t>
    </dgm:pt>
    <dgm:pt modelId="{0047D8D4-AF21-42C4-9817-41CD364C71B7}" type="sibTrans" cxnId="{B9DE366F-7F39-4864-B1B2-6FD2549244F7}">
      <dgm:prSet/>
      <dgm:spPr/>
      <dgm:t>
        <a:bodyPr/>
        <a:lstStyle/>
        <a:p>
          <a:endParaRPr lang="it-IT"/>
        </a:p>
      </dgm:t>
    </dgm:pt>
    <dgm:pt modelId="{1BFF8D8E-ADA1-4D2A-A90B-AFE6A3A6DF38}">
      <dgm:prSet phldrT="[Testo]" custT="1"/>
      <dgm:spPr/>
      <dgm:t>
        <a:bodyPr/>
        <a:lstStyle/>
        <a:p>
          <a:r>
            <a:rPr lang="it-IT" sz="2000" b="1" dirty="0"/>
            <a:t>Dataset </a:t>
          </a:r>
          <a:r>
            <a:rPr lang="it-IT" sz="2000" b="1" i="1" dirty="0"/>
            <a:t>OpinionQA</a:t>
          </a:r>
          <a:r>
            <a:rPr lang="it-IT" sz="2000" dirty="0"/>
            <a:t>: 1506 domande dal Pew </a:t>
          </a:r>
          <a:r>
            <a:rPr lang="it-IT" sz="2000" dirty="0" err="1"/>
            <a:t>Research</a:t>
          </a:r>
          <a:r>
            <a:rPr lang="it-IT" sz="2000" dirty="0"/>
            <a:t> Center).</a:t>
          </a:r>
        </a:p>
      </dgm:t>
    </dgm:pt>
    <dgm:pt modelId="{A8FA47C4-49A1-4694-ABE4-63C3747E6A48}" type="parTrans" cxnId="{21C61E3A-CDD0-4D3D-941C-10F3FBEAB1A8}">
      <dgm:prSet/>
      <dgm:spPr/>
      <dgm:t>
        <a:bodyPr/>
        <a:lstStyle/>
        <a:p>
          <a:endParaRPr lang="it-IT"/>
        </a:p>
      </dgm:t>
    </dgm:pt>
    <dgm:pt modelId="{3D8D54E3-7F9B-464E-AF7B-376F3AA443E9}" type="sibTrans" cxnId="{21C61E3A-CDD0-4D3D-941C-10F3FBEAB1A8}">
      <dgm:prSet/>
      <dgm:spPr/>
      <dgm:t>
        <a:bodyPr/>
        <a:lstStyle/>
        <a:p>
          <a:endParaRPr lang="it-IT"/>
        </a:p>
      </dgm:t>
    </dgm:pt>
    <dgm:pt modelId="{E19AD7F7-CD25-413B-91CB-A70385D34B93}">
      <dgm:prSet phldrT="[Testo]" custT="1"/>
      <dgm:spPr/>
      <dgm:t>
        <a:bodyPr/>
        <a:lstStyle/>
        <a:p>
          <a:r>
            <a:rPr lang="it-IT" sz="3600" dirty="0" err="1"/>
            <a:t>Röttger</a:t>
          </a:r>
          <a:r>
            <a:rPr lang="it-IT" sz="3600" dirty="0"/>
            <a:t> et al. (2024)</a:t>
          </a:r>
        </a:p>
      </dgm:t>
    </dgm:pt>
    <dgm:pt modelId="{916C6FF8-83EA-4122-94E7-2CFD7E2E2224}" type="parTrans" cxnId="{3660F34F-D03A-4333-8853-84DDB7202E44}">
      <dgm:prSet/>
      <dgm:spPr/>
      <dgm:t>
        <a:bodyPr/>
        <a:lstStyle/>
        <a:p>
          <a:endParaRPr lang="it-IT"/>
        </a:p>
      </dgm:t>
    </dgm:pt>
    <dgm:pt modelId="{31EE1FCD-0BEB-408E-B412-BF75F0DCABF4}" type="sibTrans" cxnId="{3660F34F-D03A-4333-8853-84DDB7202E44}">
      <dgm:prSet/>
      <dgm:spPr/>
      <dgm:t>
        <a:bodyPr/>
        <a:lstStyle/>
        <a:p>
          <a:endParaRPr lang="it-IT"/>
        </a:p>
      </dgm:t>
    </dgm:pt>
    <dgm:pt modelId="{9C93F6C3-A233-486E-8DED-F1E11F2FBFBB}">
      <dgm:prSet phldrT="[Testo]" custT="1"/>
      <dgm:spPr/>
      <dgm:t>
        <a:bodyPr/>
        <a:lstStyle/>
        <a:p>
          <a:pPr>
            <a:buNone/>
          </a:pPr>
          <a:r>
            <a:rPr lang="it-IT" sz="2400" dirty="0"/>
            <a:t>La necessità di verificare la </a:t>
          </a:r>
          <a:r>
            <a:rPr lang="it-IT" sz="2400" b="1" dirty="0"/>
            <a:t>stabilità</a:t>
          </a:r>
          <a:r>
            <a:rPr lang="it-IT" sz="2400" dirty="0"/>
            <a:t> dell’output.</a:t>
          </a:r>
        </a:p>
      </dgm:t>
    </dgm:pt>
    <dgm:pt modelId="{FE0E9370-A855-4680-B634-C6A0C37E59B5}" type="parTrans" cxnId="{03C7AEC3-BC5D-4A45-8ACB-4FC75D2967EE}">
      <dgm:prSet/>
      <dgm:spPr/>
      <dgm:t>
        <a:bodyPr/>
        <a:lstStyle/>
        <a:p>
          <a:endParaRPr lang="it-IT"/>
        </a:p>
      </dgm:t>
    </dgm:pt>
    <dgm:pt modelId="{81AE1BA1-6734-4FF0-9D1F-483828C8C612}" type="sibTrans" cxnId="{03C7AEC3-BC5D-4A45-8ACB-4FC75D2967EE}">
      <dgm:prSet/>
      <dgm:spPr/>
      <dgm:t>
        <a:bodyPr/>
        <a:lstStyle/>
        <a:p>
          <a:endParaRPr lang="it-IT"/>
        </a:p>
      </dgm:t>
    </dgm:pt>
    <dgm:pt modelId="{F0983626-24C5-4EA4-AC0D-CB1C0B7712E0}">
      <dgm:prSet phldrT="[Testo]" custT="1"/>
      <dgm:spPr/>
      <dgm:t>
        <a:bodyPr/>
        <a:lstStyle/>
        <a:p>
          <a:r>
            <a:rPr lang="it-IT" sz="2000" b="1" dirty="0"/>
            <a:t>Wasserstein Distance</a:t>
          </a:r>
          <a:r>
            <a:rPr lang="it-IT" sz="2000" dirty="0"/>
            <a:t>: per quantificare la distanza tra le "opinioni" dei modelli e le distribuzioni demografiche reali.</a:t>
          </a:r>
        </a:p>
      </dgm:t>
    </dgm:pt>
    <dgm:pt modelId="{60807D8F-BE87-4C97-B956-45513398F54D}" type="parTrans" cxnId="{66C6E05F-A31C-485E-8934-5AAF3DD030DB}">
      <dgm:prSet/>
      <dgm:spPr/>
      <dgm:t>
        <a:bodyPr/>
        <a:lstStyle/>
        <a:p>
          <a:endParaRPr lang="it-IT"/>
        </a:p>
      </dgm:t>
    </dgm:pt>
    <dgm:pt modelId="{8BB2E849-B3ED-4C9B-A2E2-ECE0A3F7C2E1}" type="sibTrans" cxnId="{66C6E05F-A31C-485E-8934-5AAF3DD030DB}">
      <dgm:prSet/>
      <dgm:spPr/>
      <dgm:t>
        <a:bodyPr/>
        <a:lstStyle/>
        <a:p>
          <a:endParaRPr lang="it-IT"/>
        </a:p>
      </dgm:t>
    </dgm:pt>
    <dgm:pt modelId="{1571B509-78A0-458E-8C0F-28D16954F7C9}">
      <dgm:prSet phldrT="[Testo]" custT="1"/>
      <dgm:spPr/>
      <dgm:t>
        <a:bodyPr/>
        <a:lstStyle/>
        <a:p>
          <a:r>
            <a:rPr lang="it-IT" sz="2000" dirty="0"/>
            <a:t>Evitare il bias del RLHF.</a:t>
          </a:r>
        </a:p>
      </dgm:t>
    </dgm:pt>
    <dgm:pt modelId="{98D7A45C-F32F-4F79-93D9-A896BDB621F2}" type="parTrans" cxnId="{C62F4B58-FCBE-42D2-B59E-D007963B30F2}">
      <dgm:prSet/>
      <dgm:spPr/>
      <dgm:t>
        <a:bodyPr/>
        <a:lstStyle/>
        <a:p>
          <a:endParaRPr lang="it-IT"/>
        </a:p>
      </dgm:t>
    </dgm:pt>
    <dgm:pt modelId="{08542D2E-AE29-459C-8342-AEA6DB619A6D}" type="sibTrans" cxnId="{C62F4B58-FCBE-42D2-B59E-D007963B30F2}">
      <dgm:prSet/>
      <dgm:spPr/>
      <dgm:t>
        <a:bodyPr/>
        <a:lstStyle/>
        <a:p>
          <a:endParaRPr lang="it-IT"/>
        </a:p>
      </dgm:t>
    </dgm:pt>
    <dgm:pt modelId="{6E373065-6C9B-47EA-A6D2-FB9A0AB94653}" type="pres">
      <dgm:prSet presAssocID="{22E59BDD-5921-4FA0-B7CD-46599B301919}" presName="Name0" presStyleCnt="0">
        <dgm:presLayoutVars>
          <dgm:dir/>
          <dgm:animLvl val="lvl"/>
          <dgm:resizeHandles val="exact"/>
        </dgm:presLayoutVars>
      </dgm:prSet>
      <dgm:spPr/>
    </dgm:pt>
    <dgm:pt modelId="{402AA064-A550-4A06-8F1C-6F93D64F81A8}" type="pres">
      <dgm:prSet presAssocID="{1FDEB1E7-668E-4A32-81E8-4F0CE3425D33}" presName="composite" presStyleCnt="0"/>
      <dgm:spPr/>
    </dgm:pt>
    <dgm:pt modelId="{F95C3C6B-AB5A-45A3-9311-DD46AE52CED6}" type="pres">
      <dgm:prSet presAssocID="{1FDEB1E7-668E-4A32-81E8-4F0CE3425D3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8AB6689-2C49-46A0-B0D3-39E7461176CF}" type="pres">
      <dgm:prSet presAssocID="{1FDEB1E7-668E-4A32-81E8-4F0CE3425D33}" presName="desTx" presStyleLbl="alignAccFollowNode1" presStyleIdx="0" presStyleCnt="2">
        <dgm:presLayoutVars>
          <dgm:bulletEnabled val="1"/>
        </dgm:presLayoutVars>
      </dgm:prSet>
      <dgm:spPr/>
    </dgm:pt>
    <dgm:pt modelId="{1B164BF8-BE28-4A98-B45E-DAD8DFC2617B}" type="pres">
      <dgm:prSet presAssocID="{0047D8D4-AF21-42C4-9817-41CD364C71B7}" presName="space" presStyleCnt="0"/>
      <dgm:spPr/>
    </dgm:pt>
    <dgm:pt modelId="{D61D291B-C828-4761-8D7B-89969F584F65}" type="pres">
      <dgm:prSet presAssocID="{E19AD7F7-CD25-413B-91CB-A70385D34B93}" presName="composite" presStyleCnt="0"/>
      <dgm:spPr/>
    </dgm:pt>
    <dgm:pt modelId="{B79ABD0C-41BF-4AEA-A492-812F62490F9E}" type="pres">
      <dgm:prSet presAssocID="{E19AD7F7-CD25-413B-91CB-A70385D34B9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D7F3C91-F1B1-4FE5-9EC5-70D697BD0190}" type="pres">
      <dgm:prSet presAssocID="{E19AD7F7-CD25-413B-91CB-A70385D34B93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53F2B2E-EC52-4DFD-8562-E0D11C6E67E5}" type="presOf" srcId="{22E59BDD-5921-4FA0-B7CD-46599B301919}" destId="{6E373065-6C9B-47EA-A6D2-FB9A0AB94653}" srcOrd="0" destOrd="0" presId="urn:microsoft.com/office/officeart/2005/8/layout/hList1"/>
    <dgm:cxn modelId="{21C61E3A-CDD0-4D3D-941C-10F3FBEAB1A8}" srcId="{1FDEB1E7-668E-4A32-81E8-4F0CE3425D33}" destId="{1BFF8D8E-ADA1-4D2A-A90B-AFE6A3A6DF38}" srcOrd="0" destOrd="0" parTransId="{A8FA47C4-49A1-4694-ABE4-63C3747E6A48}" sibTransId="{3D8D54E3-7F9B-464E-AF7B-376F3AA443E9}"/>
    <dgm:cxn modelId="{C6D38D3E-356C-45FB-81D1-CAAB78A02C9A}" type="presOf" srcId="{E19AD7F7-CD25-413B-91CB-A70385D34B93}" destId="{B79ABD0C-41BF-4AEA-A492-812F62490F9E}" srcOrd="0" destOrd="0" presId="urn:microsoft.com/office/officeart/2005/8/layout/hList1"/>
    <dgm:cxn modelId="{66C6E05F-A31C-485E-8934-5AAF3DD030DB}" srcId="{1FDEB1E7-668E-4A32-81E8-4F0CE3425D33}" destId="{F0983626-24C5-4EA4-AC0D-CB1C0B7712E0}" srcOrd="1" destOrd="0" parTransId="{60807D8F-BE87-4C97-B956-45513398F54D}" sibTransId="{8BB2E849-B3ED-4C9B-A2E2-ECE0A3F7C2E1}"/>
    <dgm:cxn modelId="{B9DE366F-7F39-4864-B1B2-6FD2549244F7}" srcId="{22E59BDD-5921-4FA0-B7CD-46599B301919}" destId="{1FDEB1E7-668E-4A32-81E8-4F0CE3425D33}" srcOrd="0" destOrd="0" parTransId="{BB192AEA-F28D-432C-AB4E-C6BF74A3933F}" sibTransId="{0047D8D4-AF21-42C4-9817-41CD364C71B7}"/>
    <dgm:cxn modelId="{3660F34F-D03A-4333-8853-84DDB7202E44}" srcId="{22E59BDD-5921-4FA0-B7CD-46599B301919}" destId="{E19AD7F7-CD25-413B-91CB-A70385D34B93}" srcOrd="1" destOrd="0" parTransId="{916C6FF8-83EA-4122-94E7-2CFD7E2E2224}" sibTransId="{31EE1FCD-0BEB-408E-B412-BF75F0DCABF4}"/>
    <dgm:cxn modelId="{C62F4B58-FCBE-42D2-B59E-D007963B30F2}" srcId="{1FDEB1E7-668E-4A32-81E8-4F0CE3425D33}" destId="{1571B509-78A0-458E-8C0F-28D16954F7C9}" srcOrd="2" destOrd="0" parTransId="{98D7A45C-F32F-4F79-93D9-A896BDB621F2}" sibTransId="{08542D2E-AE29-459C-8342-AEA6DB619A6D}"/>
    <dgm:cxn modelId="{21926EA3-5715-43A1-9522-7CFB70EDBD4D}" type="presOf" srcId="{9C93F6C3-A233-486E-8DED-F1E11F2FBFBB}" destId="{DD7F3C91-F1B1-4FE5-9EC5-70D697BD0190}" srcOrd="0" destOrd="0" presId="urn:microsoft.com/office/officeart/2005/8/layout/hList1"/>
    <dgm:cxn modelId="{811F12BA-2205-4309-97C4-AE0DB8722C96}" type="presOf" srcId="{1FDEB1E7-668E-4A32-81E8-4F0CE3425D33}" destId="{F95C3C6B-AB5A-45A3-9311-DD46AE52CED6}" srcOrd="0" destOrd="0" presId="urn:microsoft.com/office/officeart/2005/8/layout/hList1"/>
    <dgm:cxn modelId="{03C7AEC3-BC5D-4A45-8ACB-4FC75D2967EE}" srcId="{E19AD7F7-CD25-413B-91CB-A70385D34B93}" destId="{9C93F6C3-A233-486E-8DED-F1E11F2FBFBB}" srcOrd="0" destOrd="0" parTransId="{FE0E9370-A855-4680-B634-C6A0C37E59B5}" sibTransId="{81AE1BA1-6734-4FF0-9D1F-483828C8C612}"/>
    <dgm:cxn modelId="{5BA3A7CD-C932-4943-B42B-D960BB6AE887}" type="presOf" srcId="{1BFF8D8E-ADA1-4D2A-A90B-AFE6A3A6DF38}" destId="{A8AB6689-2C49-46A0-B0D3-39E7461176CF}" srcOrd="0" destOrd="0" presId="urn:microsoft.com/office/officeart/2005/8/layout/hList1"/>
    <dgm:cxn modelId="{E395E9E5-5093-4775-9B83-2AA94AA6D0FE}" type="presOf" srcId="{1571B509-78A0-458E-8C0F-28D16954F7C9}" destId="{A8AB6689-2C49-46A0-B0D3-39E7461176CF}" srcOrd="0" destOrd="2" presId="urn:microsoft.com/office/officeart/2005/8/layout/hList1"/>
    <dgm:cxn modelId="{94618BEB-28F5-49EB-BF34-CADD963BCC59}" type="presOf" srcId="{F0983626-24C5-4EA4-AC0D-CB1C0B7712E0}" destId="{A8AB6689-2C49-46A0-B0D3-39E7461176CF}" srcOrd="0" destOrd="1" presId="urn:microsoft.com/office/officeart/2005/8/layout/hList1"/>
    <dgm:cxn modelId="{CB6703DD-D037-4EDD-BEC4-DAF3EB29CD63}" type="presParOf" srcId="{6E373065-6C9B-47EA-A6D2-FB9A0AB94653}" destId="{402AA064-A550-4A06-8F1C-6F93D64F81A8}" srcOrd="0" destOrd="0" presId="urn:microsoft.com/office/officeart/2005/8/layout/hList1"/>
    <dgm:cxn modelId="{AA72BE19-0428-4FA7-AF45-8E9BEA018B45}" type="presParOf" srcId="{402AA064-A550-4A06-8F1C-6F93D64F81A8}" destId="{F95C3C6B-AB5A-45A3-9311-DD46AE52CED6}" srcOrd="0" destOrd="0" presId="urn:microsoft.com/office/officeart/2005/8/layout/hList1"/>
    <dgm:cxn modelId="{5344CB19-B98D-4929-A8B1-381C593C7667}" type="presParOf" srcId="{402AA064-A550-4A06-8F1C-6F93D64F81A8}" destId="{A8AB6689-2C49-46A0-B0D3-39E7461176CF}" srcOrd="1" destOrd="0" presId="urn:microsoft.com/office/officeart/2005/8/layout/hList1"/>
    <dgm:cxn modelId="{51B1A5EF-DEE1-4FD0-805A-6EBAC5C319E0}" type="presParOf" srcId="{6E373065-6C9B-47EA-A6D2-FB9A0AB94653}" destId="{1B164BF8-BE28-4A98-B45E-DAD8DFC2617B}" srcOrd="1" destOrd="0" presId="urn:microsoft.com/office/officeart/2005/8/layout/hList1"/>
    <dgm:cxn modelId="{ABEC2E80-23AD-404E-A8C5-DCD3064198F3}" type="presParOf" srcId="{6E373065-6C9B-47EA-A6D2-FB9A0AB94653}" destId="{D61D291B-C828-4761-8D7B-89969F584F65}" srcOrd="2" destOrd="0" presId="urn:microsoft.com/office/officeart/2005/8/layout/hList1"/>
    <dgm:cxn modelId="{E3F6BBE5-8D6F-417E-8AAC-B728433CD52C}" type="presParOf" srcId="{D61D291B-C828-4761-8D7B-89969F584F65}" destId="{B79ABD0C-41BF-4AEA-A492-812F62490F9E}" srcOrd="0" destOrd="0" presId="urn:microsoft.com/office/officeart/2005/8/layout/hList1"/>
    <dgm:cxn modelId="{087B7B94-F442-4E7F-9A7A-0345D4CEBF66}" type="presParOf" srcId="{D61D291B-C828-4761-8D7B-89969F584F65}" destId="{DD7F3C91-F1B1-4FE5-9EC5-70D697BD01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28616C0-8FCB-4A68-BCD6-087C448090B2}" type="doc">
      <dgm:prSet loTypeId="urn:microsoft.com/office/officeart/2005/8/layout/process3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it-IT"/>
        </a:p>
      </dgm:t>
    </dgm:pt>
    <dgm:pt modelId="{91663C5E-0EFE-4B35-9E50-B01D6F84E758}">
      <dgm:prSet phldrT="[Testo]" phldr="0"/>
      <dgm:spPr/>
      <dgm:t>
        <a:bodyPr/>
        <a:lstStyle/>
        <a:p>
          <a:r>
            <a:rPr lang="it-IT" b="1" dirty="0"/>
            <a:t>Mapping e preparazione del dataset</a:t>
          </a:r>
        </a:p>
      </dgm:t>
    </dgm:pt>
    <dgm:pt modelId="{B65EC3B2-C32E-4904-815B-CDA2F0D33563}" type="parTrans" cxnId="{5507F2AC-0A9D-43AF-AB1E-173CF5BFEE08}">
      <dgm:prSet/>
      <dgm:spPr/>
      <dgm:t>
        <a:bodyPr/>
        <a:lstStyle/>
        <a:p>
          <a:endParaRPr lang="it-IT"/>
        </a:p>
      </dgm:t>
    </dgm:pt>
    <dgm:pt modelId="{858CE155-CBDF-4496-B0E1-823C024725F5}" type="sibTrans" cxnId="{5507F2AC-0A9D-43AF-AB1E-173CF5BFEE08}">
      <dgm:prSet/>
      <dgm:spPr/>
      <dgm:t>
        <a:bodyPr/>
        <a:lstStyle/>
        <a:p>
          <a:endParaRPr lang="it-IT"/>
        </a:p>
      </dgm:t>
    </dgm:pt>
    <dgm:pt modelId="{D4B72962-DBA9-432B-9FF4-52A0CF2FFE72}">
      <dgm:prSet phldrT="[Testo]" phldr="0"/>
      <dgm:spPr/>
      <dgm:t>
        <a:bodyPr/>
        <a:lstStyle/>
        <a:p>
          <a:r>
            <a:rPr lang="it-IT" b="1" dirty="0"/>
            <a:t>Generazione dei trial sperimentali</a:t>
          </a:r>
        </a:p>
      </dgm:t>
    </dgm:pt>
    <dgm:pt modelId="{DD444A22-FFE0-4A27-8963-58E22705A7C0}" type="parTrans" cxnId="{F1D540E2-CC84-46FA-B9B2-E7BA1AF91ED2}">
      <dgm:prSet/>
      <dgm:spPr/>
      <dgm:t>
        <a:bodyPr/>
        <a:lstStyle/>
        <a:p>
          <a:endParaRPr lang="it-IT"/>
        </a:p>
      </dgm:t>
    </dgm:pt>
    <dgm:pt modelId="{870125EF-9D8E-48D2-9982-536CD146E06D}" type="sibTrans" cxnId="{F1D540E2-CC84-46FA-B9B2-E7BA1AF91ED2}">
      <dgm:prSet/>
      <dgm:spPr/>
      <dgm:t>
        <a:bodyPr/>
        <a:lstStyle/>
        <a:p>
          <a:endParaRPr lang="it-IT"/>
        </a:p>
      </dgm:t>
    </dgm:pt>
    <dgm:pt modelId="{78AB69DA-3F74-45A7-8A71-74E7BFDCE538}">
      <dgm:prSet phldrT="[Testo]" phldr="0"/>
      <dgm:spPr/>
      <dgm:t>
        <a:bodyPr/>
        <a:lstStyle/>
        <a:p>
          <a:r>
            <a:rPr lang="it-IT" b="1" dirty="0"/>
            <a:t>Esecuzione dell’inferenza</a:t>
          </a:r>
        </a:p>
      </dgm:t>
    </dgm:pt>
    <dgm:pt modelId="{B094930D-167C-45B9-80DE-7A6C57C59F09}" type="parTrans" cxnId="{339D0A6E-ED63-4DAF-B3EA-E07062ACC540}">
      <dgm:prSet/>
      <dgm:spPr/>
      <dgm:t>
        <a:bodyPr/>
        <a:lstStyle/>
        <a:p>
          <a:endParaRPr lang="it-IT"/>
        </a:p>
      </dgm:t>
    </dgm:pt>
    <dgm:pt modelId="{ED073C36-4034-49B6-8E57-62DB7CFB705F}" type="sibTrans" cxnId="{339D0A6E-ED63-4DAF-B3EA-E07062ACC540}">
      <dgm:prSet/>
      <dgm:spPr/>
      <dgm:t>
        <a:bodyPr/>
        <a:lstStyle/>
        <a:p>
          <a:endParaRPr lang="it-IT"/>
        </a:p>
      </dgm:t>
    </dgm:pt>
    <dgm:pt modelId="{87D8A2B4-E338-4860-9E1D-FED3A2B00953}">
      <dgm:prSet phldrT="[Testo]" phldr="0"/>
      <dgm:spPr/>
      <dgm:t>
        <a:bodyPr/>
        <a:lstStyle/>
        <a:p>
          <a:r>
            <a:rPr lang="it-IT" b="1" dirty="0"/>
            <a:t>Post-processing e analisi</a:t>
          </a:r>
        </a:p>
      </dgm:t>
    </dgm:pt>
    <dgm:pt modelId="{BFDFA0BD-7587-4ED6-AD99-6EE36A320651}" type="parTrans" cxnId="{7EB2C2C4-DE8A-4CFF-9A88-FC5D79B42BC1}">
      <dgm:prSet/>
      <dgm:spPr/>
      <dgm:t>
        <a:bodyPr/>
        <a:lstStyle/>
        <a:p>
          <a:endParaRPr lang="it-IT"/>
        </a:p>
      </dgm:t>
    </dgm:pt>
    <dgm:pt modelId="{1A1BD538-297D-48F7-9D79-22B240B0BEE3}" type="sibTrans" cxnId="{7EB2C2C4-DE8A-4CFF-9A88-FC5D79B42BC1}">
      <dgm:prSet/>
      <dgm:spPr/>
      <dgm:t>
        <a:bodyPr/>
        <a:lstStyle/>
        <a:p>
          <a:endParaRPr lang="it-IT"/>
        </a:p>
      </dgm:t>
    </dgm:pt>
    <dgm:pt modelId="{776A9D23-B172-4E51-A131-FCAB99D5B2AE}">
      <dgm:prSet phldrT="[Testo]" phldr="0"/>
      <dgm:spPr/>
      <dgm:t>
        <a:bodyPr/>
        <a:lstStyle/>
        <a:p>
          <a:r>
            <a:rPr lang="it-IT" dirty="0"/>
            <a:t>Dataset unico</a:t>
          </a:r>
        </a:p>
      </dgm:t>
    </dgm:pt>
    <dgm:pt modelId="{33752398-4541-4D58-9E50-7B17A73FC241}" type="parTrans" cxnId="{EDEAEC53-65F9-4379-A754-361B8D2CF5DA}">
      <dgm:prSet/>
      <dgm:spPr/>
      <dgm:t>
        <a:bodyPr/>
        <a:lstStyle/>
        <a:p>
          <a:endParaRPr lang="it-IT"/>
        </a:p>
      </dgm:t>
    </dgm:pt>
    <dgm:pt modelId="{A2EF5DE1-89B8-4EF9-B03D-CF6D70391904}" type="sibTrans" cxnId="{EDEAEC53-65F9-4379-A754-361B8D2CF5DA}">
      <dgm:prSet/>
      <dgm:spPr/>
      <dgm:t>
        <a:bodyPr/>
        <a:lstStyle/>
        <a:p>
          <a:endParaRPr lang="it-IT"/>
        </a:p>
      </dgm:t>
    </dgm:pt>
    <dgm:pt modelId="{9DF6A54E-8B5B-487D-80CA-A8BF74EA46BD}">
      <dgm:prSet phldrT="[Testo]" phldr="0"/>
      <dgm:spPr/>
      <dgm:t>
        <a:bodyPr/>
        <a:lstStyle/>
        <a:p>
          <a:r>
            <a:rPr lang="it-IT" dirty="0"/>
            <a:t>Normalizzazione dei </a:t>
          </a:r>
          <a:r>
            <a:rPr lang="it-IT" dirty="0" err="1"/>
            <a:t>topic</a:t>
          </a:r>
          <a:r>
            <a:rPr lang="it-IT" dirty="0"/>
            <a:t> (23 macro-aree)</a:t>
          </a:r>
        </a:p>
      </dgm:t>
    </dgm:pt>
    <dgm:pt modelId="{7B7FB55C-CACF-4AD5-A15D-01232F37DE77}" type="parTrans" cxnId="{84E787FE-AD48-45AF-9B11-5E59E7F3015E}">
      <dgm:prSet/>
      <dgm:spPr/>
      <dgm:t>
        <a:bodyPr/>
        <a:lstStyle/>
        <a:p>
          <a:endParaRPr lang="it-IT"/>
        </a:p>
      </dgm:t>
    </dgm:pt>
    <dgm:pt modelId="{CF3802FF-E219-4754-84C5-21EC8FD660F1}" type="sibTrans" cxnId="{84E787FE-AD48-45AF-9B11-5E59E7F3015E}">
      <dgm:prSet/>
      <dgm:spPr/>
      <dgm:t>
        <a:bodyPr/>
        <a:lstStyle/>
        <a:p>
          <a:endParaRPr lang="it-IT"/>
        </a:p>
      </dgm:t>
    </dgm:pt>
    <dgm:pt modelId="{ED53787A-D020-4A9A-9738-8A374B6891FD}">
      <dgm:prSet phldrT="[Testo]" phldr="0"/>
      <dgm:spPr/>
      <dgm:t>
        <a:bodyPr/>
        <a:lstStyle/>
        <a:p>
          <a:r>
            <a:rPr lang="it-IT" dirty="0"/>
            <a:t>Calcolo distribuzione umana</a:t>
          </a:r>
        </a:p>
      </dgm:t>
    </dgm:pt>
    <dgm:pt modelId="{21EFD212-E0F3-4247-93A0-9C443FB04D61}" type="parTrans" cxnId="{D03EA95F-BDFB-4736-A581-25741436C332}">
      <dgm:prSet/>
      <dgm:spPr/>
      <dgm:t>
        <a:bodyPr/>
        <a:lstStyle/>
        <a:p>
          <a:endParaRPr lang="it-IT"/>
        </a:p>
      </dgm:t>
    </dgm:pt>
    <dgm:pt modelId="{FAC9431E-7C56-43CD-ABD9-8CED2AB4E0A8}" type="sibTrans" cxnId="{D03EA95F-BDFB-4736-A581-25741436C332}">
      <dgm:prSet/>
      <dgm:spPr/>
      <dgm:t>
        <a:bodyPr/>
        <a:lstStyle/>
        <a:p>
          <a:endParaRPr lang="it-IT"/>
        </a:p>
      </dgm:t>
    </dgm:pt>
    <dgm:pt modelId="{EFCF1CF1-8665-408E-BB85-C8CC7F39F16C}">
      <dgm:prSet phldrT="[Testo]" phldr="0"/>
      <dgm:spPr/>
      <dgm:t>
        <a:bodyPr/>
        <a:lstStyle/>
        <a:p>
          <a:r>
            <a:rPr lang="it-IT"/>
            <a:t>1 baseline </a:t>
          </a:r>
          <a:endParaRPr lang="it-IT" dirty="0"/>
        </a:p>
      </dgm:t>
    </dgm:pt>
    <dgm:pt modelId="{FA2BE32A-C2EF-43C8-8121-2A2D61F2841B}" type="parTrans" cxnId="{9D267F2A-8AE5-41D3-9623-615DD963D236}">
      <dgm:prSet/>
      <dgm:spPr/>
      <dgm:t>
        <a:bodyPr/>
        <a:lstStyle/>
        <a:p>
          <a:endParaRPr lang="it-IT"/>
        </a:p>
      </dgm:t>
    </dgm:pt>
    <dgm:pt modelId="{C3CD3BA5-2E57-4C48-9F84-C55E907D2643}" type="sibTrans" cxnId="{9D267F2A-8AE5-41D3-9623-615DD963D236}">
      <dgm:prSet/>
      <dgm:spPr/>
      <dgm:t>
        <a:bodyPr/>
        <a:lstStyle/>
        <a:p>
          <a:endParaRPr lang="it-IT"/>
        </a:p>
      </dgm:t>
    </dgm:pt>
    <dgm:pt modelId="{8B2D41A5-17FA-4B5D-9ECF-D6A40D56F8E8}">
      <dgm:prSet phldrT="[Testo]" phldr="0"/>
      <dgm:spPr/>
      <dgm:t>
        <a:bodyPr/>
        <a:lstStyle/>
        <a:p>
          <a:r>
            <a:rPr lang="it-IT"/>
            <a:t>3 permutazioni</a:t>
          </a:r>
          <a:endParaRPr lang="it-IT" dirty="0"/>
        </a:p>
      </dgm:t>
    </dgm:pt>
    <dgm:pt modelId="{8CADBE3B-5F51-4EB4-8E2E-352B39559FB0}" type="parTrans" cxnId="{A435431A-DE5E-4819-AD01-67E2185B8A0A}">
      <dgm:prSet/>
      <dgm:spPr/>
      <dgm:t>
        <a:bodyPr/>
        <a:lstStyle/>
        <a:p>
          <a:endParaRPr lang="it-IT"/>
        </a:p>
      </dgm:t>
    </dgm:pt>
    <dgm:pt modelId="{FCFE54F2-5A6D-454D-96E7-91C970F0C48E}" type="sibTrans" cxnId="{A435431A-DE5E-4819-AD01-67E2185B8A0A}">
      <dgm:prSet/>
      <dgm:spPr/>
      <dgm:t>
        <a:bodyPr/>
        <a:lstStyle/>
        <a:p>
          <a:endParaRPr lang="it-IT"/>
        </a:p>
      </dgm:t>
    </dgm:pt>
    <dgm:pt modelId="{E321ADB0-5B34-41F9-9D6B-069B057061CC}">
      <dgm:prSet phldrT="[Testo]" phldr="0"/>
      <dgm:spPr/>
      <dgm:t>
        <a:bodyPr/>
        <a:lstStyle/>
        <a:p>
          <a:r>
            <a:rPr lang="it-IT"/>
            <a:t>3 duplicazione</a:t>
          </a:r>
          <a:endParaRPr lang="it-IT" dirty="0"/>
        </a:p>
      </dgm:t>
    </dgm:pt>
    <dgm:pt modelId="{F16580B9-71C6-4EB0-B6CA-49378E7C2002}" type="parTrans" cxnId="{B210D27D-65C4-4338-8BAC-8E43F2EBB897}">
      <dgm:prSet/>
      <dgm:spPr/>
      <dgm:t>
        <a:bodyPr/>
        <a:lstStyle/>
        <a:p>
          <a:endParaRPr lang="it-IT"/>
        </a:p>
      </dgm:t>
    </dgm:pt>
    <dgm:pt modelId="{67E2D22E-5CF3-4AF4-9903-DC7D07D05AFF}" type="sibTrans" cxnId="{B210D27D-65C4-4338-8BAC-8E43F2EBB897}">
      <dgm:prSet/>
      <dgm:spPr/>
      <dgm:t>
        <a:bodyPr/>
        <a:lstStyle/>
        <a:p>
          <a:endParaRPr lang="it-IT"/>
        </a:p>
      </dgm:t>
    </dgm:pt>
    <dgm:pt modelId="{D45AA0D2-715D-4BAE-9E25-B6ADB3FD4117}">
      <dgm:prSet phldrT="[Testo]" phldr="0"/>
      <dgm:spPr/>
      <dgm:t>
        <a:bodyPr/>
        <a:lstStyle/>
        <a:p>
          <a:r>
            <a:rPr lang="it-IT"/>
            <a:t>3 minacce (economica, informatica, legale)</a:t>
          </a:r>
          <a:endParaRPr lang="it-IT" dirty="0"/>
        </a:p>
      </dgm:t>
    </dgm:pt>
    <dgm:pt modelId="{D688A031-17D9-4441-987C-D34718925E95}" type="parTrans" cxnId="{DB66DFF2-7A58-427B-BCB6-058685A88572}">
      <dgm:prSet/>
      <dgm:spPr/>
      <dgm:t>
        <a:bodyPr/>
        <a:lstStyle/>
        <a:p>
          <a:endParaRPr lang="it-IT"/>
        </a:p>
      </dgm:t>
    </dgm:pt>
    <dgm:pt modelId="{A0673811-6A75-4183-BCD6-C00BC07EB680}" type="sibTrans" cxnId="{DB66DFF2-7A58-427B-BCB6-058685A88572}">
      <dgm:prSet/>
      <dgm:spPr/>
      <dgm:t>
        <a:bodyPr/>
        <a:lstStyle/>
        <a:p>
          <a:endParaRPr lang="it-IT"/>
        </a:p>
      </dgm:t>
    </dgm:pt>
    <dgm:pt modelId="{191DF802-26D2-4637-A4BA-46CF87F07625}">
      <dgm:prSet phldrT="[Testo]" phldr="0"/>
      <dgm:spPr/>
      <dgm:t>
        <a:bodyPr/>
        <a:lstStyle/>
        <a:p>
          <a:r>
            <a:rPr lang="it-IT"/>
            <a:t>Prompt</a:t>
          </a:r>
          <a:endParaRPr lang="it-IT" dirty="0"/>
        </a:p>
      </dgm:t>
    </dgm:pt>
    <dgm:pt modelId="{14B2419C-6C82-4D8E-9BE5-6DBDBC2EC752}" type="parTrans" cxnId="{D2B27D94-5E15-4C94-AF57-EA06C1B087A7}">
      <dgm:prSet/>
      <dgm:spPr/>
      <dgm:t>
        <a:bodyPr/>
        <a:lstStyle/>
        <a:p>
          <a:endParaRPr lang="it-IT"/>
        </a:p>
      </dgm:t>
    </dgm:pt>
    <dgm:pt modelId="{5E99FCCC-395A-40DD-8717-DC5FC79E3406}" type="sibTrans" cxnId="{D2B27D94-5E15-4C94-AF57-EA06C1B087A7}">
      <dgm:prSet/>
      <dgm:spPr/>
      <dgm:t>
        <a:bodyPr/>
        <a:lstStyle/>
        <a:p>
          <a:endParaRPr lang="it-IT"/>
        </a:p>
      </dgm:t>
    </dgm:pt>
    <dgm:pt modelId="{6E0408F1-E790-45A5-A7AF-E37472279BC3}">
      <dgm:prSet phldrT="[Testo]" phldr="0"/>
      <dgm:spPr/>
      <dgm:t>
        <a:bodyPr/>
        <a:lstStyle/>
        <a:p>
          <a:r>
            <a:rPr lang="it-IT" dirty="0"/>
            <a:t>Doppia inferenza: </a:t>
          </a:r>
          <a:r>
            <a:rPr lang="it-IT" dirty="0" err="1"/>
            <a:t>logit</a:t>
          </a:r>
          <a:r>
            <a:rPr lang="it-IT" dirty="0"/>
            <a:t> + testo libero</a:t>
          </a:r>
        </a:p>
      </dgm:t>
    </dgm:pt>
    <dgm:pt modelId="{4D4520B4-6001-45F5-A3FE-A3AAF434A354}" type="parTrans" cxnId="{D7B65733-2457-47B4-914E-80D17637EC85}">
      <dgm:prSet/>
      <dgm:spPr/>
      <dgm:t>
        <a:bodyPr/>
        <a:lstStyle/>
        <a:p>
          <a:endParaRPr lang="it-IT"/>
        </a:p>
      </dgm:t>
    </dgm:pt>
    <dgm:pt modelId="{53221F28-ED01-43E6-9515-6891122F7177}" type="sibTrans" cxnId="{D7B65733-2457-47B4-914E-80D17637EC85}">
      <dgm:prSet/>
      <dgm:spPr/>
      <dgm:t>
        <a:bodyPr/>
        <a:lstStyle/>
        <a:p>
          <a:endParaRPr lang="it-IT"/>
        </a:p>
      </dgm:t>
    </dgm:pt>
    <dgm:pt modelId="{E17FE759-7CE3-4484-BB77-950E8785EA46}">
      <dgm:prSet phldrT="[Testo]" phldr="0"/>
      <dgm:spPr/>
      <dgm:t>
        <a:bodyPr/>
        <a:lstStyle/>
        <a:p>
          <a:r>
            <a:rPr lang="it-IT" dirty="0"/>
            <a:t>Confidenza</a:t>
          </a:r>
        </a:p>
      </dgm:t>
    </dgm:pt>
    <dgm:pt modelId="{2530F50F-036A-46B6-88C7-D2989617682A}" type="parTrans" cxnId="{9D0E7C4E-3784-4593-8718-F2B0B29EA965}">
      <dgm:prSet/>
      <dgm:spPr/>
      <dgm:t>
        <a:bodyPr/>
        <a:lstStyle/>
        <a:p>
          <a:endParaRPr lang="it-IT"/>
        </a:p>
      </dgm:t>
    </dgm:pt>
    <dgm:pt modelId="{32D5AB6B-FF01-4A91-BCCF-16BDE66B2F93}" type="sibTrans" cxnId="{9D0E7C4E-3784-4593-8718-F2B0B29EA965}">
      <dgm:prSet/>
      <dgm:spPr/>
      <dgm:t>
        <a:bodyPr/>
        <a:lstStyle/>
        <a:p>
          <a:endParaRPr lang="it-IT"/>
        </a:p>
      </dgm:t>
    </dgm:pt>
    <dgm:pt modelId="{CA9C79CC-E10F-49F9-BBA8-868606DE16C1}">
      <dgm:prSet phldrT="[Testo]" phldr="0"/>
      <dgm:spPr/>
      <dgm:t>
        <a:bodyPr/>
        <a:lstStyle/>
        <a:p>
          <a:r>
            <a:rPr lang="it-IT"/>
            <a:t>Validità</a:t>
          </a:r>
          <a:endParaRPr lang="it-IT" dirty="0"/>
        </a:p>
      </dgm:t>
    </dgm:pt>
    <dgm:pt modelId="{1796521A-2E66-4CF5-80DF-AB5A1CE2E6AC}" type="parTrans" cxnId="{FEE4C23C-91FC-4CD8-9914-F0D47B3B3F89}">
      <dgm:prSet/>
      <dgm:spPr/>
      <dgm:t>
        <a:bodyPr/>
        <a:lstStyle/>
        <a:p>
          <a:endParaRPr lang="it-IT"/>
        </a:p>
      </dgm:t>
    </dgm:pt>
    <dgm:pt modelId="{9B8D775D-19E4-4AC1-9B12-7F1FE22B8BAB}" type="sibTrans" cxnId="{FEE4C23C-91FC-4CD8-9914-F0D47B3B3F89}">
      <dgm:prSet/>
      <dgm:spPr/>
      <dgm:t>
        <a:bodyPr/>
        <a:lstStyle/>
        <a:p>
          <a:endParaRPr lang="it-IT"/>
        </a:p>
      </dgm:t>
    </dgm:pt>
    <dgm:pt modelId="{89EFFB21-1547-46C0-837F-88A854B5CA8D}">
      <dgm:prSet phldrT="[Testo]" phldr="0"/>
      <dgm:spPr/>
      <dgm:t>
        <a:bodyPr/>
        <a:lstStyle/>
        <a:p>
          <a:r>
            <a:rPr lang="it-IT"/>
            <a:t>Coerenza logit-testo</a:t>
          </a:r>
          <a:endParaRPr lang="it-IT" dirty="0"/>
        </a:p>
      </dgm:t>
    </dgm:pt>
    <dgm:pt modelId="{41C3BF67-804E-4B9B-98DB-EEB4A2C22BD1}" type="parTrans" cxnId="{4A592363-D9CD-4502-89D9-D8E9B1214558}">
      <dgm:prSet/>
      <dgm:spPr/>
      <dgm:t>
        <a:bodyPr/>
        <a:lstStyle/>
        <a:p>
          <a:endParaRPr lang="it-IT"/>
        </a:p>
      </dgm:t>
    </dgm:pt>
    <dgm:pt modelId="{5A63F797-2DBC-4299-A417-ABDAC3A91617}" type="sibTrans" cxnId="{4A592363-D9CD-4502-89D9-D8E9B1214558}">
      <dgm:prSet/>
      <dgm:spPr/>
      <dgm:t>
        <a:bodyPr/>
        <a:lstStyle/>
        <a:p>
          <a:endParaRPr lang="it-IT"/>
        </a:p>
      </dgm:t>
    </dgm:pt>
    <dgm:pt modelId="{281CFF1C-DBF7-407D-B88F-2D18C0F630BA}">
      <dgm:prSet phldrT="[Testo]" phldr="0"/>
      <dgm:spPr/>
      <dgm:t>
        <a:bodyPr/>
        <a:lstStyle/>
        <a:p>
          <a:r>
            <a:rPr lang="it-IT" dirty="0"/>
            <a:t>Stabilità e robustezza</a:t>
          </a:r>
        </a:p>
      </dgm:t>
    </dgm:pt>
    <dgm:pt modelId="{7BEE4DA1-C521-4178-935A-9BA283E4F69B}" type="parTrans" cxnId="{74BF86FD-97E6-4630-9C84-A326724E2C99}">
      <dgm:prSet/>
      <dgm:spPr/>
      <dgm:t>
        <a:bodyPr/>
        <a:lstStyle/>
        <a:p>
          <a:endParaRPr lang="it-IT"/>
        </a:p>
      </dgm:t>
    </dgm:pt>
    <dgm:pt modelId="{C0C9679B-DA82-4D69-AAF1-4D71235261B7}" type="sibTrans" cxnId="{74BF86FD-97E6-4630-9C84-A326724E2C99}">
      <dgm:prSet/>
      <dgm:spPr/>
      <dgm:t>
        <a:bodyPr/>
        <a:lstStyle/>
        <a:p>
          <a:endParaRPr lang="it-IT"/>
        </a:p>
      </dgm:t>
    </dgm:pt>
    <dgm:pt modelId="{3E4D951D-E5A9-4DF6-B0F4-83C8FB837ED2}">
      <dgm:prSet phldrT="[Testo]" phldr="0"/>
      <dgm:spPr/>
      <dgm:t>
        <a:bodyPr/>
        <a:lstStyle/>
        <a:p>
          <a:r>
            <a:rPr lang="it-IT" dirty="0"/>
            <a:t>Minacce</a:t>
          </a:r>
        </a:p>
      </dgm:t>
    </dgm:pt>
    <dgm:pt modelId="{030645A1-1C97-4629-AEAC-93D9678322DE}" type="parTrans" cxnId="{9D84539F-D222-4F50-AC79-3D6243D6829F}">
      <dgm:prSet/>
      <dgm:spPr/>
      <dgm:t>
        <a:bodyPr/>
        <a:lstStyle/>
        <a:p>
          <a:endParaRPr lang="it-IT"/>
        </a:p>
      </dgm:t>
    </dgm:pt>
    <dgm:pt modelId="{C4102CBB-5618-430D-8EC6-C34DCD5C0594}" type="sibTrans" cxnId="{9D84539F-D222-4F50-AC79-3D6243D6829F}">
      <dgm:prSet/>
      <dgm:spPr/>
      <dgm:t>
        <a:bodyPr/>
        <a:lstStyle/>
        <a:p>
          <a:endParaRPr lang="it-IT"/>
        </a:p>
      </dgm:t>
    </dgm:pt>
    <dgm:pt modelId="{A73C3995-2B0F-442F-931F-865310AD3893}">
      <dgm:prSet phldrT="[Testo]" phldr="0"/>
      <dgm:spPr/>
      <dgm:t>
        <a:bodyPr/>
        <a:lstStyle/>
        <a:p>
          <a:r>
            <a:rPr lang="it-IT" dirty="0"/>
            <a:t>Allineamento umano</a:t>
          </a:r>
        </a:p>
      </dgm:t>
    </dgm:pt>
    <dgm:pt modelId="{D49D4565-6B00-471B-98D1-6A57C046F8CB}" type="parTrans" cxnId="{B018FA51-7CF6-45F7-A9CF-4F5FB2D93786}">
      <dgm:prSet/>
      <dgm:spPr/>
      <dgm:t>
        <a:bodyPr/>
        <a:lstStyle/>
        <a:p>
          <a:endParaRPr lang="it-IT"/>
        </a:p>
      </dgm:t>
    </dgm:pt>
    <dgm:pt modelId="{9E7B8513-F904-4A72-B0FF-27BBF1C638C0}" type="sibTrans" cxnId="{B018FA51-7CF6-45F7-A9CF-4F5FB2D93786}">
      <dgm:prSet/>
      <dgm:spPr/>
      <dgm:t>
        <a:bodyPr/>
        <a:lstStyle/>
        <a:p>
          <a:endParaRPr lang="it-IT"/>
        </a:p>
      </dgm:t>
    </dgm:pt>
    <dgm:pt modelId="{2F909751-EE14-4927-8389-80C94111A222}">
      <dgm:prSet phldrT="[Testo]" phldr="0"/>
      <dgm:spPr/>
      <dgm:t>
        <a:bodyPr/>
        <a:lstStyle/>
        <a:p>
          <a:r>
            <a:rPr lang="it-IT"/>
            <a:t>Affinità politica </a:t>
          </a:r>
          <a:endParaRPr lang="it-IT" dirty="0"/>
        </a:p>
      </dgm:t>
    </dgm:pt>
    <dgm:pt modelId="{B3E5569C-DDDA-4CC5-9DC1-5EA593A160E0}" type="parTrans" cxnId="{86627393-4B5D-4390-8C38-A9F3403B26B5}">
      <dgm:prSet/>
      <dgm:spPr/>
      <dgm:t>
        <a:bodyPr/>
        <a:lstStyle/>
        <a:p>
          <a:endParaRPr lang="it-IT"/>
        </a:p>
      </dgm:t>
    </dgm:pt>
    <dgm:pt modelId="{76C41A63-8F5C-4CB5-A030-46C4B1F42B56}" type="sibTrans" cxnId="{86627393-4B5D-4390-8C38-A9F3403B26B5}">
      <dgm:prSet/>
      <dgm:spPr/>
      <dgm:t>
        <a:bodyPr/>
        <a:lstStyle/>
        <a:p>
          <a:endParaRPr lang="it-IT"/>
        </a:p>
      </dgm:t>
    </dgm:pt>
    <dgm:pt modelId="{96F75573-76AE-4450-8B85-C57D7552FE30}" type="pres">
      <dgm:prSet presAssocID="{528616C0-8FCB-4A68-BCD6-087C448090B2}" presName="linearFlow" presStyleCnt="0">
        <dgm:presLayoutVars>
          <dgm:dir/>
          <dgm:animLvl val="lvl"/>
          <dgm:resizeHandles val="exact"/>
        </dgm:presLayoutVars>
      </dgm:prSet>
      <dgm:spPr/>
    </dgm:pt>
    <dgm:pt modelId="{0DF23557-FC3C-4D22-8E83-0C3F4905EF47}" type="pres">
      <dgm:prSet presAssocID="{91663C5E-0EFE-4B35-9E50-B01D6F84E758}" presName="composite" presStyleCnt="0"/>
      <dgm:spPr/>
    </dgm:pt>
    <dgm:pt modelId="{FA4B2B34-F0E3-4DA3-803B-BF43D413EB46}" type="pres">
      <dgm:prSet presAssocID="{91663C5E-0EFE-4B35-9E50-B01D6F84E758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0087BEA-463E-469E-9AD8-55FD2228C694}" type="pres">
      <dgm:prSet presAssocID="{91663C5E-0EFE-4B35-9E50-B01D6F84E758}" presName="parSh" presStyleLbl="node1" presStyleIdx="0" presStyleCnt="4"/>
      <dgm:spPr/>
    </dgm:pt>
    <dgm:pt modelId="{1940BD17-5F8E-4BFE-9263-F81622682B7A}" type="pres">
      <dgm:prSet presAssocID="{91663C5E-0EFE-4B35-9E50-B01D6F84E758}" presName="desTx" presStyleLbl="fgAcc1" presStyleIdx="0" presStyleCnt="4">
        <dgm:presLayoutVars>
          <dgm:bulletEnabled val="1"/>
        </dgm:presLayoutVars>
      </dgm:prSet>
      <dgm:spPr/>
    </dgm:pt>
    <dgm:pt modelId="{06A47E9C-60F0-43DF-8567-DB98E71DBF5F}" type="pres">
      <dgm:prSet presAssocID="{858CE155-CBDF-4496-B0E1-823C024725F5}" presName="sibTrans" presStyleLbl="sibTrans2D1" presStyleIdx="0" presStyleCnt="3"/>
      <dgm:spPr/>
    </dgm:pt>
    <dgm:pt modelId="{990A3403-D142-4DC3-A4E3-7551546010F0}" type="pres">
      <dgm:prSet presAssocID="{858CE155-CBDF-4496-B0E1-823C024725F5}" presName="connTx" presStyleLbl="sibTrans2D1" presStyleIdx="0" presStyleCnt="3"/>
      <dgm:spPr/>
    </dgm:pt>
    <dgm:pt modelId="{83E19BE7-D2D9-4FAD-8F3A-2694C8E2C101}" type="pres">
      <dgm:prSet presAssocID="{D4B72962-DBA9-432B-9FF4-52A0CF2FFE72}" presName="composite" presStyleCnt="0"/>
      <dgm:spPr/>
    </dgm:pt>
    <dgm:pt modelId="{79CD8364-CF26-4FEA-84B3-693D8E1EACBC}" type="pres">
      <dgm:prSet presAssocID="{D4B72962-DBA9-432B-9FF4-52A0CF2FFE72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3991BB-8981-4CF6-A384-9B7D22DB9FCE}" type="pres">
      <dgm:prSet presAssocID="{D4B72962-DBA9-432B-9FF4-52A0CF2FFE72}" presName="parSh" presStyleLbl="node1" presStyleIdx="1" presStyleCnt="4"/>
      <dgm:spPr/>
    </dgm:pt>
    <dgm:pt modelId="{D97C5A58-CF55-4DCD-A6C0-EFAF39ECE9B4}" type="pres">
      <dgm:prSet presAssocID="{D4B72962-DBA9-432B-9FF4-52A0CF2FFE72}" presName="desTx" presStyleLbl="fgAcc1" presStyleIdx="1" presStyleCnt="4">
        <dgm:presLayoutVars>
          <dgm:bulletEnabled val="1"/>
        </dgm:presLayoutVars>
      </dgm:prSet>
      <dgm:spPr/>
    </dgm:pt>
    <dgm:pt modelId="{295A6F93-A700-4896-B26F-F6D89D88AC0C}" type="pres">
      <dgm:prSet presAssocID="{870125EF-9D8E-48D2-9982-536CD146E06D}" presName="sibTrans" presStyleLbl="sibTrans2D1" presStyleIdx="1" presStyleCnt="3"/>
      <dgm:spPr/>
    </dgm:pt>
    <dgm:pt modelId="{1CDA6FD0-9D30-40F6-8D6C-5C7ACBB88D09}" type="pres">
      <dgm:prSet presAssocID="{870125EF-9D8E-48D2-9982-536CD146E06D}" presName="connTx" presStyleLbl="sibTrans2D1" presStyleIdx="1" presStyleCnt="3"/>
      <dgm:spPr/>
    </dgm:pt>
    <dgm:pt modelId="{43C667FB-13C2-4079-A78C-A4549B2E9A01}" type="pres">
      <dgm:prSet presAssocID="{78AB69DA-3F74-45A7-8A71-74E7BFDCE538}" presName="composite" presStyleCnt="0"/>
      <dgm:spPr/>
    </dgm:pt>
    <dgm:pt modelId="{4F4454A5-1A8A-4070-A0FB-462BC7B34EB9}" type="pres">
      <dgm:prSet presAssocID="{78AB69DA-3F74-45A7-8A71-74E7BFDCE538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E088815E-D57C-4B50-902E-3BC36DF44AF3}" type="pres">
      <dgm:prSet presAssocID="{78AB69DA-3F74-45A7-8A71-74E7BFDCE538}" presName="parSh" presStyleLbl="node1" presStyleIdx="2" presStyleCnt="4"/>
      <dgm:spPr/>
    </dgm:pt>
    <dgm:pt modelId="{D49A884B-4C4B-4C07-9133-52D60893DC14}" type="pres">
      <dgm:prSet presAssocID="{78AB69DA-3F74-45A7-8A71-74E7BFDCE538}" presName="desTx" presStyleLbl="fgAcc1" presStyleIdx="2" presStyleCnt="4">
        <dgm:presLayoutVars>
          <dgm:bulletEnabled val="1"/>
        </dgm:presLayoutVars>
      </dgm:prSet>
      <dgm:spPr/>
    </dgm:pt>
    <dgm:pt modelId="{AEE1D654-55EA-488A-80CB-1224714F85B6}" type="pres">
      <dgm:prSet presAssocID="{ED073C36-4034-49B6-8E57-62DB7CFB705F}" presName="sibTrans" presStyleLbl="sibTrans2D1" presStyleIdx="2" presStyleCnt="3"/>
      <dgm:spPr/>
    </dgm:pt>
    <dgm:pt modelId="{0968B66A-2A76-4451-937B-78FCF590B422}" type="pres">
      <dgm:prSet presAssocID="{ED073C36-4034-49B6-8E57-62DB7CFB705F}" presName="connTx" presStyleLbl="sibTrans2D1" presStyleIdx="2" presStyleCnt="3"/>
      <dgm:spPr/>
    </dgm:pt>
    <dgm:pt modelId="{35466488-E458-49F5-AA83-88AC73E72538}" type="pres">
      <dgm:prSet presAssocID="{87D8A2B4-E338-4860-9E1D-FED3A2B00953}" presName="composite" presStyleCnt="0"/>
      <dgm:spPr/>
    </dgm:pt>
    <dgm:pt modelId="{A7A3850E-3388-4042-B066-6E06F8EED442}" type="pres">
      <dgm:prSet presAssocID="{87D8A2B4-E338-4860-9E1D-FED3A2B00953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8CF4E0B-5F97-483B-96EE-4E3B2EBE4C86}" type="pres">
      <dgm:prSet presAssocID="{87D8A2B4-E338-4860-9E1D-FED3A2B00953}" presName="parSh" presStyleLbl="node1" presStyleIdx="3" presStyleCnt="4"/>
      <dgm:spPr/>
    </dgm:pt>
    <dgm:pt modelId="{44A6E372-3F6C-4A41-A8BC-EC594634FF3F}" type="pres">
      <dgm:prSet presAssocID="{87D8A2B4-E338-4860-9E1D-FED3A2B00953}" presName="desTx" presStyleLbl="fgAcc1" presStyleIdx="3" presStyleCnt="4">
        <dgm:presLayoutVars>
          <dgm:bulletEnabled val="1"/>
        </dgm:presLayoutVars>
      </dgm:prSet>
      <dgm:spPr/>
    </dgm:pt>
  </dgm:ptLst>
  <dgm:cxnLst>
    <dgm:cxn modelId="{FE161303-6C42-4AC9-A5AE-74EEAD0E0FC2}" type="presOf" srcId="{6E0408F1-E790-45A5-A7AF-E37472279BC3}" destId="{D49A884B-4C4B-4C07-9133-52D60893DC14}" srcOrd="0" destOrd="1" presId="urn:microsoft.com/office/officeart/2005/8/layout/process3"/>
    <dgm:cxn modelId="{A4EB910A-E4DA-4952-9CA0-6E08BCFDF5D4}" type="presOf" srcId="{78AB69DA-3F74-45A7-8A71-74E7BFDCE538}" destId="{4F4454A5-1A8A-4070-A0FB-462BC7B34EB9}" srcOrd="0" destOrd="0" presId="urn:microsoft.com/office/officeart/2005/8/layout/process3"/>
    <dgm:cxn modelId="{39A6BA15-5D6E-49B4-BA30-03730CFD6E71}" type="presOf" srcId="{870125EF-9D8E-48D2-9982-536CD146E06D}" destId="{295A6F93-A700-4896-B26F-F6D89D88AC0C}" srcOrd="0" destOrd="0" presId="urn:microsoft.com/office/officeart/2005/8/layout/process3"/>
    <dgm:cxn modelId="{A435431A-DE5E-4819-AD01-67E2185B8A0A}" srcId="{D4B72962-DBA9-432B-9FF4-52A0CF2FFE72}" destId="{8B2D41A5-17FA-4B5D-9ECF-D6A40D56F8E8}" srcOrd="1" destOrd="0" parTransId="{8CADBE3B-5F51-4EB4-8E2E-352B39559FB0}" sibTransId="{FCFE54F2-5A6D-454D-96E7-91C970F0C48E}"/>
    <dgm:cxn modelId="{B9A0691C-567B-4F3E-A3DD-39E03038956E}" type="presOf" srcId="{870125EF-9D8E-48D2-9982-536CD146E06D}" destId="{1CDA6FD0-9D30-40F6-8D6C-5C7ACBB88D09}" srcOrd="1" destOrd="0" presId="urn:microsoft.com/office/officeart/2005/8/layout/process3"/>
    <dgm:cxn modelId="{0813F21E-D5DD-4447-9CAB-285919B694D7}" type="presOf" srcId="{D4B72962-DBA9-432B-9FF4-52A0CF2FFE72}" destId="{79CD8364-CF26-4FEA-84B3-693D8E1EACBC}" srcOrd="0" destOrd="0" presId="urn:microsoft.com/office/officeart/2005/8/layout/process3"/>
    <dgm:cxn modelId="{6DB40226-7475-4DD1-BF66-EA477167C19F}" type="presOf" srcId="{858CE155-CBDF-4496-B0E1-823C024725F5}" destId="{990A3403-D142-4DC3-A4E3-7551546010F0}" srcOrd="1" destOrd="0" presId="urn:microsoft.com/office/officeart/2005/8/layout/process3"/>
    <dgm:cxn modelId="{9D267F2A-8AE5-41D3-9623-615DD963D236}" srcId="{D4B72962-DBA9-432B-9FF4-52A0CF2FFE72}" destId="{EFCF1CF1-8665-408E-BB85-C8CC7F39F16C}" srcOrd="0" destOrd="0" parTransId="{FA2BE32A-C2EF-43C8-8121-2A2D61F2841B}" sibTransId="{C3CD3BA5-2E57-4C48-9F84-C55E907D2643}"/>
    <dgm:cxn modelId="{E5FD292B-B4CD-424F-ABBB-742B9AF78131}" type="presOf" srcId="{91663C5E-0EFE-4B35-9E50-B01D6F84E758}" destId="{FA4B2B34-F0E3-4DA3-803B-BF43D413EB46}" srcOrd="0" destOrd="0" presId="urn:microsoft.com/office/officeart/2005/8/layout/process3"/>
    <dgm:cxn modelId="{D7B65733-2457-47B4-914E-80D17637EC85}" srcId="{78AB69DA-3F74-45A7-8A71-74E7BFDCE538}" destId="{6E0408F1-E790-45A5-A7AF-E37472279BC3}" srcOrd="1" destOrd="0" parTransId="{4D4520B4-6001-45F5-A3FE-A3AAF434A354}" sibTransId="{53221F28-ED01-43E6-9515-6891122F7177}"/>
    <dgm:cxn modelId="{A8EA2734-4166-45BE-8A64-0C963EA84A5C}" type="presOf" srcId="{87D8A2B4-E338-4860-9E1D-FED3A2B00953}" destId="{A7A3850E-3388-4042-B066-6E06F8EED442}" srcOrd="0" destOrd="0" presId="urn:microsoft.com/office/officeart/2005/8/layout/process3"/>
    <dgm:cxn modelId="{8A058534-3A20-4E0C-B00A-D27A9B2E06A1}" type="presOf" srcId="{E17FE759-7CE3-4484-BB77-950E8785EA46}" destId="{D49A884B-4C4B-4C07-9133-52D60893DC14}" srcOrd="0" destOrd="2" presId="urn:microsoft.com/office/officeart/2005/8/layout/process3"/>
    <dgm:cxn modelId="{B8AE7F37-2F50-4375-B5F0-DBDC8BB8FB3A}" type="presOf" srcId="{D45AA0D2-715D-4BAE-9E25-B6ADB3FD4117}" destId="{D97C5A58-CF55-4DCD-A6C0-EFAF39ECE9B4}" srcOrd="0" destOrd="3" presId="urn:microsoft.com/office/officeart/2005/8/layout/process3"/>
    <dgm:cxn modelId="{FEE4C23C-91FC-4CD8-9914-F0D47B3B3F89}" srcId="{87D8A2B4-E338-4860-9E1D-FED3A2B00953}" destId="{CA9C79CC-E10F-49F9-BBA8-868606DE16C1}" srcOrd="0" destOrd="0" parTransId="{1796521A-2E66-4CF5-80DF-AB5A1CE2E6AC}" sibTransId="{9B8D775D-19E4-4AC1-9B12-7F1FE22B8BAB}"/>
    <dgm:cxn modelId="{0FE52A5B-4E97-4EC9-A502-B5DEAE15A073}" type="presOf" srcId="{2F909751-EE14-4927-8389-80C94111A222}" destId="{44A6E372-3F6C-4A41-A8BC-EC594634FF3F}" srcOrd="0" destOrd="5" presId="urn:microsoft.com/office/officeart/2005/8/layout/process3"/>
    <dgm:cxn modelId="{D03EA95F-BDFB-4736-A581-25741436C332}" srcId="{91663C5E-0EFE-4B35-9E50-B01D6F84E758}" destId="{ED53787A-D020-4A9A-9738-8A374B6891FD}" srcOrd="2" destOrd="0" parTransId="{21EFD212-E0F3-4247-93A0-9C443FB04D61}" sibTransId="{FAC9431E-7C56-43CD-ABD9-8CED2AB4E0A8}"/>
    <dgm:cxn modelId="{C317BE60-EF06-4896-851C-A5FD8C8C37CE}" type="presOf" srcId="{ED073C36-4034-49B6-8E57-62DB7CFB705F}" destId="{AEE1D654-55EA-488A-80CB-1224714F85B6}" srcOrd="0" destOrd="0" presId="urn:microsoft.com/office/officeart/2005/8/layout/process3"/>
    <dgm:cxn modelId="{0E072361-8EAC-4142-978B-48DC043AC4F9}" type="presOf" srcId="{191DF802-26D2-4637-A4BA-46CF87F07625}" destId="{D49A884B-4C4B-4C07-9133-52D60893DC14}" srcOrd="0" destOrd="0" presId="urn:microsoft.com/office/officeart/2005/8/layout/process3"/>
    <dgm:cxn modelId="{4A592363-D9CD-4502-89D9-D8E9B1214558}" srcId="{87D8A2B4-E338-4860-9E1D-FED3A2B00953}" destId="{89EFFB21-1547-46C0-837F-88A854B5CA8D}" srcOrd="1" destOrd="0" parTransId="{41C3BF67-804E-4B9B-98DB-EEB4A2C22BD1}" sibTransId="{5A63F797-2DBC-4299-A417-ABDAC3A91617}"/>
    <dgm:cxn modelId="{2DB08F63-F04F-4C83-B215-FCF5B64CCC4B}" type="presOf" srcId="{91663C5E-0EFE-4B35-9E50-B01D6F84E758}" destId="{60087BEA-463E-469E-9AD8-55FD2228C694}" srcOrd="1" destOrd="0" presId="urn:microsoft.com/office/officeart/2005/8/layout/process3"/>
    <dgm:cxn modelId="{5270C04A-8B32-461A-A02E-649FD3D9750C}" type="presOf" srcId="{9DF6A54E-8B5B-487D-80CA-A8BF74EA46BD}" destId="{1940BD17-5F8E-4BFE-9263-F81622682B7A}" srcOrd="0" destOrd="1" presId="urn:microsoft.com/office/officeart/2005/8/layout/process3"/>
    <dgm:cxn modelId="{339D0A6E-ED63-4DAF-B3EA-E07062ACC540}" srcId="{528616C0-8FCB-4A68-BCD6-087C448090B2}" destId="{78AB69DA-3F74-45A7-8A71-74E7BFDCE538}" srcOrd="2" destOrd="0" parTransId="{B094930D-167C-45B9-80DE-7A6C57C59F09}" sibTransId="{ED073C36-4034-49B6-8E57-62DB7CFB705F}"/>
    <dgm:cxn modelId="{9D0E7C4E-3784-4593-8718-F2B0B29EA965}" srcId="{78AB69DA-3F74-45A7-8A71-74E7BFDCE538}" destId="{E17FE759-7CE3-4484-BB77-950E8785EA46}" srcOrd="2" destOrd="0" parTransId="{2530F50F-036A-46B6-88C7-D2989617682A}" sibTransId="{32D5AB6B-FF01-4A91-BCCF-16BDE66B2F93}"/>
    <dgm:cxn modelId="{3BDBC771-33D3-4E3A-AE9F-616A52176DE1}" type="presOf" srcId="{3E4D951D-E5A9-4DF6-B0F4-83C8FB837ED2}" destId="{44A6E372-3F6C-4A41-A8BC-EC594634FF3F}" srcOrd="0" destOrd="3" presId="urn:microsoft.com/office/officeart/2005/8/layout/process3"/>
    <dgm:cxn modelId="{B018FA51-7CF6-45F7-A9CF-4F5FB2D93786}" srcId="{87D8A2B4-E338-4860-9E1D-FED3A2B00953}" destId="{A73C3995-2B0F-442F-931F-865310AD3893}" srcOrd="4" destOrd="0" parTransId="{D49D4565-6B00-471B-98D1-6A57C046F8CB}" sibTransId="{9E7B8513-F904-4A72-B0FF-27BBF1C638C0}"/>
    <dgm:cxn modelId="{D2894953-F2CF-4EFA-85F6-61BFA23D41D3}" type="presOf" srcId="{89EFFB21-1547-46C0-837F-88A854B5CA8D}" destId="{44A6E372-3F6C-4A41-A8BC-EC594634FF3F}" srcOrd="0" destOrd="1" presId="urn:microsoft.com/office/officeart/2005/8/layout/process3"/>
    <dgm:cxn modelId="{DE21E373-8DE3-4FB6-B83A-C53951FDC7F0}" type="presOf" srcId="{A73C3995-2B0F-442F-931F-865310AD3893}" destId="{44A6E372-3F6C-4A41-A8BC-EC594634FF3F}" srcOrd="0" destOrd="4" presId="urn:microsoft.com/office/officeart/2005/8/layout/process3"/>
    <dgm:cxn modelId="{EDEAEC53-65F9-4379-A754-361B8D2CF5DA}" srcId="{91663C5E-0EFE-4B35-9E50-B01D6F84E758}" destId="{776A9D23-B172-4E51-A131-FCAB99D5B2AE}" srcOrd="0" destOrd="0" parTransId="{33752398-4541-4D58-9E50-7B17A73FC241}" sibTransId="{A2EF5DE1-89B8-4EF9-B03D-CF6D70391904}"/>
    <dgm:cxn modelId="{B210D27D-65C4-4338-8BAC-8E43F2EBB897}" srcId="{D4B72962-DBA9-432B-9FF4-52A0CF2FFE72}" destId="{E321ADB0-5B34-41F9-9D6B-069B057061CC}" srcOrd="2" destOrd="0" parTransId="{F16580B9-71C6-4EB0-B6CA-49378E7C2002}" sibTransId="{67E2D22E-5CF3-4AF4-9903-DC7D07D05AFF}"/>
    <dgm:cxn modelId="{6C60B388-D574-4625-8951-BBFC180CA3AF}" type="presOf" srcId="{E321ADB0-5B34-41F9-9D6B-069B057061CC}" destId="{D97C5A58-CF55-4DCD-A6C0-EFAF39ECE9B4}" srcOrd="0" destOrd="2" presId="urn:microsoft.com/office/officeart/2005/8/layout/process3"/>
    <dgm:cxn modelId="{4A27538C-6BD6-4C6E-904C-6B65C575B8C1}" type="presOf" srcId="{281CFF1C-DBF7-407D-B88F-2D18C0F630BA}" destId="{44A6E372-3F6C-4A41-A8BC-EC594634FF3F}" srcOrd="0" destOrd="2" presId="urn:microsoft.com/office/officeart/2005/8/layout/process3"/>
    <dgm:cxn modelId="{86627393-4B5D-4390-8C38-A9F3403B26B5}" srcId="{87D8A2B4-E338-4860-9E1D-FED3A2B00953}" destId="{2F909751-EE14-4927-8389-80C94111A222}" srcOrd="5" destOrd="0" parTransId="{B3E5569C-DDDA-4CC5-9DC1-5EA593A160E0}" sibTransId="{76C41A63-8F5C-4CB5-A030-46C4B1F42B56}"/>
    <dgm:cxn modelId="{A8739593-3679-469E-9323-CB42E9784115}" type="presOf" srcId="{78AB69DA-3F74-45A7-8A71-74E7BFDCE538}" destId="{E088815E-D57C-4B50-902E-3BC36DF44AF3}" srcOrd="1" destOrd="0" presId="urn:microsoft.com/office/officeart/2005/8/layout/process3"/>
    <dgm:cxn modelId="{D2B27D94-5E15-4C94-AF57-EA06C1B087A7}" srcId="{78AB69DA-3F74-45A7-8A71-74E7BFDCE538}" destId="{191DF802-26D2-4637-A4BA-46CF87F07625}" srcOrd="0" destOrd="0" parTransId="{14B2419C-6C82-4D8E-9BE5-6DBDBC2EC752}" sibTransId="{5E99FCCC-395A-40DD-8717-DC5FC79E3406}"/>
    <dgm:cxn modelId="{F283BC9C-F992-4D89-8219-4A717D36449E}" type="presOf" srcId="{EFCF1CF1-8665-408E-BB85-C8CC7F39F16C}" destId="{D97C5A58-CF55-4DCD-A6C0-EFAF39ECE9B4}" srcOrd="0" destOrd="0" presId="urn:microsoft.com/office/officeart/2005/8/layout/process3"/>
    <dgm:cxn modelId="{9D84539F-D222-4F50-AC79-3D6243D6829F}" srcId="{87D8A2B4-E338-4860-9E1D-FED3A2B00953}" destId="{3E4D951D-E5A9-4DF6-B0F4-83C8FB837ED2}" srcOrd="3" destOrd="0" parTransId="{030645A1-1C97-4629-AEAC-93D9678322DE}" sibTransId="{C4102CBB-5618-430D-8EC6-C34DCD5C0594}"/>
    <dgm:cxn modelId="{C1DE16A0-E0FD-4BC7-9E97-1C5D85B32D29}" type="presOf" srcId="{776A9D23-B172-4E51-A131-FCAB99D5B2AE}" destId="{1940BD17-5F8E-4BFE-9263-F81622682B7A}" srcOrd="0" destOrd="0" presId="urn:microsoft.com/office/officeart/2005/8/layout/process3"/>
    <dgm:cxn modelId="{5507F2AC-0A9D-43AF-AB1E-173CF5BFEE08}" srcId="{528616C0-8FCB-4A68-BCD6-087C448090B2}" destId="{91663C5E-0EFE-4B35-9E50-B01D6F84E758}" srcOrd="0" destOrd="0" parTransId="{B65EC3B2-C32E-4904-815B-CDA2F0D33563}" sibTransId="{858CE155-CBDF-4496-B0E1-823C024725F5}"/>
    <dgm:cxn modelId="{CC902BBE-9834-4826-A0CF-FDC32F638229}" type="presOf" srcId="{ED073C36-4034-49B6-8E57-62DB7CFB705F}" destId="{0968B66A-2A76-4451-937B-78FCF590B422}" srcOrd="1" destOrd="0" presId="urn:microsoft.com/office/officeart/2005/8/layout/process3"/>
    <dgm:cxn modelId="{8D4B35C3-A817-434A-9EDC-B2713F71346E}" type="presOf" srcId="{D4B72962-DBA9-432B-9FF4-52A0CF2FFE72}" destId="{D73991BB-8981-4CF6-A384-9B7D22DB9FCE}" srcOrd="1" destOrd="0" presId="urn:microsoft.com/office/officeart/2005/8/layout/process3"/>
    <dgm:cxn modelId="{7EB2C2C4-DE8A-4CFF-9A88-FC5D79B42BC1}" srcId="{528616C0-8FCB-4A68-BCD6-087C448090B2}" destId="{87D8A2B4-E338-4860-9E1D-FED3A2B00953}" srcOrd="3" destOrd="0" parTransId="{BFDFA0BD-7587-4ED6-AD99-6EE36A320651}" sibTransId="{1A1BD538-297D-48F7-9D79-22B240B0BEE3}"/>
    <dgm:cxn modelId="{F1D540E2-CC84-46FA-B9B2-E7BA1AF91ED2}" srcId="{528616C0-8FCB-4A68-BCD6-087C448090B2}" destId="{D4B72962-DBA9-432B-9FF4-52A0CF2FFE72}" srcOrd="1" destOrd="0" parTransId="{DD444A22-FFE0-4A27-8963-58E22705A7C0}" sibTransId="{870125EF-9D8E-48D2-9982-536CD146E06D}"/>
    <dgm:cxn modelId="{6610B8F1-A078-4626-BA0B-A3624BCC9AD5}" type="presOf" srcId="{87D8A2B4-E338-4860-9E1D-FED3A2B00953}" destId="{C8CF4E0B-5F97-483B-96EE-4E3B2EBE4C86}" srcOrd="1" destOrd="0" presId="urn:microsoft.com/office/officeart/2005/8/layout/process3"/>
    <dgm:cxn modelId="{DB66DFF2-7A58-427B-BCB6-058685A88572}" srcId="{D4B72962-DBA9-432B-9FF4-52A0CF2FFE72}" destId="{D45AA0D2-715D-4BAE-9E25-B6ADB3FD4117}" srcOrd="3" destOrd="0" parTransId="{D688A031-17D9-4441-987C-D34718925E95}" sibTransId="{A0673811-6A75-4183-BCD6-C00BC07EB680}"/>
    <dgm:cxn modelId="{A22047F6-3DAF-4209-BE79-32ADDC615BF3}" type="presOf" srcId="{CA9C79CC-E10F-49F9-BBA8-868606DE16C1}" destId="{44A6E372-3F6C-4A41-A8BC-EC594634FF3F}" srcOrd="0" destOrd="0" presId="urn:microsoft.com/office/officeart/2005/8/layout/process3"/>
    <dgm:cxn modelId="{10D78CF8-8003-4ABE-A4B6-1475310FA564}" type="presOf" srcId="{ED53787A-D020-4A9A-9738-8A374B6891FD}" destId="{1940BD17-5F8E-4BFE-9263-F81622682B7A}" srcOrd="0" destOrd="2" presId="urn:microsoft.com/office/officeart/2005/8/layout/process3"/>
    <dgm:cxn modelId="{F28A53FB-35DD-4395-A2E0-D58ECCBFADA5}" type="presOf" srcId="{8B2D41A5-17FA-4B5D-9ECF-D6A40D56F8E8}" destId="{D97C5A58-CF55-4DCD-A6C0-EFAF39ECE9B4}" srcOrd="0" destOrd="1" presId="urn:microsoft.com/office/officeart/2005/8/layout/process3"/>
    <dgm:cxn modelId="{AEBEADFB-6C9D-4BB4-B552-899E93F2BE29}" type="presOf" srcId="{858CE155-CBDF-4496-B0E1-823C024725F5}" destId="{06A47E9C-60F0-43DF-8567-DB98E71DBF5F}" srcOrd="0" destOrd="0" presId="urn:microsoft.com/office/officeart/2005/8/layout/process3"/>
    <dgm:cxn modelId="{DCA8F1FC-4371-4E0D-B948-D9586DA987AA}" type="presOf" srcId="{528616C0-8FCB-4A68-BCD6-087C448090B2}" destId="{96F75573-76AE-4450-8B85-C57D7552FE30}" srcOrd="0" destOrd="0" presId="urn:microsoft.com/office/officeart/2005/8/layout/process3"/>
    <dgm:cxn modelId="{74BF86FD-97E6-4630-9C84-A326724E2C99}" srcId="{87D8A2B4-E338-4860-9E1D-FED3A2B00953}" destId="{281CFF1C-DBF7-407D-B88F-2D18C0F630BA}" srcOrd="2" destOrd="0" parTransId="{7BEE4DA1-C521-4178-935A-9BA283E4F69B}" sibTransId="{C0C9679B-DA82-4D69-AAF1-4D71235261B7}"/>
    <dgm:cxn modelId="{84E787FE-AD48-45AF-9B11-5E59E7F3015E}" srcId="{91663C5E-0EFE-4B35-9E50-B01D6F84E758}" destId="{9DF6A54E-8B5B-487D-80CA-A8BF74EA46BD}" srcOrd="1" destOrd="0" parTransId="{7B7FB55C-CACF-4AD5-A15D-01232F37DE77}" sibTransId="{CF3802FF-E219-4754-84C5-21EC8FD660F1}"/>
    <dgm:cxn modelId="{82393DFE-71C5-4549-803B-121309411063}" type="presParOf" srcId="{96F75573-76AE-4450-8B85-C57D7552FE30}" destId="{0DF23557-FC3C-4D22-8E83-0C3F4905EF47}" srcOrd="0" destOrd="0" presId="urn:microsoft.com/office/officeart/2005/8/layout/process3"/>
    <dgm:cxn modelId="{E6D91A6B-EB7C-4C18-95DC-A02DFF82154B}" type="presParOf" srcId="{0DF23557-FC3C-4D22-8E83-0C3F4905EF47}" destId="{FA4B2B34-F0E3-4DA3-803B-BF43D413EB46}" srcOrd="0" destOrd="0" presId="urn:microsoft.com/office/officeart/2005/8/layout/process3"/>
    <dgm:cxn modelId="{52DB4F7E-F47E-4A64-AF3B-7393DAEFDD8A}" type="presParOf" srcId="{0DF23557-FC3C-4D22-8E83-0C3F4905EF47}" destId="{60087BEA-463E-469E-9AD8-55FD2228C694}" srcOrd="1" destOrd="0" presId="urn:microsoft.com/office/officeart/2005/8/layout/process3"/>
    <dgm:cxn modelId="{4B89305E-F0C9-49EF-9DE2-04CFB8A21B1A}" type="presParOf" srcId="{0DF23557-FC3C-4D22-8E83-0C3F4905EF47}" destId="{1940BD17-5F8E-4BFE-9263-F81622682B7A}" srcOrd="2" destOrd="0" presId="urn:microsoft.com/office/officeart/2005/8/layout/process3"/>
    <dgm:cxn modelId="{AB9D77A9-BFEC-49FC-9AE2-94CE5AFFF1BC}" type="presParOf" srcId="{96F75573-76AE-4450-8B85-C57D7552FE30}" destId="{06A47E9C-60F0-43DF-8567-DB98E71DBF5F}" srcOrd="1" destOrd="0" presId="urn:microsoft.com/office/officeart/2005/8/layout/process3"/>
    <dgm:cxn modelId="{8FEB066F-E2E3-400F-B8D9-B9D4E5AA3CC5}" type="presParOf" srcId="{06A47E9C-60F0-43DF-8567-DB98E71DBF5F}" destId="{990A3403-D142-4DC3-A4E3-7551546010F0}" srcOrd="0" destOrd="0" presId="urn:microsoft.com/office/officeart/2005/8/layout/process3"/>
    <dgm:cxn modelId="{0EA8F003-F4C3-411D-A464-704105EE33C1}" type="presParOf" srcId="{96F75573-76AE-4450-8B85-C57D7552FE30}" destId="{83E19BE7-D2D9-4FAD-8F3A-2694C8E2C101}" srcOrd="2" destOrd="0" presId="urn:microsoft.com/office/officeart/2005/8/layout/process3"/>
    <dgm:cxn modelId="{D64525A8-5DE9-4FB1-864B-33469FB6C14D}" type="presParOf" srcId="{83E19BE7-D2D9-4FAD-8F3A-2694C8E2C101}" destId="{79CD8364-CF26-4FEA-84B3-693D8E1EACBC}" srcOrd="0" destOrd="0" presId="urn:microsoft.com/office/officeart/2005/8/layout/process3"/>
    <dgm:cxn modelId="{C8254A9E-BB4D-4A5D-AF73-4F9E49A344E6}" type="presParOf" srcId="{83E19BE7-D2D9-4FAD-8F3A-2694C8E2C101}" destId="{D73991BB-8981-4CF6-A384-9B7D22DB9FCE}" srcOrd="1" destOrd="0" presId="urn:microsoft.com/office/officeart/2005/8/layout/process3"/>
    <dgm:cxn modelId="{FAF852AB-40AA-417A-8C57-F9224594860D}" type="presParOf" srcId="{83E19BE7-D2D9-4FAD-8F3A-2694C8E2C101}" destId="{D97C5A58-CF55-4DCD-A6C0-EFAF39ECE9B4}" srcOrd="2" destOrd="0" presId="urn:microsoft.com/office/officeart/2005/8/layout/process3"/>
    <dgm:cxn modelId="{87CF9BE4-A97F-4574-9577-590989BD2C1C}" type="presParOf" srcId="{96F75573-76AE-4450-8B85-C57D7552FE30}" destId="{295A6F93-A700-4896-B26F-F6D89D88AC0C}" srcOrd="3" destOrd="0" presId="urn:microsoft.com/office/officeart/2005/8/layout/process3"/>
    <dgm:cxn modelId="{43F27936-53E3-4619-9564-38EA8E5008CC}" type="presParOf" srcId="{295A6F93-A700-4896-B26F-F6D89D88AC0C}" destId="{1CDA6FD0-9D30-40F6-8D6C-5C7ACBB88D09}" srcOrd="0" destOrd="0" presId="urn:microsoft.com/office/officeart/2005/8/layout/process3"/>
    <dgm:cxn modelId="{4B8D2C66-2704-4B4D-A50B-0BFA9CBE3E72}" type="presParOf" srcId="{96F75573-76AE-4450-8B85-C57D7552FE30}" destId="{43C667FB-13C2-4079-A78C-A4549B2E9A01}" srcOrd="4" destOrd="0" presId="urn:microsoft.com/office/officeart/2005/8/layout/process3"/>
    <dgm:cxn modelId="{D89B6581-25E5-4132-B04D-D2E8CCAA866A}" type="presParOf" srcId="{43C667FB-13C2-4079-A78C-A4549B2E9A01}" destId="{4F4454A5-1A8A-4070-A0FB-462BC7B34EB9}" srcOrd="0" destOrd="0" presId="urn:microsoft.com/office/officeart/2005/8/layout/process3"/>
    <dgm:cxn modelId="{1D96D3A5-E1CB-4018-B6D8-91C6507B1C49}" type="presParOf" srcId="{43C667FB-13C2-4079-A78C-A4549B2E9A01}" destId="{E088815E-D57C-4B50-902E-3BC36DF44AF3}" srcOrd="1" destOrd="0" presId="urn:microsoft.com/office/officeart/2005/8/layout/process3"/>
    <dgm:cxn modelId="{E8FF5261-E848-4C0D-BAE5-7771602782AE}" type="presParOf" srcId="{43C667FB-13C2-4079-A78C-A4549B2E9A01}" destId="{D49A884B-4C4B-4C07-9133-52D60893DC14}" srcOrd="2" destOrd="0" presId="urn:microsoft.com/office/officeart/2005/8/layout/process3"/>
    <dgm:cxn modelId="{73F4777F-C3AF-419A-885C-790C429996C8}" type="presParOf" srcId="{96F75573-76AE-4450-8B85-C57D7552FE30}" destId="{AEE1D654-55EA-488A-80CB-1224714F85B6}" srcOrd="5" destOrd="0" presId="urn:microsoft.com/office/officeart/2005/8/layout/process3"/>
    <dgm:cxn modelId="{2256B964-89F8-490B-B660-061F9DF6A424}" type="presParOf" srcId="{AEE1D654-55EA-488A-80CB-1224714F85B6}" destId="{0968B66A-2A76-4451-937B-78FCF590B422}" srcOrd="0" destOrd="0" presId="urn:microsoft.com/office/officeart/2005/8/layout/process3"/>
    <dgm:cxn modelId="{BDCC45DE-2F7A-4CB4-8B31-ED894BC57C0F}" type="presParOf" srcId="{96F75573-76AE-4450-8B85-C57D7552FE30}" destId="{35466488-E458-49F5-AA83-88AC73E72538}" srcOrd="6" destOrd="0" presId="urn:microsoft.com/office/officeart/2005/8/layout/process3"/>
    <dgm:cxn modelId="{BA8700B2-44E9-44F0-893A-4B30C13EC542}" type="presParOf" srcId="{35466488-E458-49F5-AA83-88AC73E72538}" destId="{A7A3850E-3388-4042-B066-6E06F8EED442}" srcOrd="0" destOrd="0" presId="urn:microsoft.com/office/officeart/2005/8/layout/process3"/>
    <dgm:cxn modelId="{6D66EACC-3F60-417E-B76F-FBACE93BC7C7}" type="presParOf" srcId="{35466488-E458-49F5-AA83-88AC73E72538}" destId="{C8CF4E0B-5F97-483B-96EE-4E3B2EBE4C86}" srcOrd="1" destOrd="0" presId="urn:microsoft.com/office/officeart/2005/8/layout/process3"/>
    <dgm:cxn modelId="{EB469CA6-E8B0-452B-A7D8-2FF5B3E8A753}" type="presParOf" srcId="{35466488-E458-49F5-AA83-88AC73E72538}" destId="{44A6E372-3F6C-4A41-A8BC-EC594634FF3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0.xml><?xml version="1.0" encoding="utf-8"?>
<dgm:dataModel xmlns:dgm="http://schemas.openxmlformats.org/drawingml/2006/diagram" xmlns:a="http://schemas.openxmlformats.org/drawingml/2006/main">
  <dgm:ptLst>
    <dgm:pt modelId="{71B301C8-3275-4AF2-8CFC-6E4A9906CE53}" type="doc">
      <dgm:prSet loTypeId="urn:microsoft.com/office/officeart/2005/8/layout/list1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B2B8548D-10E5-47C0-A9BE-2AD8B21E01CD}">
      <dgm:prSet/>
      <dgm:spPr>
        <a:solidFill>
          <a:srgbClr val="B2AAB3"/>
        </a:solidFill>
      </dgm:spPr>
      <dgm:t>
        <a:bodyPr/>
        <a:lstStyle/>
        <a:p>
          <a:r>
            <a:rPr lang="it-IT" b="0" i="0" baseline="0" dirty="0">
              <a:solidFill>
                <a:schemeClr val="tx1"/>
              </a:solidFill>
              <a:latin typeface="+mn-lt"/>
            </a:rPr>
            <a:t>La JSD</a:t>
          </a:r>
          <a:r>
            <a:rPr lang="it-IT" b="1" dirty="0">
              <a:solidFill>
                <a:schemeClr val="tx1"/>
              </a:solidFill>
              <a:latin typeface="+mn-lt"/>
            </a:rPr>
            <a:t> </a:t>
          </a:r>
          <a:r>
            <a:rPr lang="it-IT" dirty="0">
              <a:solidFill>
                <a:schemeClr val="tx1"/>
              </a:solidFill>
              <a:latin typeface="+mn-lt"/>
            </a:rPr>
            <a:t>è una metrica </a:t>
          </a:r>
          <a:r>
            <a:rPr lang="it-IT" b="1" dirty="0">
              <a:solidFill>
                <a:schemeClr val="tx1"/>
              </a:solidFill>
              <a:latin typeface="+mn-lt"/>
            </a:rPr>
            <a:t>continua </a:t>
          </a:r>
          <a:r>
            <a:rPr lang="it-IT" dirty="0">
              <a:solidFill>
                <a:schemeClr val="tx1"/>
              </a:solidFill>
              <a:latin typeface="+mn-lt"/>
            </a:rPr>
            <a:t>tra 0 e 1: </a:t>
          </a:r>
        </a:p>
      </dgm:t>
    </dgm:pt>
    <dgm:pt modelId="{C6124D92-6DB9-4891-9C6A-87B25B9B5E8C}" type="parTrans" cxnId="{CAABA281-4E39-405B-B477-A60DED7B991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B318B5E-6ABB-4839-92DB-B306F2C81998}" type="sibTrans" cxnId="{CAABA281-4E39-405B-B477-A60DED7B991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31E32A7-A721-4C7C-8262-7068EC4535C5}">
      <dgm:prSet/>
      <dgm:spPr/>
      <dgm:t>
        <a:bodyPr/>
        <a:lstStyle/>
        <a:p>
          <a:pPr>
            <a:buNone/>
          </a:pPr>
          <a:r>
            <a:rPr lang="it-IT" dirty="0">
              <a:latin typeface="+mn-lt"/>
            </a:rPr>
            <a:t>Più è vicino a 0, meno il modello si è lasciato influenzare.</a:t>
          </a:r>
        </a:p>
      </dgm:t>
    </dgm:pt>
    <dgm:pt modelId="{F25A4083-A41B-45F9-AA51-ABE483BAE49C}" type="parTrans" cxnId="{75CF74CD-A4C5-450A-AA4C-527ED5F78E9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AAACE222-D5C9-40D0-A627-3FF00DEE9F4B}" type="sibTrans" cxnId="{75CF74CD-A4C5-450A-AA4C-527ED5F78E96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4BE06FA8-2197-49B9-A3BD-4B2A8EAA3C2D}">
      <dgm:prSet/>
      <dgm:spPr>
        <a:solidFill>
          <a:srgbClr val="B2AAB3"/>
        </a:solidFill>
      </dgm:spPr>
      <dgm:t>
        <a:bodyPr/>
        <a:lstStyle/>
        <a:p>
          <a:r>
            <a:rPr lang="it-IT" b="1" dirty="0">
              <a:solidFill>
                <a:schemeClr val="tx1"/>
              </a:solidFill>
              <a:latin typeface="+mn-lt"/>
            </a:rPr>
            <a:t>Soglie di sensibilità</a:t>
          </a:r>
          <a:r>
            <a:rPr lang="it-IT" dirty="0">
              <a:solidFill>
                <a:schemeClr val="tx1"/>
              </a:solidFill>
              <a:latin typeface="+mn-lt"/>
            </a:rPr>
            <a:t> empiriche:</a:t>
          </a:r>
        </a:p>
      </dgm:t>
    </dgm:pt>
    <dgm:pt modelId="{7F7D37CC-4A4B-43E5-82C3-88A245FDB1E4}" type="parTrans" cxnId="{0D83328B-F911-45B5-8D89-624C16D8C51D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55650E79-0243-404F-B3B6-3051288C688A}" type="sibTrans" cxnId="{0D83328B-F911-45B5-8D89-624C16D8C51D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7B1E4F86-CEC8-4A1D-9E6F-A75F5DAAD70C}">
      <dgm:prSet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D2566EF4-DC92-4518-ACC3-ED6DEB6C5733}" type="parTrans" cxnId="{01316ADE-7C86-4E02-ACED-E4C2226FE4B1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31E7882E-51F1-4FDC-9A47-BB1CB99E04A3}" type="sibTrans" cxnId="{01316ADE-7C86-4E02-ACED-E4C2226FE4B1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0E7C9238-A109-4E65-B374-188CCBE3383F}">
      <dgm:prSet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734AFBDE-A274-4980-9883-E8D011929585}" type="parTrans" cxnId="{32C07D07-322A-45D5-AE85-E037B407917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0D400664-F7E6-4B33-8168-B4EA77FF082E}" type="sibTrans" cxnId="{32C07D07-322A-45D5-AE85-E037B407917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C1B12006-D204-4CD9-AB62-F08CF2726047}">
      <dgm:prSet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B8262D9D-1807-4508-BD4B-53E9CA15AF77}" type="parTrans" cxnId="{60FF78BE-B7F4-4EC0-AEEB-3BFFFBC70A1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8988DF40-62EE-4ED9-8499-33CA5735032E}" type="sibTrans" cxnId="{60FF78BE-B7F4-4EC0-AEEB-3BFFFBC70A10}">
      <dgm:prSet/>
      <dgm:spPr/>
      <dgm:t>
        <a:bodyPr/>
        <a:lstStyle/>
        <a:p>
          <a:endParaRPr lang="it-IT">
            <a:latin typeface="+mn-lt"/>
          </a:endParaRPr>
        </a:p>
      </dgm:t>
    </dgm:pt>
    <dgm:pt modelId="{6B13AD4C-0AA8-45DD-B2FA-64683E68A1DE}" type="pres">
      <dgm:prSet presAssocID="{71B301C8-3275-4AF2-8CFC-6E4A9906CE53}" presName="linear" presStyleCnt="0">
        <dgm:presLayoutVars>
          <dgm:dir/>
          <dgm:animLvl val="lvl"/>
          <dgm:resizeHandles val="exact"/>
        </dgm:presLayoutVars>
      </dgm:prSet>
      <dgm:spPr/>
    </dgm:pt>
    <dgm:pt modelId="{6A8507D2-5D52-4E9D-90D7-B3CC0224526B}" type="pres">
      <dgm:prSet presAssocID="{B2B8548D-10E5-47C0-A9BE-2AD8B21E01CD}" presName="parentLin" presStyleCnt="0"/>
      <dgm:spPr/>
    </dgm:pt>
    <dgm:pt modelId="{A9F1C2EA-87AC-40E8-987F-B5D8CA4A496C}" type="pres">
      <dgm:prSet presAssocID="{B2B8548D-10E5-47C0-A9BE-2AD8B21E01CD}" presName="parentLeftMargin" presStyleLbl="node1" presStyleIdx="0" presStyleCnt="2"/>
      <dgm:spPr/>
    </dgm:pt>
    <dgm:pt modelId="{FF8D7823-2BC5-446A-86CC-BAD47D752C88}" type="pres">
      <dgm:prSet presAssocID="{B2B8548D-10E5-47C0-A9BE-2AD8B21E01C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10683F4-3224-4007-A25B-FF6F57ACDE05}" type="pres">
      <dgm:prSet presAssocID="{B2B8548D-10E5-47C0-A9BE-2AD8B21E01CD}" presName="negativeSpace" presStyleCnt="0"/>
      <dgm:spPr/>
    </dgm:pt>
    <dgm:pt modelId="{DFF906D5-69F2-4841-84CA-AED9394BBC1A}" type="pres">
      <dgm:prSet presAssocID="{B2B8548D-10E5-47C0-A9BE-2AD8B21E01CD}" presName="childText" presStyleLbl="conFgAcc1" presStyleIdx="0" presStyleCnt="2">
        <dgm:presLayoutVars>
          <dgm:bulletEnabled val="1"/>
        </dgm:presLayoutVars>
      </dgm:prSet>
      <dgm:spPr/>
    </dgm:pt>
    <dgm:pt modelId="{C06F9ABC-A72E-4C1F-BFCA-A05F5EF85762}" type="pres">
      <dgm:prSet presAssocID="{4B318B5E-6ABB-4839-92DB-B306F2C81998}" presName="spaceBetweenRectangles" presStyleCnt="0"/>
      <dgm:spPr/>
    </dgm:pt>
    <dgm:pt modelId="{8535AAE1-1C19-43A4-AF89-747A31F7415C}" type="pres">
      <dgm:prSet presAssocID="{4BE06FA8-2197-49B9-A3BD-4B2A8EAA3C2D}" presName="parentLin" presStyleCnt="0"/>
      <dgm:spPr/>
    </dgm:pt>
    <dgm:pt modelId="{EDF5E760-98C7-4110-B300-4DBA826F7D90}" type="pres">
      <dgm:prSet presAssocID="{4BE06FA8-2197-49B9-A3BD-4B2A8EAA3C2D}" presName="parentLeftMargin" presStyleLbl="node1" presStyleIdx="0" presStyleCnt="2"/>
      <dgm:spPr/>
    </dgm:pt>
    <dgm:pt modelId="{609A8F7B-AD81-46BA-A967-EFB057CBBDB2}" type="pres">
      <dgm:prSet presAssocID="{4BE06FA8-2197-49B9-A3BD-4B2A8EAA3C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7BC2426-D5F9-40D6-8809-9128B954ABD3}" type="pres">
      <dgm:prSet presAssocID="{4BE06FA8-2197-49B9-A3BD-4B2A8EAA3C2D}" presName="negativeSpace" presStyleCnt="0"/>
      <dgm:spPr/>
    </dgm:pt>
    <dgm:pt modelId="{3B2457A1-40F7-4AE8-87B8-1952D85BF978}" type="pres">
      <dgm:prSet presAssocID="{4BE06FA8-2197-49B9-A3BD-4B2A8EAA3C2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2C07D07-322A-45D5-AE85-E037B4079170}" srcId="{4BE06FA8-2197-49B9-A3BD-4B2A8EAA3C2D}" destId="{0E7C9238-A109-4E65-B374-188CCBE3383F}" srcOrd="1" destOrd="0" parTransId="{734AFBDE-A274-4980-9883-E8D011929585}" sibTransId="{0D400664-F7E6-4B33-8168-B4EA77FF082E}"/>
    <dgm:cxn modelId="{EC2B0D0C-3567-403A-88DF-F9DA22A688B4}" type="presOf" srcId="{71B301C8-3275-4AF2-8CFC-6E4A9906CE53}" destId="{6B13AD4C-0AA8-45DD-B2FA-64683E68A1DE}" srcOrd="0" destOrd="0" presId="urn:microsoft.com/office/officeart/2005/8/layout/list1"/>
    <dgm:cxn modelId="{2374EA27-404F-4C1B-9028-034BB4A407B8}" type="presOf" srcId="{4BE06FA8-2197-49B9-A3BD-4B2A8EAA3C2D}" destId="{EDF5E760-98C7-4110-B300-4DBA826F7D90}" srcOrd="0" destOrd="0" presId="urn:microsoft.com/office/officeart/2005/8/layout/list1"/>
    <dgm:cxn modelId="{CAABA281-4E39-405B-B477-A60DED7B9916}" srcId="{71B301C8-3275-4AF2-8CFC-6E4A9906CE53}" destId="{B2B8548D-10E5-47C0-A9BE-2AD8B21E01CD}" srcOrd="0" destOrd="0" parTransId="{C6124D92-6DB9-4891-9C6A-87B25B9B5E8C}" sibTransId="{4B318B5E-6ABB-4839-92DB-B306F2C81998}"/>
    <dgm:cxn modelId="{0D83328B-F911-45B5-8D89-624C16D8C51D}" srcId="{71B301C8-3275-4AF2-8CFC-6E4A9906CE53}" destId="{4BE06FA8-2197-49B9-A3BD-4B2A8EAA3C2D}" srcOrd="1" destOrd="0" parTransId="{7F7D37CC-4A4B-43E5-82C3-88A245FDB1E4}" sibTransId="{55650E79-0243-404F-B3B6-3051288C688A}"/>
    <dgm:cxn modelId="{BE62D28C-AA62-4B95-81EF-EB52D6E4428B}" type="presOf" srcId="{B2B8548D-10E5-47C0-A9BE-2AD8B21E01CD}" destId="{A9F1C2EA-87AC-40E8-987F-B5D8CA4A496C}" srcOrd="0" destOrd="0" presId="urn:microsoft.com/office/officeart/2005/8/layout/list1"/>
    <dgm:cxn modelId="{FE1AC496-B895-4539-800E-9D326612DDB8}" type="presOf" srcId="{7B1E4F86-CEC8-4A1D-9E6F-A75F5DAAD70C}" destId="{3B2457A1-40F7-4AE8-87B8-1952D85BF978}" srcOrd="0" destOrd="0" presId="urn:microsoft.com/office/officeart/2005/8/layout/list1"/>
    <dgm:cxn modelId="{A924CCA1-3DB3-4BE1-9A16-C2A453B9A397}" type="presOf" srcId="{B2B8548D-10E5-47C0-A9BE-2AD8B21E01CD}" destId="{FF8D7823-2BC5-446A-86CC-BAD47D752C88}" srcOrd="1" destOrd="0" presId="urn:microsoft.com/office/officeart/2005/8/layout/list1"/>
    <dgm:cxn modelId="{60FF78BE-B7F4-4EC0-AEEB-3BFFFBC70A10}" srcId="{4BE06FA8-2197-49B9-A3BD-4B2A8EAA3C2D}" destId="{C1B12006-D204-4CD9-AB62-F08CF2726047}" srcOrd="2" destOrd="0" parTransId="{B8262D9D-1807-4508-BD4B-53E9CA15AF77}" sibTransId="{8988DF40-62EE-4ED9-8499-33CA5735032E}"/>
    <dgm:cxn modelId="{1E3740C8-1F7F-4623-BEAA-40E6D9E7F8B7}" type="presOf" srcId="{4BE06FA8-2197-49B9-A3BD-4B2A8EAA3C2D}" destId="{609A8F7B-AD81-46BA-A967-EFB057CBBDB2}" srcOrd="1" destOrd="0" presId="urn:microsoft.com/office/officeart/2005/8/layout/list1"/>
    <dgm:cxn modelId="{75CF74CD-A4C5-450A-AA4C-527ED5F78E96}" srcId="{B2B8548D-10E5-47C0-A9BE-2AD8B21E01CD}" destId="{431E32A7-A721-4C7C-8262-7068EC4535C5}" srcOrd="0" destOrd="0" parTransId="{F25A4083-A41B-45F9-AA51-ABE483BAE49C}" sibTransId="{AAACE222-D5C9-40D0-A627-3FF00DEE9F4B}"/>
    <dgm:cxn modelId="{2BFBBCD0-C49E-4799-B5F5-811A07292B77}" type="presOf" srcId="{0E7C9238-A109-4E65-B374-188CCBE3383F}" destId="{3B2457A1-40F7-4AE8-87B8-1952D85BF978}" srcOrd="0" destOrd="1" presId="urn:microsoft.com/office/officeart/2005/8/layout/list1"/>
    <dgm:cxn modelId="{43DD84DA-603E-4D31-8F4C-97E11138C6DB}" type="presOf" srcId="{C1B12006-D204-4CD9-AB62-F08CF2726047}" destId="{3B2457A1-40F7-4AE8-87B8-1952D85BF978}" srcOrd="0" destOrd="2" presId="urn:microsoft.com/office/officeart/2005/8/layout/list1"/>
    <dgm:cxn modelId="{87BD6CDC-E105-407D-A085-731028BDE2BB}" type="presOf" srcId="{431E32A7-A721-4C7C-8262-7068EC4535C5}" destId="{DFF906D5-69F2-4841-84CA-AED9394BBC1A}" srcOrd="0" destOrd="0" presId="urn:microsoft.com/office/officeart/2005/8/layout/list1"/>
    <dgm:cxn modelId="{01316ADE-7C86-4E02-ACED-E4C2226FE4B1}" srcId="{4BE06FA8-2197-49B9-A3BD-4B2A8EAA3C2D}" destId="{7B1E4F86-CEC8-4A1D-9E6F-A75F5DAAD70C}" srcOrd="0" destOrd="0" parTransId="{D2566EF4-DC92-4518-ACC3-ED6DEB6C5733}" sibTransId="{31E7882E-51F1-4FDC-9A47-BB1CB99E04A3}"/>
    <dgm:cxn modelId="{E0B91E9C-AB0A-48CC-9F55-AC64CFF1E9A9}" type="presParOf" srcId="{6B13AD4C-0AA8-45DD-B2FA-64683E68A1DE}" destId="{6A8507D2-5D52-4E9D-90D7-B3CC0224526B}" srcOrd="0" destOrd="0" presId="urn:microsoft.com/office/officeart/2005/8/layout/list1"/>
    <dgm:cxn modelId="{47940861-FE5A-4A96-B3E0-6A1330A4C237}" type="presParOf" srcId="{6A8507D2-5D52-4E9D-90D7-B3CC0224526B}" destId="{A9F1C2EA-87AC-40E8-987F-B5D8CA4A496C}" srcOrd="0" destOrd="0" presId="urn:microsoft.com/office/officeart/2005/8/layout/list1"/>
    <dgm:cxn modelId="{ECA70450-C575-4035-BAD3-1C97E98CA08F}" type="presParOf" srcId="{6A8507D2-5D52-4E9D-90D7-B3CC0224526B}" destId="{FF8D7823-2BC5-446A-86CC-BAD47D752C88}" srcOrd="1" destOrd="0" presId="urn:microsoft.com/office/officeart/2005/8/layout/list1"/>
    <dgm:cxn modelId="{C3800BCE-DE19-4911-94C1-AC733CC6D721}" type="presParOf" srcId="{6B13AD4C-0AA8-45DD-B2FA-64683E68A1DE}" destId="{410683F4-3224-4007-A25B-FF6F57ACDE05}" srcOrd="1" destOrd="0" presId="urn:microsoft.com/office/officeart/2005/8/layout/list1"/>
    <dgm:cxn modelId="{1B8B9499-2E11-43D0-8672-3CCECE227485}" type="presParOf" srcId="{6B13AD4C-0AA8-45DD-B2FA-64683E68A1DE}" destId="{DFF906D5-69F2-4841-84CA-AED9394BBC1A}" srcOrd="2" destOrd="0" presId="urn:microsoft.com/office/officeart/2005/8/layout/list1"/>
    <dgm:cxn modelId="{3A55D819-C271-4D50-B151-4830629B4DD4}" type="presParOf" srcId="{6B13AD4C-0AA8-45DD-B2FA-64683E68A1DE}" destId="{C06F9ABC-A72E-4C1F-BFCA-A05F5EF85762}" srcOrd="3" destOrd="0" presId="urn:microsoft.com/office/officeart/2005/8/layout/list1"/>
    <dgm:cxn modelId="{98FE38FF-1F1D-45FA-A0C8-DE513240259C}" type="presParOf" srcId="{6B13AD4C-0AA8-45DD-B2FA-64683E68A1DE}" destId="{8535AAE1-1C19-43A4-AF89-747A31F7415C}" srcOrd="4" destOrd="0" presId="urn:microsoft.com/office/officeart/2005/8/layout/list1"/>
    <dgm:cxn modelId="{5F019314-FAA1-4C71-BA25-71C4353964AA}" type="presParOf" srcId="{8535AAE1-1C19-43A4-AF89-747A31F7415C}" destId="{EDF5E760-98C7-4110-B300-4DBA826F7D90}" srcOrd="0" destOrd="0" presId="urn:microsoft.com/office/officeart/2005/8/layout/list1"/>
    <dgm:cxn modelId="{E06214E0-CDA7-4AE9-92CB-1CC6CA720F35}" type="presParOf" srcId="{8535AAE1-1C19-43A4-AF89-747A31F7415C}" destId="{609A8F7B-AD81-46BA-A967-EFB057CBBDB2}" srcOrd="1" destOrd="0" presId="urn:microsoft.com/office/officeart/2005/8/layout/list1"/>
    <dgm:cxn modelId="{39ABDB21-20F5-4CFA-A2BD-60812C80F43C}" type="presParOf" srcId="{6B13AD4C-0AA8-45DD-B2FA-64683E68A1DE}" destId="{47BC2426-D5F9-40D6-8809-9128B954ABD3}" srcOrd="5" destOrd="0" presId="urn:microsoft.com/office/officeart/2005/8/layout/list1"/>
    <dgm:cxn modelId="{42587CDD-57C8-49D8-812E-7953F94DBB42}" type="presParOf" srcId="{6B13AD4C-0AA8-45DD-B2FA-64683E68A1DE}" destId="{3B2457A1-40F7-4AE8-87B8-1952D85BF978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200.xml><?xml version="1.0" encoding="utf-8"?>
<dgm:dataModel xmlns:dgm="http://schemas.openxmlformats.org/drawingml/2006/diagram" xmlns:a="http://schemas.openxmlformats.org/drawingml/2006/main">
  <dgm:ptLst>
    <dgm:pt modelId="{CA3EE2EB-2590-4953-B8A7-CD9A1E4FC3BD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it-IT"/>
        </a:p>
      </dgm:t>
    </dgm:pt>
    <dgm:pt modelId="{1ADF0501-74CD-452B-B5B5-73EC29B10C3C}">
      <dgm:prSet phldrT="[Testo]" phldr="0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rgbClr val="D1CCD2"/>
          </a:solidFill>
        </a:ln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02404C80-230E-48D5-9B30-36D86F759ACD}" type="parTrans" cxnId="{79B96BFC-A2A9-4D8F-A17C-A0138C07E9A3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8EEF9165-093B-45E3-ACD4-AEEC7BAA9F50}" type="sibTrans" cxnId="{79B96BFC-A2A9-4D8F-A17C-A0138C07E9A3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B468AFF-6CF3-450B-9B6F-4EDED3E7573B}">
      <dgm:prSet phldrT="[Testo]" phldr="0" custT="1"/>
      <dgm:spPr>
        <a:solidFill>
          <a:srgbClr val="D1CCD2"/>
        </a:solidFill>
        <a:ln>
          <a:solidFill>
            <a:srgbClr val="D1CCD2"/>
          </a:solidFill>
        </a:ln>
      </dgm:spPr>
      <dgm:t>
        <a:bodyPr/>
        <a:lstStyle/>
        <a:p>
          <a:pPr algn="ctr"/>
          <a:r>
            <a:rPr lang="it-IT" sz="1600" b="1" dirty="0">
              <a:solidFill>
                <a:sysClr val="windowText" lastClr="000000"/>
              </a:solidFill>
            </a:rPr>
            <a:t>Intensità di disturbo</a:t>
          </a:r>
        </a:p>
      </dgm:t>
    </dgm:pt>
    <dgm:pt modelId="{71BC28E2-834B-45FE-87E4-452E0A17A0FC}" type="parTrans" cxnId="{6FE273B0-FCB6-4381-9EA5-096027E3174F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2FB8E7-228C-48C5-9CBB-1AF19BA0AC8F}" type="sibTrans" cxnId="{6FE273B0-FCB6-4381-9EA5-096027E3174F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03335C97-4F55-4DDB-A5C9-6D33CFB92CB5}">
      <dgm:prSet phldrT="[Testo]" phldr="0" custT="1"/>
      <dgm:spPr>
        <a:solidFill>
          <a:srgbClr val="D1CCD2"/>
        </a:solidFill>
        <a:ln>
          <a:solidFill>
            <a:srgbClr val="D1CCD2"/>
          </a:solidFill>
        </a:ln>
      </dgm:spPr>
      <dgm:t>
        <a:bodyPr/>
        <a:lstStyle/>
        <a:p>
          <a:pPr algn="ctr"/>
          <a:r>
            <a:rPr lang="it-IT" sz="1600" b="1" dirty="0">
              <a:solidFill>
                <a:sysClr val="windowText" lastClr="000000"/>
              </a:solidFill>
            </a:rPr>
            <a:t>Efficacia su validità e coerenza </a:t>
          </a:r>
        </a:p>
      </dgm:t>
    </dgm:pt>
    <dgm:pt modelId="{FA6C697D-63D5-466C-969D-D73943815E8A}" type="parTrans" cxnId="{F2B639DD-FC4A-42AC-ABA9-C8D37658869E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B2E69A-3893-4D08-BADE-ECE91FDB1409}" type="sibTrans" cxnId="{F2B639DD-FC4A-42AC-ABA9-C8D37658869E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284A8A73-8817-4CDE-A45A-006E37AA3CE0}">
      <dgm:prSet phldrT="[Testo]" phldr="0" custT="1"/>
      <dgm:spPr>
        <a:blipFill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158CD619-C88D-42E3-B658-FED029744AB1}" type="parTrans" cxnId="{4BC380B2-19D1-4C0A-B73B-D5D03FFA2BB4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18AF590B-6657-437E-B3B9-56B7743DCBCB}" type="sibTrans" cxnId="{4BC380B2-19D1-4C0A-B73B-D5D03FFA2BB4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582A5745-5553-45CA-A282-DD2CF87B5EC7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1C978681-B783-4D99-B44C-EC5C7B841D95}" type="parTrans" cxnId="{C69E7DD8-484B-4073-A4D5-26C3AF96AAEB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6134E124-C519-45A1-A2A9-296FAB93FADB}" type="sibTrans" cxnId="{C69E7DD8-484B-4073-A4D5-26C3AF96AAEB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FE14CF69-10D2-4F63-84DF-406D628AEC17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C3BAD316-A580-48D6-898C-5B861F544BFF}" type="parTrans" cxnId="{8049FD7C-4756-4E71-8C20-18D355064F4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B2D20B46-22AA-440C-A6B3-6178EC1AA433}" type="sibTrans" cxnId="{8049FD7C-4756-4E71-8C20-18D355064F4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74B843EE-6C85-4ECB-BBF5-9065EEFD9D79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E7276DBC-5BD8-4A70-B736-22966F218AFD}" type="parTrans" cxnId="{373395A5-512A-409C-BA07-728E97365CC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C8B5A539-4907-49B9-AA0D-403FBA18E2C9}" type="sibTrans" cxnId="{373395A5-512A-409C-BA07-728E97365CC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65CC8E88-6F7B-4D5F-A678-92D9DAF3F73F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40BA0661-55C2-453E-9600-AA527DF1B421}" type="parTrans" cxnId="{FAE10654-6CC0-4E56-A965-B058CB61C82D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D9DF145-0002-476E-8F5D-07DB8FEC6A19}" type="sibTrans" cxnId="{FAE10654-6CC0-4E56-A965-B058CB61C82D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E6281DB-AE61-4A50-9192-DD9A244C4592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DB8467E7-9C52-41CB-A389-F2EBEC9D38AE}" type="parTrans" cxnId="{D69B93FC-EE90-47DF-8F96-5F1D4ED8A1A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D135633D-2378-42C9-9037-B5D57A9375A7}" type="sibTrans" cxnId="{D69B93FC-EE90-47DF-8F96-5F1D4ED8A1AA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387EB4B0-B2BB-4746-A081-2B1A85869B41}">
      <dgm:prSet phldrT="[Testo]" phldr="0" custT="1"/>
      <dgm:spPr>
        <a:blipFill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C240BD12-6FAF-45E1-91BF-86A5AC000222}" type="parTrans" cxnId="{E58F6035-1FA2-47B2-BBF1-13D36B4AD0F1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91DC3B19-EE58-4C14-AB26-54407DA8F07E}" type="sibTrans" cxnId="{E58F6035-1FA2-47B2-BBF1-13D36B4AD0F1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39879C84-A26D-4992-AB53-EE80191643C0}">
      <dgm:prSet phldrT="[Testo]" phldr="0" custT="1"/>
      <dgm:spPr/>
      <dgm:t>
        <a:bodyPr/>
        <a:lstStyle/>
        <a:p>
          <a:r>
            <a:rPr lang="it-IT">
              <a:noFill/>
            </a:rPr>
            <a:t> </a:t>
          </a:r>
        </a:p>
      </dgm:t>
    </dgm:pt>
    <dgm:pt modelId="{B83EA01B-DA0A-41BA-A5E6-C435684C1F96}" type="parTrans" cxnId="{CF51CF10-71CB-4B69-9FD5-C65D540FFBE6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4BFDBF52-94B8-4A07-B62F-29B8AA2F2FDD}" type="sibTrans" cxnId="{CF51CF10-71CB-4B69-9FD5-C65D540FFBE6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9A117CBD-6026-4856-99BE-0185C38CA01B}">
      <dgm:prSet phldrT="[Testo]" phldr="0" custT="1"/>
      <dgm:spPr>
        <a:blipFill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r>
            <a:rPr lang="it-IT">
              <a:noFill/>
            </a:rPr>
            <a:t> </a:t>
          </a:r>
        </a:p>
      </dgm:t>
    </dgm:pt>
    <dgm:pt modelId="{E4D02752-08C8-44AD-911F-9E1C591D3535}" type="parTrans" cxnId="{B7FB1B07-1DAA-4DF7-8DED-09D84A2C4D0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30A028DF-C956-407B-A91B-C7D4B002F4D1}" type="sibTrans" cxnId="{B7FB1B07-1DAA-4DF7-8DED-09D84A2C4D08}">
      <dgm:prSet/>
      <dgm:spPr/>
      <dgm:t>
        <a:bodyPr/>
        <a:lstStyle/>
        <a:p>
          <a:endParaRPr lang="it-IT" sz="2000">
            <a:solidFill>
              <a:sysClr val="windowText" lastClr="000000"/>
            </a:solidFill>
          </a:endParaRPr>
        </a:p>
      </dgm:t>
    </dgm:pt>
    <dgm:pt modelId="{AFC1F665-C698-41AC-A4BB-222002DBC3E6}" type="pres">
      <dgm:prSet presAssocID="{CA3EE2EB-2590-4953-B8A7-CD9A1E4FC3BD}" presName="Name0" presStyleCnt="0">
        <dgm:presLayoutVars>
          <dgm:dir/>
          <dgm:animLvl val="lvl"/>
          <dgm:resizeHandles val="exact"/>
        </dgm:presLayoutVars>
      </dgm:prSet>
      <dgm:spPr/>
    </dgm:pt>
    <dgm:pt modelId="{0D0649A7-87DB-4FE6-815B-4AB5A83A583D}" type="pres">
      <dgm:prSet presAssocID="{1ADF0501-74CD-452B-B5B5-73EC29B10C3C}" presName="composite" presStyleCnt="0"/>
      <dgm:spPr/>
    </dgm:pt>
    <dgm:pt modelId="{54CD02C0-E05C-42D7-A35C-D446E87A7B10}" type="pres">
      <dgm:prSet presAssocID="{1ADF0501-74CD-452B-B5B5-73EC29B10C3C}" presName="parTx" presStyleLbl="alignNode1" presStyleIdx="0" presStyleCnt="3">
        <dgm:presLayoutVars>
          <dgm:chMax val="0"/>
          <dgm:chPref val="0"/>
        </dgm:presLayoutVars>
      </dgm:prSet>
      <dgm:spPr/>
    </dgm:pt>
    <dgm:pt modelId="{1606C8F0-F016-4C4C-822A-D7A0E9802C16}" type="pres">
      <dgm:prSet presAssocID="{1ADF0501-74CD-452B-B5B5-73EC29B10C3C}" presName="bgOutline" presStyleLbl="fgAcc1" presStyleIdx="0" presStyleCnt="3">
        <dgm:presLayoutVars>
          <dgm:bulletEnabled/>
        </dgm:presLayoutVars>
      </dgm:prSet>
      <dgm:spPr/>
    </dgm:pt>
    <dgm:pt modelId="{56CE9EAD-986B-46A2-AD5D-1ED4FF89C787}" type="pres">
      <dgm:prSet presAssocID="{8EEF9165-093B-45E3-ACD4-AEEC7BAA9F50}" presName="space" presStyleCnt="0"/>
      <dgm:spPr/>
    </dgm:pt>
    <dgm:pt modelId="{8DBE3610-7B32-47B8-8EF4-76B8E3E7B844}" type="pres">
      <dgm:prSet presAssocID="{DB468AFF-6CF3-450B-9B6F-4EDED3E7573B}" presName="composite" presStyleCnt="0"/>
      <dgm:spPr/>
    </dgm:pt>
    <dgm:pt modelId="{5432C022-9A12-4FC0-80C6-85DA28BEC06E}" type="pres">
      <dgm:prSet presAssocID="{DB468AFF-6CF3-450B-9B6F-4EDED3E7573B}" presName="parTx" presStyleLbl="alignNode1" presStyleIdx="1" presStyleCnt="3">
        <dgm:presLayoutVars>
          <dgm:chMax val="0"/>
          <dgm:chPref val="0"/>
        </dgm:presLayoutVars>
      </dgm:prSet>
      <dgm:spPr/>
    </dgm:pt>
    <dgm:pt modelId="{B052F0C4-7365-4F49-8BB0-81A4B5BF6BA5}" type="pres">
      <dgm:prSet presAssocID="{DB468AFF-6CF3-450B-9B6F-4EDED3E7573B}" presName="bgOutline" presStyleLbl="fgAcc1" presStyleIdx="1" presStyleCnt="3">
        <dgm:presLayoutVars>
          <dgm:bulletEnabled/>
        </dgm:presLayoutVars>
      </dgm:prSet>
      <dgm:spPr/>
    </dgm:pt>
    <dgm:pt modelId="{FFFE2F8A-D3D2-4115-B9C1-F5B05CDB7B10}" type="pres">
      <dgm:prSet presAssocID="{DD2FB8E7-228C-48C5-9CBB-1AF19BA0AC8F}" presName="space" presStyleCnt="0"/>
      <dgm:spPr/>
    </dgm:pt>
    <dgm:pt modelId="{76C48F50-84D2-4EF9-9E43-061329CECE21}" type="pres">
      <dgm:prSet presAssocID="{03335C97-4F55-4DDB-A5C9-6D33CFB92CB5}" presName="composite" presStyleCnt="0"/>
      <dgm:spPr/>
    </dgm:pt>
    <dgm:pt modelId="{893BBFD0-1EBF-4347-AF1C-147D11145887}" type="pres">
      <dgm:prSet presAssocID="{03335C97-4F55-4DDB-A5C9-6D33CFB92CB5}" presName="parTx" presStyleLbl="alignNode1" presStyleIdx="2" presStyleCnt="3">
        <dgm:presLayoutVars>
          <dgm:chMax val="0"/>
          <dgm:chPref val="0"/>
        </dgm:presLayoutVars>
      </dgm:prSet>
      <dgm:spPr/>
    </dgm:pt>
    <dgm:pt modelId="{7FF45550-BD85-4519-8DB1-8F0363888171}" type="pres">
      <dgm:prSet presAssocID="{03335C97-4F55-4DDB-A5C9-6D33CFB92CB5}" presName="bgOutline" presStyleLbl="fgAcc1" presStyleIdx="2" presStyleCnt="3">
        <dgm:presLayoutVars>
          <dgm:bulletEnabled/>
        </dgm:presLayoutVars>
      </dgm:prSet>
      <dgm:spPr/>
    </dgm:pt>
  </dgm:ptLst>
  <dgm:cxnLst>
    <dgm:cxn modelId="{E3433A02-8D71-4AFF-9AC9-89ABE4477A00}" type="presOf" srcId="{284A8A73-8817-4CDE-A45A-006E37AA3CE0}" destId="{1606C8F0-F016-4C4C-822A-D7A0E9802C16}" srcOrd="0" destOrd="0" presId="urn:microsoft.com/office/officeart/2024/layout/HorizontalActionList"/>
    <dgm:cxn modelId="{B7FB1B07-1DAA-4DF7-8DED-09D84A2C4D08}" srcId="{03335C97-4F55-4DDB-A5C9-6D33CFB92CB5}" destId="{9A117CBD-6026-4856-99BE-0185C38CA01B}" srcOrd="0" destOrd="0" parTransId="{E4D02752-08C8-44AD-911F-9E1C591D3535}" sibTransId="{30A028DF-C956-407B-A91B-C7D4B002F4D1}"/>
    <dgm:cxn modelId="{CF51CF10-71CB-4B69-9FD5-C65D540FFBE6}" srcId="{DB468AFF-6CF3-450B-9B6F-4EDED3E7573B}" destId="{39879C84-A26D-4992-AB53-EE80191643C0}" srcOrd="1" destOrd="0" parTransId="{B83EA01B-DA0A-41BA-A5E6-C435684C1F96}" sibTransId="{4BFDBF52-94B8-4A07-B62F-29B8AA2F2FDD}"/>
    <dgm:cxn modelId="{25289E2C-203E-4185-96E0-03E481100CA4}" type="presOf" srcId="{CA3EE2EB-2590-4953-B8A7-CD9A1E4FC3BD}" destId="{AFC1F665-C698-41AC-A4BB-222002DBC3E6}" srcOrd="0" destOrd="0" presId="urn:microsoft.com/office/officeart/2024/layout/HorizontalActionList"/>
    <dgm:cxn modelId="{E58F6035-1FA2-47B2-BBF1-13D36B4AD0F1}" srcId="{DB468AFF-6CF3-450B-9B6F-4EDED3E7573B}" destId="{387EB4B0-B2BB-4746-A081-2B1A85869B41}" srcOrd="0" destOrd="0" parTransId="{C240BD12-6FAF-45E1-91BF-86A5AC000222}" sibTransId="{91DC3B19-EE58-4C14-AB26-54407DA8F07E}"/>
    <dgm:cxn modelId="{FD43F735-C382-4F3B-BF50-4FFE2D313853}" type="presOf" srcId="{74B843EE-6C85-4ECB-BBF5-9065EEFD9D79}" destId="{1606C8F0-F016-4C4C-822A-D7A0E9802C16}" srcOrd="0" destOrd="3" presId="urn:microsoft.com/office/officeart/2024/layout/HorizontalActionList"/>
    <dgm:cxn modelId="{04498039-9A78-4CAA-8FCB-CDE4D283D018}" type="presOf" srcId="{39879C84-A26D-4992-AB53-EE80191643C0}" destId="{B052F0C4-7365-4F49-8BB0-81A4B5BF6BA5}" srcOrd="0" destOrd="1" presId="urn:microsoft.com/office/officeart/2024/layout/HorizontalActionList"/>
    <dgm:cxn modelId="{88BE2065-DF45-4000-BB94-66C642454B20}" type="presOf" srcId="{1ADF0501-74CD-452B-B5B5-73EC29B10C3C}" destId="{54CD02C0-E05C-42D7-A35C-D446E87A7B10}" srcOrd="0" destOrd="0" presId="urn:microsoft.com/office/officeart/2024/layout/HorizontalActionList"/>
    <dgm:cxn modelId="{FAE10654-6CC0-4E56-A965-B058CB61C82D}" srcId="{FE14CF69-10D2-4F63-84DF-406D628AEC17}" destId="{65CC8E88-6F7B-4D5F-A678-92D9DAF3F73F}" srcOrd="1" destOrd="0" parTransId="{40BA0661-55C2-453E-9600-AA527DF1B421}" sibTransId="{DD9DF145-0002-476E-8F5D-07DB8FEC6A19}"/>
    <dgm:cxn modelId="{1FB17A74-884C-4D2B-B818-6CFDCE1D1BAE}" type="presOf" srcId="{FE14CF69-10D2-4F63-84DF-406D628AEC17}" destId="{1606C8F0-F016-4C4C-822A-D7A0E9802C16}" srcOrd="0" destOrd="2" presId="urn:microsoft.com/office/officeart/2024/layout/HorizontalActionList"/>
    <dgm:cxn modelId="{4D767358-6AE6-4E59-8C5D-244B051753AF}" type="presOf" srcId="{DB468AFF-6CF3-450B-9B6F-4EDED3E7573B}" destId="{5432C022-9A12-4FC0-80C6-85DA28BEC06E}" srcOrd="0" destOrd="0" presId="urn:microsoft.com/office/officeart/2024/layout/HorizontalActionList"/>
    <dgm:cxn modelId="{2A38E67B-ECC0-4A0B-AC1F-6DC29761BE19}" type="presOf" srcId="{9A117CBD-6026-4856-99BE-0185C38CA01B}" destId="{7FF45550-BD85-4519-8DB1-8F0363888171}" srcOrd="0" destOrd="0" presId="urn:microsoft.com/office/officeart/2024/layout/HorizontalActionList"/>
    <dgm:cxn modelId="{8049FD7C-4756-4E71-8C20-18D355064F4A}" srcId="{1ADF0501-74CD-452B-B5B5-73EC29B10C3C}" destId="{FE14CF69-10D2-4F63-84DF-406D628AEC17}" srcOrd="2" destOrd="0" parTransId="{C3BAD316-A580-48D6-898C-5B861F544BFF}" sibTransId="{B2D20B46-22AA-440C-A6B3-6178EC1AA433}"/>
    <dgm:cxn modelId="{373395A5-512A-409C-BA07-728E97365CC8}" srcId="{FE14CF69-10D2-4F63-84DF-406D628AEC17}" destId="{74B843EE-6C85-4ECB-BBF5-9065EEFD9D79}" srcOrd="0" destOrd="0" parTransId="{E7276DBC-5BD8-4A70-B736-22966F218AFD}" sibTransId="{C8B5A539-4907-49B9-AA0D-403FBA18E2C9}"/>
    <dgm:cxn modelId="{6FE273B0-FCB6-4381-9EA5-096027E3174F}" srcId="{CA3EE2EB-2590-4953-B8A7-CD9A1E4FC3BD}" destId="{DB468AFF-6CF3-450B-9B6F-4EDED3E7573B}" srcOrd="1" destOrd="0" parTransId="{71BC28E2-834B-45FE-87E4-452E0A17A0FC}" sibTransId="{DD2FB8E7-228C-48C5-9CBB-1AF19BA0AC8F}"/>
    <dgm:cxn modelId="{4BC380B2-19D1-4C0A-B73B-D5D03FFA2BB4}" srcId="{1ADF0501-74CD-452B-B5B5-73EC29B10C3C}" destId="{284A8A73-8817-4CDE-A45A-006E37AA3CE0}" srcOrd="0" destOrd="0" parTransId="{158CD619-C88D-42E3-B658-FED029744AB1}" sibTransId="{18AF590B-6657-437E-B3B9-56B7743DCBCB}"/>
    <dgm:cxn modelId="{8BA329D4-A17D-428B-B0D4-3DAFA1263450}" type="presOf" srcId="{65CC8E88-6F7B-4D5F-A678-92D9DAF3F73F}" destId="{1606C8F0-F016-4C4C-822A-D7A0E9802C16}" srcOrd="0" destOrd="4" presId="urn:microsoft.com/office/officeart/2024/layout/HorizontalActionList"/>
    <dgm:cxn modelId="{C69E7DD8-484B-4073-A4D5-26C3AF96AAEB}" srcId="{1ADF0501-74CD-452B-B5B5-73EC29B10C3C}" destId="{582A5745-5553-45CA-A282-DD2CF87B5EC7}" srcOrd="1" destOrd="0" parTransId="{1C978681-B783-4D99-B44C-EC5C7B841D95}" sibTransId="{6134E124-C519-45A1-A2A9-296FAB93FADB}"/>
    <dgm:cxn modelId="{8CAE50D9-A9C8-4653-A105-7B4B80CF98A8}" type="presOf" srcId="{387EB4B0-B2BB-4746-A081-2B1A85869B41}" destId="{B052F0C4-7365-4F49-8BB0-81A4B5BF6BA5}" srcOrd="0" destOrd="0" presId="urn:microsoft.com/office/officeart/2024/layout/HorizontalActionList"/>
    <dgm:cxn modelId="{F2B639DD-FC4A-42AC-ABA9-C8D37658869E}" srcId="{CA3EE2EB-2590-4953-B8A7-CD9A1E4FC3BD}" destId="{03335C97-4F55-4DDB-A5C9-6D33CFB92CB5}" srcOrd="2" destOrd="0" parTransId="{FA6C697D-63D5-466C-969D-D73943815E8A}" sibTransId="{DDB2E69A-3893-4D08-BADE-ECE91FDB1409}"/>
    <dgm:cxn modelId="{FDD13EDE-7FF6-4341-9EAB-D8D0D88413C8}" type="presOf" srcId="{582A5745-5553-45CA-A282-DD2CF87B5EC7}" destId="{1606C8F0-F016-4C4C-822A-D7A0E9802C16}" srcOrd="0" destOrd="1" presId="urn:microsoft.com/office/officeart/2024/layout/HorizontalActionList"/>
    <dgm:cxn modelId="{6CC9D5DF-D8D5-4641-8546-F371FADA51B2}" type="presOf" srcId="{DE6281DB-AE61-4A50-9192-DD9A244C4592}" destId="{1606C8F0-F016-4C4C-822A-D7A0E9802C16}" srcOrd="0" destOrd="5" presId="urn:microsoft.com/office/officeart/2024/layout/HorizontalActionList"/>
    <dgm:cxn modelId="{E47D29E0-C941-4437-868A-2B07EE8812CE}" type="presOf" srcId="{03335C97-4F55-4DDB-A5C9-6D33CFB92CB5}" destId="{893BBFD0-1EBF-4347-AF1C-147D11145887}" srcOrd="0" destOrd="0" presId="urn:microsoft.com/office/officeart/2024/layout/HorizontalActionList"/>
    <dgm:cxn modelId="{79B96BFC-A2A9-4D8F-A17C-A0138C07E9A3}" srcId="{CA3EE2EB-2590-4953-B8A7-CD9A1E4FC3BD}" destId="{1ADF0501-74CD-452B-B5B5-73EC29B10C3C}" srcOrd="0" destOrd="0" parTransId="{02404C80-230E-48D5-9B30-36D86F759ACD}" sibTransId="{8EEF9165-093B-45E3-ACD4-AEEC7BAA9F50}"/>
    <dgm:cxn modelId="{D69B93FC-EE90-47DF-8F96-5F1D4ED8A1AA}" srcId="{FE14CF69-10D2-4F63-84DF-406D628AEC17}" destId="{DE6281DB-AE61-4A50-9192-DD9A244C4592}" srcOrd="2" destOrd="0" parTransId="{DB8467E7-9C52-41CB-A389-F2EBEC9D38AE}" sibTransId="{D135633D-2378-42C9-9037-B5D57A9375A7}"/>
    <dgm:cxn modelId="{021D1902-4EBF-45EB-B1D1-7B8D062F77E3}" type="presParOf" srcId="{AFC1F665-C698-41AC-A4BB-222002DBC3E6}" destId="{0D0649A7-87DB-4FE6-815B-4AB5A83A583D}" srcOrd="0" destOrd="0" presId="urn:microsoft.com/office/officeart/2024/layout/HorizontalActionList"/>
    <dgm:cxn modelId="{26236027-4E45-4F59-8B3A-4DF1920A08D1}" type="presParOf" srcId="{0D0649A7-87DB-4FE6-815B-4AB5A83A583D}" destId="{54CD02C0-E05C-42D7-A35C-D446E87A7B10}" srcOrd="0" destOrd="0" presId="urn:microsoft.com/office/officeart/2024/layout/HorizontalActionList"/>
    <dgm:cxn modelId="{FD088326-4A07-4374-A11C-923B71F9D4AC}" type="presParOf" srcId="{0D0649A7-87DB-4FE6-815B-4AB5A83A583D}" destId="{1606C8F0-F016-4C4C-822A-D7A0E9802C16}" srcOrd="1" destOrd="0" presId="urn:microsoft.com/office/officeart/2024/layout/HorizontalActionList"/>
    <dgm:cxn modelId="{64754987-D2A7-42EA-940A-7708E91EC640}" type="presParOf" srcId="{AFC1F665-C698-41AC-A4BB-222002DBC3E6}" destId="{56CE9EAD-986B-46A2-AD5D-1ED4FF89C787}" srcOrd="1" destOrd="0" presId="urn:microsoft.com/office/officeart/2024/layout/HorizontalActionList"/>
    <dgm:cxn modelId="{ADF634D7-65A8-49CB-885F-52DBA76CB747}" type="presParOf" srcId="{AFC1F665-C698-41AC-A4BB-222002DBC3E6}" destId="{8DBE3610-7B32-47B8-8EF4-76B8E3E7B844}" srcOrd="2" destOrd="0" presId="urn:microsoft.com/office/officeart/2024/layout/HorizontalActionList"/>
    <dgm:cxn modelId="{9078284B-C3F5-4281-BA21-087F1F4774FB}" type="presParOf" srcId="{8DBE3610-7B32-47B8-8EF4-76B8E3E7B844}" destId="{5432C022-9A12-4FC0-80C6-85DA28BEC06E}" srcOrd="0" destOrd="0" presId="urn:microsoft.com/office/officeart/2024/layout/HorizontalActionList"/>
    <dgm:cxn modelId="{A4D23B76-F571-45B8-8FC9-00E3199F1177}" type="presParOf" srcId="{8DBE3610-7B32-47B8-8EF4-76B8E3E7B844}" destId="{B052F0C4-7365-4F49-8BB0-81A4B5BF6BA5}" srcOrd="1" destOrd="0" presId="urn:microsoft.com/office/officeart/2024/layout/HorizontalActionList"/>
    <dgm:cxn modelId="{B9EE8A3C-969A-4A04-A831-258F3856EDA9}" type="presParOf" srcId="{AFC1F665-C698-41AC-A4BB-222002DBC3E6}" destId="{FFFE2F8A-D3D2-4115-B9C1-F5B05CDB7B10}" srcOrd="3" destOrd="0" presId="urn:microsoft.com/office/officeart/2024/layout/HorizontalActionList"/>
    <dgm:cxn modelId="{02573BDA-746B-4065-B1A5-674F3944D2CB}" type="presParOf" srcId="{AFC1F665-C698-41AC-A4BB-222002DBC3E6}" destId="{76C48F50-84D2-4EF9-9E43-061329CECE21}" srcOrd="4" destOrd="0" presId="urn:microsoft.com/office/officeart/2024/layout/HorizontalActionList"/>
    <dgm:cxn modelId="{0FF13E6D-DC55-4A58-BA6D-75F2E5460FC9}" type="presParOf" srcId="{76C48F50-84D2-4EF9-9E43-061329CECE21}" destId="{893BBFD0-1EBF-4347-AF1C-147D11145887}" srcOrd="0" destOrd="0" presId="urn:microsoft.com/office/officeart/2024/layout/HorizontalActionList"/>
    <dgm:cxn modelId="{5AAA8455-9014-4B2E-BF9A-4A4C0513154A}" type="presParOf" srcId="{76C48F50-84D2-4EF9-9E43-061329CECE21}" destId="{7FF45550-BD85-4519-8DB1-8F0363888171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8809D1-EDE4-40D8-9CB9-C1A9FC3A1179}">
      <dsp:nvSpPr>
        <dsp:cNvPr id="0" name=""/>
        <dsp:cNvSpPr/>
      </dsp:nvSpPr>
      <dsp:spPr>
        <a:xfrm>
          <a:off x="3909223" y="1348855"/>
          <a:ext cx="91440" cy="4855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554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2259E9-0F75-40E6-9153-D757ABEA84A6}">
      <dsp:nvSpPr>
        <dsp:cNvPr id="0" name=""/>
        <dsp:cNvSpPr/>
      </dsp:nvSpPr>
      <dsp:spPr>
        <a:xfrm>
          <a:off x="1111568" y="1348855"/>
          <a:ext cx="91440" cy="4855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8554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EFFAA1-DD9D-49A2-94B7-80A530B38979}">
      <dsp:nvSpPr>
        <dsp:cNvPr id="0" name=""/>
        <dsp:cNvSpPr/>
      </dsp:nvSpPr>
      <dsp:spPr>
        <a:xfrm>
          <a:off x="579260" y="192799"/>
          <a:ext cx="1156055" cy="1156055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D3FA9D-5A70-428E-924F-8A31F25FC4B5}">
      <dsp:nvSpPr>
        <dsp:cNvPr id="0" name=""/>
        <dsp:cNvSpPr/>
      </dsp:nvSpPr>
      <dsp:spPr>
        <a:xfrm>
          <a:off x="579260" y="192799"/>
          <a:ext cx="1156055" cy="1156055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66152-04CF-4166-A930-BEBF56B58869}">
      <dsp:nvSpPr>
        <dsp:cNvPr id="0" name=""/>
        <dsp:cNvSpPr/>
      </dsp:nvSpPr>
      <dsp:spPr>
        <a:xfrm>
          <a:off x="1232" y="400889"/>
          <a:ext cx="2312111" cy="73987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Fatica a rispettare il formato a scelta multipla dei questionari</a:t>
          </a:r>
        </a:p>
      </dsp:txBody>
      <dsp:txXfrm>
        <a:off x="1232" y="400889"/>
        <a:ext cx="2312111" cy="739875"/>
      </dsp:txXfrm>
    </dsp:sp>
    <dsp:sp modelId="{561C0B00-337C-487C-B8BF-75EF88420756}">
      <dsp:nvSpPr>
        <dsp:cNvPr id="0" name=""/>
        <dsp:cNvSpPr/>
      </dsp:nvSpPr>
      <dsp:spPr>
        <a:xfrm>
          <a:off x="579260" y="1834399"/>
          <a:ext cx="1156055" cy="1156055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EC7488-6A7D-49C2-BC7B-53BF174F8D26}">
      <dsp:nvSpPr>
        <dsp:cNvPr id="0" name=""/>
        <dsp:cNvSpPr/>
      </dsp:nvSpPr>
      <dsp:spPr>
        <a:xfrm>
          <a:off x="579260" y="1834399"/>
          <a:ext cx="1156055" cy="1156055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8BAEAB-66A3-41A9-9B26-565E8447D58C}">
      <dsp:nvSpPr>
        <dsp:cNvPr id="0" name=""/>
        <dsp:cNvSpPr/>
      </dsp:nvSpPr>
      <dsp:spPr>
        <a:xfrm>
          <a:off x="1232" y="2042489"/>
          <a:ext cx="2312111" cy="73987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/>
            <a:t>Pew Research Center</a:t>
          </a:r>
          <a:endParaRPr lang="it-IT" sz="1600" kern="1200" dirty="0"/>
        </a:p>
      </dsp:txBody>
      <dsp:txXfrm>
        <a:off x="1232" y="2042489"/>
        <a:ext cx="2312111" cy="739875"/>
      </dsp:txXfrm>
    </dsp:sp>
    <dsp:sp modelId="{2DE8982C-071D-43FF-A6CF-6B6407EA2CEE}">
      <dsp:nvSpPr>
        <dsp:cNvPr id="0" name=""/>
        <dsp:cNvSpPr/>
      </dsp:nvSpPr>
      <dsp:spPr>
        <a:xfrm>
          <a:off x="3376915" y="192799"/>
          <a:ext cx="1156055" cy="1156055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8A121A-E4BD-435C-90F0-CE27AC8435E3}">
      <dsp:nvSpPr>
        <dsp:cNvPr id="0" name=""/>
        <dsp:cNvSpPr/>
      </dsp:nvSpPr>
      <dsp:spPr>
        <a:xfrm>
          <a:off x="3376915" y="192799"/>
          <a:ext cx="1156055" cy="1156055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31A6E6-D9A2-4657-8E6E-09DF3FD80A68}">
      <dsp:nvSpPr>
        <dsp:cNvPr id="0" name=""/>
        <dsp:cNvSpPr/>
      </dsp:nvSpPr>
      <dsp:spPr>
        <a:xfrm>
          <a:off x="2798887" y="400889"/>
          <a:ext cx="2312111" cy="73987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Bias dovuti al RLHF (</a:t>
          </a:r>
          <a:r>
            <a:rPr lang="en-US" sz="1600" kern="1200" dirty="0"/>
            <a:t>Reinforcement Learning from Human Feedback</a:t>
          </a:r>
          <a:r>
            <a:rPr lang="it-IT" sz="1600" kern="1200" dirty="0"/>
            <a:t>) e all’obbligo sul formato</a:t>
          </a:r>
        </a:p>
      </dsp:txBody>
      <dsp:txXfrm>
        <a:off x="2798887" y="400889"/>
        <a:ext cx="2312111" cy="739875"/>
      </dsp:txXfrm>
    </dsp:sp>
    <dsp:sp modelId="{72EF618D-9D99-45F1-8159-FAE7F08C098F}">
      <dsp:nvSpPr>
        <dsp:cNvPr id="0" name=""/>
        <dsp:cNvSpPr/>
      </dsp:nvSpPr>
      <dsp:spPr>
        <a:xfrm>
          <a:off x="3376915" y="1834399"/>
          <a:ext cx="1156055" cy="1156055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74B672-C0EB-4362-A4E2-1E22EE3334B0}">
      <dsp:nvSpPr>
        <dsp:cNvPr id="0" name=""/>
        <dsp:cNvSpPr/>
      </dsp:nvSpPr>
      <dsp:spPr>
        <a:xfrm>
          <a:off x="3376915" y="1834399"/>
          <a:ext cx="1156055" cy="1156055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7035E0-211F-481D-816B-DA38694E4548}">
      <dsp:nvSpPr>
        <dsp:cNvPr id="0" name=""/>
        <dsp:cNvSpPr/>
      </dsp:nvSpPr>
      <dsp:spPr>
        <a:xfrm>
          <a:off x="2798887" y="2042489"/>
          <a:ext cx="2312111" cy="73987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Sovra-rappresentazione della popolazione con un alto livello di istruzione e orientamenti politici liberali</a:t>
          </a:r>
        </a:p>
      </dsp:txBody>
      <dsp:txXfrm>
        <a:off x="2798887" y="2042489"/>
        <a:ext cx="2312111" cy="7398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887DE4-FCB2-4DAC-A8CF-A2C1FC74226F}">
      <dsp:nvSpPr>
        <dsp:cNvPr id="0" name=""/>
        <dsp:cNvSpPr/>
      </dsp:nvSpPr>
      <dsp:spPr>
        <a:xfrm>
          <a:off x="0" y="0"/>
          <a:ext cx="787995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528F6B-AF67-49E1-82A5-3E3FBFA66F9D}">
      <dsp:nvSpPr>
        <dsp:cNvPr id="0" name=""/>
        <dsp:cNvSpPr/>
      </dsp:nvSpPr>
      <dsp:spPr>
        <a:xfrm>
          <a:off x="0" y="0"/>
          <a:ext cx="1575991" cy="2063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800" b="0" i="0" kern="1200" baseline="0" dirty="0"/>
            <a:t>Famiglia </a:t>
          </a:r>
          <a:r>
            <a:rPr lang="it-IT" sz="2800" b="0" i="0" kern="1200" baseline="0" dirty="0" err="1"/>
            <a:t>Pythia</a:t>
          </a:r>
          <a:endParaRPr lang="it-IT" sz="2800" kern="1200" dirty="0"/>
        </a:p>
      </dsp:txBody>
      <dsp:txXfrm>
        <a:off x="0" y="0"/>
        <a:ext cx="1575991" cy="2063284"/>
      </dsp:txXfrm>
    </dsp:sp>
    <dsp:sp modelId="{70C8FF83-A215-44A6-9A5B-A610D890CE71}">
      <dsp:nvSpPr>
        <dsp:cNvPr id="0" name=""/>
        <dsp:cNvSpPr/>
      </dsp:nvSpPr>
      <dsp:spPr>
        <a:xfrm>
          <a:off x="1694190" y="24254"/>
          <a:ext cx="3033783" cy="48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 err="1"/>
            <a:t>EleutherAI</a:t>
          </a:r>
          <a:endParaRPr lang="it-IT" sz="1800" kern="1200" dirty="0"/>
        </a:p>
      </dsp:txBody>
      <dsp:txXfrm>
        <a:off x="1694190" y="24254"/>
        <a:ext cx="3033783" cy="485093"/>
      </dsp:txXfrm>
    </dsp:sp>
    <dsp:sp modelId="{82FDD4A8-9B4D-4FED-B9AE-8CB1CCCA351F}">
      <dsp:nvSpPr>
        <dsp:cNvPr id="0" name=""/>
        <dsp:cNvSpPr/>
      </dsp:nvSpPr>
      <dsp:spPr>
        <a:xfrm>
          <a:off x="1575991" y="509348"/>
          <a:ext cx="63039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7EFB38-DA6A-4E46-AD5B-61D4B5BCFB03}">
      <dsp:nvSpPr>
        <dsp:cNvPr id="0" name=""/>
        <dsp:cNvSpPr/>
      </dsp:nvSpPr>
      <dsp:spPr>
        <a:xfrm>
          <a:off x="1694190" y="533602"/>
          <a:ext cx="3033783" cy="48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Open-source</a:t>
          </a:r>
        </a:p>
      </dsp:txBody>
      <dsp:txXfrm>
        <a:off x="1694190" y="533602"/>
        <a:ext cx="3033783" cy="485093"/>
      </dsp:txXfrm>
    </dsp:sp>
    <dsp:sp modelId="{DAD535E6-ACDE-4861-A3EC-607701E94D6E}">
      <dsp:nvSpPr>
        <dsp:cNvPr id="0" name=""/>
        <dsp:cNvSpPr/>
      </dsp:nvSpPr>
      <dsp:spPr>
        <a:xfrm>
          <a:off x="1575991" y="1018696"/>
          <a:ext cx="63039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E2C28-854D-4354-A9B2-F00E3FD13A7D}">
      <dsp:nvSpPr>
        <dsp:cNvPr id="0" name=""/>
        <dsp:cNvSpPr/>
      </dsp:nvSpPr>
      <dsp:spPr>
        <a:xfrm>
          <a:off x="1694190" y="1042950"/>
          <a:ext cx="3033783" cy="48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Pre-</a:t>
          </a:r>
          <a:r>
            <a:rPr lang="it-IT" sz="1800" kern="1200" dirty="0" err="1"/>
            <a:t>trained</a:t>
          </a:r>
          <a:r>
            <a:rPr lang="it-IT" sz="1800" kern="1200" dirty="0"/>
            <a:t> models</a:t>
          </a:r>
        </a:p>
      </dsp:txBody>
      <dsp:txXfrm>
        <a:off x="1694190" y="1042950"/>
        <a:ext cx="3033783" cy="485093"/>
      </dsp:txXfrm>
    </dsp:sp>
    <dsp:sp modelId="{670DBC63-A260-4BE3-A02F-DA12E7A72BC1}">
      <dsp:nvSpPr>
        <dsp:cNvPr id="0" name=""/>
        <dsp:cNvSpPr/>
      </dsp:nvSpPr>
      <dsp:spPr>
        <a:xfrm>
          <a:off x="1575991" y="1528044"/>
          <a:ext cx="63039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C0E482-BAB0-4672-B977-8B87435A1EB0}">
      <dsp:nvSpPr>
        <dsp:cNvPr id="0" name=""/>
        <dsp:cNvSpPr/>
      </dsp:nvSpPr>
      <dsp:spPr>
        <a:xfrm>
          <a:off x="1694190" y="1552298"/>
          <a:ext cx="3033783" cy="485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Tutti i modelli condividono</a:t>
          </a:r>
        </a:p>
      </dsp:txBody>
      <dsp:txXfrm>
        <a:off x="1694190" y="1552298"/>
        <a:ext cx="3033783" cy="485093"/>
      </dsp:txXfrm>
    </dsp:sp>
    <dsp:sp modelId="{D066F4B5-DA79-4D98-8EAA-D3EC9F576810}">
      <dsp:nvSpPr>
        <dsp:cNvPr id="0" name=""/>
        <dsp:cNvSpPr/>
      </dsp:nvSpPr>
      <dsp:spPr>
        <a:xfrm>
          <a:off x="4846174" y="1552298"/>
          <a:ext cx="3033783" cy="242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Dataset di addestramento</a:t>
          </a:r>
        </a:p>
      </dsp:txBody>
      <dsp:txXfrm>
        <a:off x="4846174" y="1552298"/>
        <a:ext cx="3033783" cy="242546"/>
      </dsp:txXfrm>
    </dsp:sp>
    <dsp:sp modelId="{2C26080C-59B2-4D36-8E3F-3CCCCA9514D8}">
      <dsp:nvSpPr>
        <dsp:cNvPr id="0" name=""/>
        <dsp:cNvSpPr/>
      </dsp:nvSpPr>
      <dsp:spPr>
        <a:xfrm>
          <a:off x="4727974" y="1794845"/>
          <a:ext cx="303378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E0E58-6FF3-4BBB-AA10-B643D5982B56}">
      <dsp:nvSpPr>
        <dsp:cNvPr id="0" name=""/>
        <dsp:cNvSpPr/>
      </dsp:nvSpPr>
      <dsp:spPr>
        <a:xfrm>
          <a:off x="4846174" y="1794845"/>
          <a:ext cx="3033783" cy="242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/>
            <a:t>Struttura </a:t>
          </a:r>
          <a:r>
            <a:rPr lang="it-IT" sz="1100" kern="1200" dirty="0"/>
            <a:t>interna</a:t>
          </a:r>
        </a:p>
      </dsp:txBody>
      <dsp:txXfrm>
        <a:off x="4846174" y="1794845"/>
        <a:ext cx="3033783" cy="242546"/>
      </dsp:txXfrm>
    </dsp:sp>
    <dsp:sp modelId="{67AA1947-E1D6-4BFB-BCBF-2087A49E8AEB}">
      <dsp:nvSpPr>
        <dsp:cNvPr id="0" name=""/>
        <dsp:cNvSpPr/>
      </dsp:nvSpPr>
      <dsp:spPr>
        <a:xfrm>
          <a:off x="1575991" y="2037392"/>
          <a:ext cx="630396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87BEA-463E-469E-9AD8-55FD2228C694}">
      <dsp:nvSpPr>
        <dsp:cNvPr id="0" name=""/>
        <dsp:cNvSpPr/>
      </dsp:nvSpPr>
      <dsp:spPr>
        <a:xfrm>
          <a:off x="1388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Mapping e preparazione del dataset</a:t>
          </a:r>
        </a:p>
      </dsp:txBody>
      <dsp:txXfrm>
        <a:off x="1388" y="256531"/>
        <a:ext cx="1745163" cy="667721"/>
      </dsp:txXfrm>
    </dsp:sp>
    <dsp:sp modelId="{1940BD17-5F8E-4BFE-9263-F81622682B7A}">
      <dsp:nvSpPr>
        <dsp:cNvPr id="0" name=""/>
        <dsp:cNvSpPr/>
      </dsp:nvSpPr>
      <dsp:spPr>
        <a:xfrm>
          <a:off x="358831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Dataset unico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Normalizzazione dei </a:t>
          </a:r>
          <a:r>
            <a:rPr lang="it-IT" sz="1300" kern="1200" dirty="0" err="1"/>
            <a:t>topic</a:t>
          </a:r>
          <a:r>
            <a:rPr lang="it-IT" sz="1300" kern="1200" dirty="0"/>
            <a:t> (23 macro-aree)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Calcolo distribuzione umana</a:t>
          </a:r>
        </a:p>
      </dsp:txBody>
      <dsp:txXfrm>
        <a:off x="409945" y="975367"/>
        <a:ext cx="1642935" cy="1888600"/>
      </dsp:txXfrm>
    </dsp:sp>
    <dsp:sp modelId="{06A47E9C-60F0-43DF-8567-DB98E71DBF5F}">
      <dsp:nvSpPr>
        <dsp:cNvPr id="0" name=""/>
        <dsp:cNvSpPr/>
      </dsp:nvSpPr>
      <dsp:spPr>
        <a:xfrm>
          <a:off x="2011112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2011112" y="460043"/>
        <a:ext cx="430520" cy="260697"/>
      </dsp:txXfrm>
    </dsp:sp>
    <dsp:sp modelId="{D73991BB-8981-4CF6-A384-9B7D22DB9FCE}">
      <dsp:nvSpPr>
        <dsp:cNvPr id="0" name=""/>
        <dsp:cNvSpPr/>
      </dsp:nvSpPr>
      <dsp:spPr>
        <a:xfrm>
          <a:off x="280479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Generazione dei trial sperimentali</a:t>
          </a:r>
        </a:p>
      </dsp:txBody>
      <dsp:txXfrm>
        <a:off x="2804794" y="256531"/>
        <a:ext cx="1745163" cy="667721"/>
      </dsp:txXfrm>
    </dsp:sp>
    <dsp:sp modelId="{D97C5A58-CF55-4DCD-A6C0-EFAF39ECE9B4}">
      <dsp:nvSpPr>
        <dsp:cNvPr id="0" name=""/>
        <dsp:cNvSpPr/>
      </dsp:nvSpPr>
      <dsp:spPr>
        <a:xfrm>
          <a:off x="316223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2003568"/>
              <a:satOff val="-8793"/>
              <a:lumOff val="26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1 baseline 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permutazioni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duplicazione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minacce (economica, informatica, legale)</a:t>
          </a:r>
          <a:endParaRPr lang="it-IT" sz="1300" kern="1200" dirty="0"/>
        </a:p>
      </dsp:txBody>
      <dsp:txXfrm>
        <a:off x="3213351" y="975367"/>
        <a:ext cx="1642935" cy="1888600"/>
      </dsp:txXfrm>
    </dsp:sp>
    <dsp:sp modelId="{295A6F93-A700-4896-B26F-F6D89D88AC0C}">
      <dsp:nvSpPr>
        <dsp:cNvPr id="0" name=""/>
        <dsp:cNvSpPr/>
      </dsp:nvSpPr>
      <dsp:spPr>
        <a:xfrm>
          <a:off x="4814517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005351"/>
            <a:satOff val="-13190"/>
            <a:lumOff val="39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4814517" y="460043"/>
        <a:ext cx="430520" cy="260697"/>
      </dsp:txXfrm>
    </dsp:sp>
    <dsp:sp modelId="{E088815E-D57C-4B50-902E-3BC36DF44AF3}">
      <dsp:nvSpPr>
        <dsp:cNvPr id="0" name=""/>
        <dsp:cNvSpPr/>
      </dsp:nvSpPr>
      <dsp:spPr>
        <a:xfrm>
          <a:off x="5608199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Esecuzione dell’inferenza</a:t>
          </a:r>
        </a:p>
      </dsp:txBody>
      <dsp:txXfrm>
        <a:off x="5608199" y="256531"/>
        <a:ext cx="1745163" cy="667721"/>
      </dsp:txXfrm>
    </dsp:sp>
    <dsp:sp modelId="{D49A884B-4C4B-4C07-9133-52D60893DC14}">
      <dsp:nvSpPr>
        <dsp:cNvPr id="0" name=""/>
        <dsp:cNvSpPr/>
      </dsp:nvSpPr>
      <dsp:spPr>
        <a:xfrm>
          <a:off x="5965642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4007135"/>
              <a:satOff val="-17587"/>
              <a:lumOff val="52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Prompt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Doppia inferenza: </a:t>
          </a:r>
          <a:r>
            <a:rPr lang="it-IT" sz="1300" kern="1200" dirty="0" err="1"/>
            <a:t>logit</a:t>
          </a:r>
          <a:r>
            <a:rPr lang="it-IT" sz="1300" kern="1200" dirty="0"/>
            <a:t> + testo libero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Confidenza</a:t>
          </a:r>
        </a:p>
      </dsp:txBody>
      <dsp:txXfrm>
        <a:off x="6016756" y="975367"/>
        <a:ext cx="1642935" cy="1888600"/>
      </dsp:txXfrm>
    </dsp:sp>
    <dsp:sp modelId="{AEE1D654-55EA-488A-80CB-1224714F85B6}">
      <dsp:nvSpPr>
        <dsp:cNvPr id="0" name=""/>
        <dsp:cNvSpPr/>
      </dsp:nvSpPr>
      <dsp:spPr>
        <a:xfrm>
          <a:off x="7617923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7617923" y="460043"/>
        <a:ext cx="430520" cy="260697"/>
      </dsp:txXfrm>
    </dsp:sp>
    <dsp:sp modelId="{C8CF4E0B-5F97-483B-96EE-4E3B2EBE4C86}">
      <dsp:nvSpPr>
        <dsp:cNvPr id="0" name=""/>
        <dsp:cNvSpPr/>
      </dsp:nvSpPr>
      <dsp:spPr>
        <a:xfrm>
          <a:off x="841160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Post-processing e analisi</a:t>
          </a:r>
        </a:p>
      </dsp:txBody>
      <dsp:txXfrm>
        <a:off x="8411604" y="256531"/>
        <a:ext cx="1745163" cy="667721"/>
      </dsp:txXfrm>
    </dsp:sp>
    <dsp:sp modelId="{44A6E372-3F6C-4A41-A8BC-EC594634FF3F}">
      <dsp:nvSpPr>
        <dsp:cNvPr id="0" name=""/>
        <dsp:cNvSpPr/>
      </dsp:nvSpPr>
      <dsp:spPr>
        <a:xfrm>
          <a:off x="876904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6010703"/>
              <a:satOff val="-26380"/>
              <a:lumOff val="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Validità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Coerenza logit-testo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Stabilità e robustezza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Minacce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Allineamento umano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Affinità politica </a:t>
          </a:r>
          <a:endParaRPr lang="it-IT" sz="1300" kern="1200" dirty="0"/>
        </a:p>
      </dsp:txBody>
      <dsp:txXfrm>
        <a:off x="8820161" y="975367"/>
        <a:ext cx="1642935" cy="18886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5ABFC-6F9F-49D5-B72C-240A4F60F0B3}">
      <dsp:nvSpPr>
        <dsp:cNvPr id="0" name=""/>
        <dsp:cNvSpPr/>
      </dsp:nvSpPr>
      <dsp:spPr>
        <a:xfrm>
          <a:off x="0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23099" y="560525"/>
        <a:ext cx="1268251" cy="742472"/>
      </dsp:txXfrm>
    </dsp:sp>
    <dsp:sp modelId="{6549B818-CDE0-4573-9D38-F8D72952E002}">
      <dsp:nvSpPr>
        <dsp:cNvPr id="0" name=""/>
        <dsp:cNvSpPr/>
      </dsp:nvSpPr>
      <dsp:spPr>
        <a:xfrm>
          <a:off x="1445895" y="76877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>
        <a:off x="1445895" y="833967"/>
        <a:ext cx="195064" cy="195589"/>
      </dsp:txXfrm>
    </dsp:sp>
    <dsp:sp modelId="{07390F85-F564-4DA5-A812-6B8F5CBB8BD6}">
      <dsp:nvSpPr>
        <dsp:cNvPr id="0" name=""/>
        <dsp:cNvSpPr/>
      </dsp:nvSpPr>
      <dsp:spPr>
        <a:xfrm>
          <a:off x="1840230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  <a:r>
            <a:rPr lang="it-IT" sz="14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4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1863329" y="560525"/>
        <a:ext cx="1268251" cy="742472"/>
      </dsp:txXfrm>
    </dsp:sp>
    <dsp:sp modelId="{BCC19C80-6913-4CD5-AEC8-253E317130C1}">
      <dsp:nvSpPr>
        <dsp:cNvPr id="0" name=""/>
        <dsp:cNvSpPr/>
      </dsp:nvSpPr>
      <dsp:spPr>
        <a:xfrm>
          <a:off x="3286125" y="76877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>
        <a:off x="3286125" y="833967"/>
        <a:ext cx="195064" cy="195589"/>
      </dsp:txXfrm>
    </dsp:sp>
    <dsp:sp modelId="{38F1E448-8B59-41A1-A859-F66EFEF1F4AF}">
      <dsp:nvSpPr>
        <dsp:cNvPr id="0" name=""/>
        <dsp:cNvSpPr/>
      </dsp:nvSpPr>
      <dsp:spPr>
        <a:xfrm>
          <a:off x="3680460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3703559" y="560525"/>
        <a:ext cx="1268251" cy="742472"/>
      </dsp:txXfrm>
    </dsp:sp>
    <dsp:sp modelId="{F54A648B-170D-442E-BC9F-9C92741AB9DD}">
      <dsp:nvSpPr>
        <dsp:cNvPr id="0" name=""/>
        <dsp:cNvSpPr/>
      </dsp:nvSpPr>
      <dsp:spPr>
        <a:xfrm>
          <a:off x="5126355" y="76877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>
        <a:off x="5126355" y="833967"/>
        <a:ext cx="195064" cy="195589"/>
      </dsp:txXfrm>
    </dsp:sp>
    <dsp:sp modelId="{DCD7C4E6-718D-482B-8D62-AFBE817F18DF}">
      <dsp:nvSpPr>
        <dsp:cNvPr id="0" name=""/>
        <dsp:cNvSpPr/>
      </dsp:nvSpPr>
      <dsp:spPr>
        <a:xfrm>
          <a:off x="5520690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5543789" y="560525"/>
        <a:ext cx="1268251" cy="742472"/>
      </dsp:txXfrm>
    </dsp:sp>
    <dsp:sp modelId="{A7955134-AA5E-414B-9694-88D3F3DFAFE9}">
      <dsp:nvSpPr>
        <dsp:cNvPr id="0" name=""/>
        <dsp:cNvSpPr/>
      </dsp:nvSpPr>
      <dsp:spPr>
        <a:xfrm>
          <a:off x="6966585" y="76877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>
        <a:off x="6966585" y="833967"/>
        <a:ext cx="195064" cy="195589"/>
      </dsp:txXfrm>
    </dsp:sp>
    <dsp:sp modelId="{EA60C24A-88E5-4023-89BC-E14944173AD4}">
      <dsp:nvSpPr>
        <dsp:cNvPr id="0" name=""/>
        <dsp:cNvSpPr/>
      </dsp:nvSpPr>
      <dsp:spPr>
        <a:xfrm>
          <a:off x="7360920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7384019" y="560525"/>
        <a:ext cx="1268251" cy="742472"/>
      </dsp:txXfrm>
    </dsp:sp>
    <dsp:sp modelId="{47AC7922-ABEC-4C53-8A47-9779FF526E76}">
      <dsp:nvSpPr>
        <dsp:cNvPr id="0" name=""/>
        <dsp:cNvSpPr/>
      </dsp:nvSpPr>
      <dsp:spPr>
        <a:xfrm>
          <a:off x="8806814" y="768770"/>
          <a:ext cx="278663" cy="3259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>
        <a:off x="8806814" y="833967"/>
        <a:ext cx="195064" cy="195589"/>
      </dsp:txXfrm>
    </dsp:sp>
    <dsp:sp modelId="{FC1516C8-4037-4B3B-9085-81CDC56C7FD3}">
      <dsp:nvSpPr>
        <dsp:cNvPr id="0" name=""/>
        <dsp:cNvSpPr/>
      </dsp:nvSpPr>
      <dsp:spPr>
        <a:xfrm>
          <a:off x="9201149" y="537426"/>
          <a:ext cx="1314449" cy="78867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4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9224248" y="560525"/>
        <a:ext cx="1268251" cy="7424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68161" y="2376"/>
          <a:ext cx="2046470" cy="817056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92092" y="26307"/>
        <a:ext cx="1998608" cy="769194"/>
      </dsp:txXfrm>
    </dsp:sp>
    <dsp:sp modelId="{AC3A6C9C-EF10-476D-A2BD-DE26B91B3916}">
      <dsp:nvSpPr>
        <dsp:cNvPr id="0" name=""/>
        <dsp:cNvSpPr/>
      </dsp:nvSpPr>
      <dsp:spPr>
        <a:xfrm rot="5400000">
          <a:off x="986760" y="833384"/>
          <a:ext cx="209272" cy="251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058" y="854311"/>
        <a:ext cx="150677" cy="146490"/>
      </dsp:txXfrm>
    </dsp:sp>
    <dsp:sp modelId="{FB8DBFE5-AEFB-4800-811C-C9E7B8154247}">
      <dsp:nvSpPr>
        <dsp:cNvPr id="0" name=""/>
        <dsp:cNvSpPr/>
      </dsp:nvSpPr>
      <dsp:spPr>
        <a:xfrm>
          <a:off x="392513" y="1098462"/>
          <a:ext cx="1397766" cy="55806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8858" y="1114807"/>
        <a:ext cx="1365076" cy="525370"/>
      </dsp:txXfrm>
    </dsp:sp>
    <dsp:sp modelId="{B0993BA2-1F1F-4E34-9E7E-3BB8C54593AF}">
      <dsp:nvSpPr>
        <dsp:cNvPr id="0" name=""/>
        <dsp:cNvSpPr/>
      </dsp:nvSpPr>
      <dsp:spPr>
        <a:xfrm rot="5400000">
          <a:off x="986760" y="1670474"/>
          <a:ext cx="209272" cy="251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058" y="1691401"/>
        <a:ext cx="150677" cy="146490"/>
      </dsp:txXfrm>
    </dsp:sp>
    <dsp:sp modelId="{CD965EAE-4D7F-4623-B9F5-B7A7C20920E1}">
      <dsp:nvSpPr>
        <dsp:cNvPr id="0" name=""/>
        <dsp:cNvSpPr/>
      </dsp:nvSpPr>
      <dsp:spPr>
        <a:xfrm>
          <a:off x="392513" y="1935553"/>
          <a:ext cx="1397766" cy="55806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8858" y="1951898"/>
        <a:ext cx="1365076" cy="525370"/>
      </dsp:txXfrm>
    </dsp:sp>
    <dsp:sp modelId="{051C0026-8703-49C1-B9D3-09F9680CFCD8}">
      <dsp:nvSpPr>
        <dsp:cNvPr id="0" name=""/>
        <dsp:cNvSpPr/>
      </dsp:nvSpPr>
      <dsp:spPr>
        <a:xfrm rot="5400000">
          <a:off x="986760" y="2507565"/>
          <a:ext cx="209272" cy="251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058" y="2528492"/>
        <a:ext cx="150677" cy="146490"/>
      </dsp:txXfrm>
    </dsp:sp>
    <dsp:sp modelId="{A56FBDB0-8B25-4E0E-ADF8-C66B71B5459C}">
      <dsp:nvSpPr>
        <dsp:cNvPr id="0" name=""/>
        <dsp:cNvSpPr/>
      </dsp:nvSpPr>
      <dsp:spPr>
        <a:xfrm>
          <a:off x="392513" y="2772643"/>
          <a:ext cx="1397766" cy="55806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8858" y="2788988"/>
        <a:ext cx="1365076" cy="525370"/>
      </dsp:txXfrm>
    </dsp:sp>
    <dsp:sp modelId="{5231A7A0-2D68-403D-BF4A-2FF1DDDCA8B1}">
      <dsp:nvSpPr>
        <dsp:cNvPr id="0" name=""/>
        <dsp:cNvSpPr/>
      </dsp:nvSpPr>
      <dsp:spPr>
        <a:xfrm rot="5400000">
          <a:off x="986760" y="3344655"/>
          <a:ext cx="209272" cy="251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058" y="3365582"/>
        <a:ext cx="150677" cy="146490"/>
      </dsp:txXfrm>
    </dsp:sp>
    <dsp:sp modelId="{D96D5F03-16A1-449E-A28B-BFDCF6E9C197}">
      <dsp:nvSpPr>
        <dsp:cNvPr id="0" name=""/>
        <dsp:cNvSpPr/>
      </dsp:nvSpPr>
      <dsp:spPr>
        <a:xfrm>
          <a:off x="392513" y="3609734"/>
          <a:ext cx="1397766" cy="55806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8858" y="3626079"/>
        <a:ext cx="1365076" cy="525370"/>
      </dsp:txXfrm>
    </dsp:sp>
    <dsp:sp modelId="{D638C4D3-4D0B-405A-81CD-18DE0D70B068}">
      <dsp:nvSpPr>
        <dsp:cNvPr id="0" name=""/>
        <dsp:cNvSpPr/>
      </dsp:nvSpPr>
      <dsp:spPr>
        <a:xfrm rot="5400000">
          <a:off x="986760" y="4181746"/>
          <a:ext cx="209272" cy="2511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058" y="4202673"/>
        <a:ext cx="150677" cy="146490"/>
      </dsp:txXfrm>
    </dsp:sp>
    <dsp:sp modelId="{97619CED-35AB-4575-8068-46D3B2B8A560}">
      <dsp:nvSpPr>
        <dsp:cNvPr id="0" name=""/>
        <dsp:cNvSpPr/>
      </dsp:nvSpPr>
      <dsp:spPr>
        <a:xfrm>
          <a:off x="392513" y="4446824"/>
          <a:ext cx="1397766" cy="558060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8858" y="4463169"/>
        <a:ext cx="1365076" cy="5253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3137E-61CA-4D31-A715-0920BCE48657}">
      <dsp:nvSpPr>
        <dsp:cNvPr id="0" name=""/>
        <dsp:cNvSpPr/>
      </dsp:nvSpPr>
      <dsp:spPr>
        <a:xfrm>
          <a:off x="0" y="0"/>
          <a:ext cx="8045852" cy="0"/>
        </a:xfrm>
        <a:prstGeom prst="line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469-7D22-4978-899E-3D18EC65E1A0}">
      <dsp:nvSpPr>
        <dsp:cNvPr id="0" name=""/>
        <dsp:cNvSpPr/>
      </dsp:nvSpPr>
      <dsp:spPr>
        <a:xfrm>
          <a:off x="0" y="0"/>
          <a:ext cx="1609170" cy="174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Osservazioni</a:t>
          </a:r>
        </a:p>
      </dsp:txBody>
      <dsp:txXfrm>
        <a:off x="0" y="0"/>
        <a:ext cx="1609170" cy="1741620"/>
      </dsp:txXfrm>
    </dsp:sp>
    <dsp:sp modelId="{A8975B29-C891-4DE5-A931-5FB4BE67098B}">
      <dsp:nvSpPr>
        <dsp:cNvPr id="0" name=""/>
        <dsp:cNvSpPr/>
      </dsp:nvSpPr>
      <dsp:spPr>
        <a:xfrm>
          <a:off x="1729858" y="27212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1.4B è il più robusto</a:t>
          </a:r>
        </a:p>
      </dsp:txBody>
      <dsp:txXfrm>
        <a:off x="1729858" y="27212"/>
        <a:ext cx="6315993" cy="544256"/>
      </dsp:txXfrm>
    </dsp:sp>
    <dsp:sp modelId="{E3ACFED0-EEB1-4B34-8C88-A7DDC7339923}">
      <dsp:nvSpPr>
        <dsp:cNvPr id="0" name=""/>
        <dsp:cNvSpPr/>
      </dsp:nvSpPr>
      <dsp:spPr>
        <a:xfrm>
          <a:off x="1609170" y="571469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49EB12-3787-4DB7-B1D9-FFD49406959A}">
      <dsp:nvSpPr>
        <dsp:cNvPr id="0" name=""/>
        <dsp:cNvSpPr/>
      </dsp:nvSpPr>
      <dsp:spPr>
        <a:xfrm>
          <a:off x="1729858" y="598681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160M e 6.9B sono i più deboli sotto minaccia</a:t>
          </a:r>
        </a:p>
      </dsp:txBody>
      <dsp:txXfrm>
        <a:off x="1729858" y="598681"/>
        <a:ext cx="6315993" cy="544256"/>
      </dsp:txXfrm>
    </dsp:sp>
    <dsp:sp modelId="{99C37EC2-1527-4A37-9A17-19BEA7BF2EAA}">
      <dsp:nvSpPr>
        <dsp:cNvPr id="0" name=""/>
        <dsp:cNvSpPr/>
      </dsp:nvSpPr>
      <dsp:spPr>
        <a:xfrm>
          <a:off x="1609170" y="1142938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797FE-C0F6-48F0-B105-827709E3CBFC}">
      <dsp:nvSpPr>
        <dsp:cNvPr id="0" name=""/>
        <dsp:cNvSpPr/>
      </dsp:nvSpPr>
      <dsp:spPr>
        <a:xfrm>
          <a:off x="1729858" y="1170150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Robustezza strutturale (permutazione e duplicazione)</a:t>
          </a:r>
        </a:p>
      </dsp:txBody>
      <dsp:txXfrm>
        <a:off x="1729858" y="1170150"/>
        <a:ext cx="6315993" cy="544256"/>
      </dsp:txXfrm>
    </dsp:sp>
    <dsp:sp modelId="{DEFD7B56-8097-4B82-9FB0-CDE82EF43707}">
      <dsp:nvSpPr>
        <dsp:cNvPr id="0" name=""/>
        <dsp:cNvSpPr/>
      </dsp:nvSpPr>
      <dsp:spPr>
        <a:xfrm>
          <a:off x="1609170" y="1714407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69160" y="841092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93067" y="864999"/>
        <a:ext cx="1996657" cy="768444"/>
      </dsp:txXfrm>
    </dsp:sp>
    <dsp:sp modelId="{B0993BA2-1F1F-4E34-9E7E-3BB8C54593AF}">
      <dsp:nvSpPr>
        <dsp:cNvPr id="0" name=""/>
        <dsp:cNvSpPr/>
      </dsp:nvSpPr>
      <dsp:spPr>
        <a:xfrm rot="5400000">
          <a:off x="986862" y="167128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692194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93610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952437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69160" y="841092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93067" y="864999"/>
        <a:ext cx="1996657" cy="768444"/>
      </dsp:txXfrm>
    </dsp:sp>
    <dsp:sp modelId="{B0993BA2-1F1F-4E34-9E7E-3BB8C54593AF}">
      <dsp:nvSpPr>
        <dsp:cNvPr id="0" name=""/>
        <dsp:cNvSpPr/>
      </dsp:nvSpPr>
      <dsp:spPr>
        <a:xfrm rot="5400000">
          <a:off x="986862" y="167128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692194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93610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952437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1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A3137E-61CA-4D31-A715-0920BCE48657}">
      <dsp:nvSpPr>
        <dsp:cNvPr id="0" name=""/>
        <dsp:cNvSpPr/>
      </dsp:nvSpPr>
      <dsp:spPr>
        <a:xfrm>
          <a:off x="0" y="0"/>
          <a:ext cx="8045852" cy="0"/>
        </a:xfrm>
        <a:prstGeom prst="line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469-7D22-4978-899E-3D18EC65E1A0}">
      <dsp:nvSpPr>
        <dsp:cNvPr id="0" name=""/>
        <dsp:cNvSpPr/>
      </dsp:nvSpPr>
      <dsp:spPr>
        <a:xfrm>
          <a:off x="0" y="0"/>
          <a:ext cx="1609170" cy="1741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900" b="1" kern="1200" dirty="0"/>
            <a:t>Osservazioni</a:t>
          </a:r>
        </a:p>
      </dsp:txBody>
      <dsp:txXfrm>
        <a:off x="0" y="0"/>
        <a:ext cx="1609170" cy="1741620"/>
      </dsp:txXfrm>
    </dsp:sp>
    <dsp:sp modelId="{12A6426A-C92A-43C6-B747-9B7869E5B426}">
      <dsp:nvSpPr>
        <dsp:cNvPr id="0" name=""/>
        <dsp:cNvSpPr/>
      </dsp:nvSpPr>
      <dsp:spPr>
        <a:xfrm>
          <a:off x="1729858" y="27212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 dirty="0"/>
            <a:t>Picco di prestazioni nel 1B</a:t>
          </a:r>
        </a:p>
      </dsp:txBody>
      <dsp:txXfrm>
        <a:off x="1729858" y="27212"/>
        <a:ext cx="6315993" cy="544256"/>
      </dsp:txXfrm>
    </dsp:sp>
    <dsp:sp modelId="{074CA358-C7DA-41DD-890E-CF2E42C1AC67}">
      <dsp:nvSpPr>
        <dsp:cNvPr id="0" name=""/>
        <dsp:cNvSpPr/>
      </dsp:nvSpPr>
      <dsp:spPr>
        <a:xfrm>
          <a:off x="1609170" y="571469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B75EF-C968-4DDF-8831-66B245D387CC}">
      <dsp:nvSpPr>
        <dsp:cNvPr id="0" name=""/>
        <dsp:cNvSpPr/>
      </dsp:nvSpPr>
      <dsp:spPr>
        <a:xfrm>
          <a:off x="1729858" y="598681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 dirty="0"/>
            <a:t>Discrepanza logico-sintattica nel 1.4B </a:t>
          </a:r>
        </a:p>
      </dsp:txBody>
      <dsp:txXfrm>
        <a:off x="1729858" y="598681"/>
        <a:ext cx="6315993" cy="544256"/>
      </dsp:txXfrm>
    </dsp:sp>
    <dsp:sp modelId="{59E447BF-C4BC-4E1A-9933-F1D1FED781C5}">
      <dsp:nvSpPr>
        <dsp:cNvPr id="0" name=""/>
        <dsp:cNvSpPr/>
      </dsp:nvSpPr>
      <dsp:spPr>
        <a:xfrm>
          <a:off x="1609170" y="1142938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92FD41-1D09-4FFB-BD12-1F99A055BB61}">
      <dsp:nvSpPr>
        <dsp:cNvPr id="0" name=""/>
        <dsp:cNvSpPr/>
      </dsp:nvSpPr>
      <dsp:spPr>
        <a:xfrm>
          <a:off x="1729858" y="1170150"/>
          <a:ext cx="6315993" cy="544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0" kern="1200" dirty="0"/>
            <a:t>Robustezza strutturale, ma debolezza semantica (stesso andamento della validità)</a:t>
          </a:r>
        </a:p>
      </dsp:txBody>
      <dsp:txXfrm>
        <a:off x="1729858" y="1170150"/>
        <a:ext cx="6315993" cy="544256"/>
      </dsp:txXfrm>
    </dsp:sp>
    <dsp:sp modelId="{E5701F31-B36A-4CC3-BE25-ED46D3745A42}">
      <dsp:nvSpPr>
        <dsp:cNvPr id="0" name=""/>
        <dsp:cNvSpPr/>
      </dsp:nvSpPr>
      <dsp:spPr>
        <a:xfrm>
          <a:off x="1609170" y="1714407"/>
          <a:ext cx="643668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69160" y="1677365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93067" y="1701272"/>
        <a:ext cx="1996657" cy="768444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69160" y="1677365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93067" y="1701272"/>
        <a:ext cx="1996657" cy="768444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906D5-69F2-4841-84CA-AED9394BBC1A}">
      <dsp:nvSpPr>
        <dsp:cNvPr id="0" name=""/>
        <dsp:cNvSpPr/>
      </dsp:nvSpPr>
      <dsp:spPr>
        <a:xfrm>
          <a:off x="0" y="483113"/>
          <a:ext cx="8072211" cy="834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493" tIns="416560" rIns="62649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000" kern="1200" dirty="0">
              <a:latin typeface="+mn-lt"/>
            </a:rPr>
            <a:t>Più è vicino a 0, meno il modello si è lasciato influenzare.</a:t>
          </a:r>
        </a:p>
      </dsp:txBody>
      <dsp:txXfrm>
        <a:off x="0" y="483113"/>
        <a:ext cx="8072211" cy="834750"/>
      </dsp:txXfrm>
    </dsp:sp>
    <dsp:sp modelId="{FF8D7823-2BC5-446A-86CC-BAD47D752C88}">
      <dsp:nvSpPr>
        <dsp:cNvPr id="0" name=""/>
        <dsp:cNvSpPr/>
      </dsp:nvSpPr>
      <dsp:spPr>
        <a:xfrm>
          <a:off x="403610" y="187913"/>
          <a:ext cx="5650547" cy="590400"/>
        </a:xfrm>
        <a:prstGeom prst="roundRect">
          <a:avLst/>
        </a:prstGeom>
        <a:solidFill>
          <a:srgbClr val="B2AA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577" tIns="0" rIns="21357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0" i="0" kern="1200" baseline="0" dirty="0">
              <a:solidFill>
                <a:schemeClr val="tx1"/>
              </a:solidFill>
              <a:latin typeface="+mn-lt"/>
            </a:rPr>
            <a:t>La JSD</a:t>
          </a:r>
          <a:r>
            <a:rPr lang="it-IT" sz="2000" b="1" kern="1200" dirty="0">
              <a:solidFill>
                <a:schemeClr val="tx1"/>
              </a:solidFill>
              <a:latin typeface="+mn-lt"/>
            </a:rPr>
            <a:t> </a:t>
          </a:r>
          <a:r>
            <a:rPr lang="it-IT" sz="2000" kern="1200" dirty="0">
              <a:solidFill>
                <a:schemeClr val="tx1"/>
              </a:solidFill>
              <a:latin typeface="+mn-lt"/>
            </a:rPr>
            <a:t>è una metrica </a:t>
          </a:r>
          <a:r>
            <a:rPr lang="it-IT" sz="2000" b="1" kern="1200" dirty="0">
              <a:solidFill>
                <a:schemeClr val="tx1"/>
              </a:solidFill>
              <a:latin typeface="+mn-lt"/>
            </a:rPr>
            <a:t>continua </a:t>
          </a:r>
          <a:r>
            <a:rPr lang="it-IT" sz="2000" kern="1200" dirty="0">
              <a:solidFill>
                <a:schemeClr val="tx1"/>
              </a:solidFill>
              <a:latin typeface="+mn-lt"/>
            </a:rPr>
            <a:t>tra 0 e 1: </a:t>
          </a:r>
        </a:p>
      </dsp:txBody>
      <dsp:txXfrm>
        <a:off x="432431" y="216734"/>
        <a:ext cx="5592905" cy="532758"/>
      </dsp:txXfrm>
    </dsp:sp>
    <dsp:sp modelId="{3B2457A1-40F7-4AE8-87B8-1952D85BF978}">
      <dsp:nvSpPr>
        <dsp:cNvPr id="0" name=""/>
        <dsp:cNvSpPr/>
      </dsp:nvSpPr>
      <dsp:spPr>
        <a:xfrm>
          <a:off x="0" y="1721063"/>
          <a:ext cx="8072211" cy="1480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493" tIns="416560" rIns="626493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it-IT" sz="2000" i="1" kern="1200" dirty="0" smtClean="0">
                  <a:latin typeface="Cambria Math" panose="02040503050406030204" pitchFamily="18" charset="0"/>
                </a:rPr>
                <m:t>𝐽𝑆𝐷</m:t>
              </m:r>
              <m:r>
                <a:rPr lang="it-IT" sz="2000" i="1" kern="1200" dirty="0" smtClean="0">
                  <a:latin typeface="Cambria Math" panose="02040503050406030204" pitchFamily="18" charset="0"/>
                </a:rPr>
                <m:t>&lt;0.05</m:t>
              </m:r>
            </m:oMath>
          </a14:m>
          <a:r>
            <a:rPr lang="it-IT" sz="2000" kern="1200" dirty="0">
              <a:latin typeface="+mn-lt"/>
            </a:rPr>
            <a:t>: </a:t>
          </a:r>
          <a:r>
            <a:rPr lang="it-IT" sz="2000" b="1" kern="1200" dirty="0">
              <a:latin typeface="+mn-lt"/>
            </a:rPr>
            <a:t>robusto</a:t>
          </a:r>
          <a:r>
            <a:rPr lang="it-IT" sz="2000" b="0" kern="1200" dirty="0">
              <a:latin typeface="+mn-lt"/>
            </a:rPr>
            <a:t>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it-IT" sz="2000" i="1" kern="1200" dirty="0" smtClean="0">
                  <a:latin typeface="Cambria Math" panose="02040503050406030204" pitchFamily="18" charset="0"/>
                </a:rPr>
                <m:t>0.05</m:t>
              </m:r>
              <m:r>
                <a:rPr lang="it-IT" sz="2000" i="1" kern="1200" dirty="0">
                  <a:latin typeface="Cambria Math" panose="02040503050406030204" pitchFamily="18" charset="0"/>
                </a:rPr>
                <m:t>≤</m:t>
              </m:r>
              <m:r>
                <a:rPr lang="it-IT" sz="2000" i="1" kern="1200" dirty="0">
                  <a:latin typeface="Cambria Math" panose="02040503050406030204" pitchFamily="18" charset="0"/>
                </a:rPr>
                <m:t>𝐽𝑆𝐷</m:t>
              </m:r>
              <m:r>
                <a:rPr lang="it-IT" sz="2000" i="1" kern="1200" dirty="0">
                  <a:latin typeface="Cambria Math" panose="02040503050406030204" pitchFamily="18" charset="0"/>
                </a:rPr>
                <m:t>&lt;0.15</m:t>
              </m:r>
            </m:oMath>
          </a14:m>
          <a:r>
            <a:rPr lang="it-IT" sz="2000" kern="1200" dirty="0">
              <a:latin typeface="+mn-lt"/>
            </a:rPr>
            <a:t>: </a:t>
          </a:r>
          <a:r>
            <a:rPr lang="it-IT" sz="2000" b="1" kern="1200" dirty="0">
              <a:latin typeface="+mn-lt"/>
            </a:rPr>
            <a:t>stabile</a:t>
          </a:r>
          <a:r>
            <a:rPr lang="it-IT" sz="2000" b="0" kern="1200" dirty="0">
              <a:latin typeface="+mn-lt"/>
            </a:rPr>
            <a:t>;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it-IT" sz="2000" i="1" kern="1200" dirty="0" smtClean="0">
                  <a:latin typeface="Cambria Math" panose="02040503050406030204" pitchFamily="18" charset="0"/>
                </a:rPr>
                <m:t>𝐽𝑆𝐷</m:t>
              </m:r>
              <m:r>
                <a:rPr lang="it-IT" sz="2000" i="1" kern="1200" dirty="0">
                  <a:latin typeface="Cambria Math" panose="02040503050406030204" pitchFamily="18" charset="0"/>
                </a:rPr>
                <m:t>≥0.15</m:t>
              </m:r>
            </m:oMath>
          </a14:m>
          <a:r>
            <a:rPr lang="it-IT" sz="2000" kern="1200" dirty="0">
              <a:latin typeface="+mn-lt"/>
            </a:rPr>
            <a:t>: </a:t>
          </a:r>
          <a:r>
            <a:rPr lang="it-IT" sz="2000" b="1" kern="1200" dirty="0">
              <a:latin typeface="+mn-lt"/>
            </a:rPr>
            <a:t>instabile </a:t>
          </a:r>
          <a:r>
            <a:rPr lang="it-IT" sz="2000" b="0" i="0" kern="1200" dirty="0">
              <a:latin typeface="+mn-lt"/>
            </a:rPr>
            <a:t>(bias o vulnerabilità)</a:t>
          </a:r>
          <a:r>
            <a:rPr lang="it-IT" sz="2000" b="0" kern="1200" dirty="0">
              <a:latin typeface="+mn-lt"/>
            </a:rPr>
            <a:t>.</a:t>
          </a:r>
        </a:p>
      </dsp:txBody>
      <dsp:txXfrm>
        <a:off x="0" y="1721063"/>
        <a:ext cx="8072211" cy="1480500"/>
      </dsp:txXfrm>
    </dsp:sp>
    <dsp:sp modelId="{609A8F7B-AD81-46BA-A967-EFB057CBBDB2}">
      <dsp:nvSpPr>
        <dsp:cNvPr id="0" name=""/>
        <dsp:cNvSpPr/>
      </dsp:nvSpPr>
      <dsp:spPr>
        <a:xfrm>
          <a:off x="403610" y="1425863"/>
          <a:ext cx="5650547" cy="590400"/>
        </a:xfrm>
        <a:prstGeom prst="roundRect">
          <a:avLst/>
        </a:prstGeom>
        <a:solidFill>
          <a:srgbClr val="B2AAB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577" tIns="0" rIns="213577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b="1" kern="1200" dirty="0">
              <a:solidFill>
                <a:schemeClr val="tx1"/>
              </a:solidFill>
              <a:latin typeface="+mn-lt"/>
            </a:rPr>
            <a:t>Soglie di sensibilità</a:t>
          </a:r>
          <a:r>
            <a:rPr lang="it-IT" sz="2000" kern="1200" dirty="0">
              <a:solidFill>
                <a:schemeClr val="tx1"/>
              </a:solidFill>
              <a:latin typeface="+mn-lt"/>
            </a:rPr>
            <a:t> empiriche:</a:t>
          </a:r>
        </a:p>
      </dsp:txBody>
      <dsp:txXfrm>
        <a:off x="432431" y="1454684"/>
        <a:ext cx="5592905" cy="53275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69160" y="1677365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93067" y="1701272"/>
        <a:ext cx="1996657" cy="768444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69160" y="1677365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93067" y="1701272"/>
        <a:ext cx="1996657" cy="768444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69160" y="1677365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93067" y="1701272"/>
        <a:ext cx="1996657" cy="768444"/>
      </dsp:txXfrm>
    </dsp:sp>
    <dsp:sp modelId="{051C0026-8703-49C1-B9D3-09F9680CFCD8}">
      <dsp:nvSpPr>
        <dsp:cNvPr id="0" name=""/>
        <dsp:cNvSpPr/>
      </dsp:nvSpPr>
      <dsp:spPr>
        <a:xfrm rot="5400000">
          <a:off x="986862" y="250756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528467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77238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788710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69160" y="2513638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sp:txBody>
      <dsp:txXfrm>
        <a:off x="93067" y="2537545"/>
        <a:ext cx="1996657" cy="768444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6C8F0-F016-4C4C-822A-D7A0E9802C16}">
      <dsp:nvSpPr>
        <dsp:cNvPr id="0" name=""/>
        <dsp:cNvSpPr/>
      </dsp:nvSpPr>
      <dsp:spPr>
        <a:xfrm rot="10800000">
          <a:off x="6301" y="1300988"/>
          <a:ext cx="2614606" cy="1858444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685" tIns="110685" rIns="110685" bIns="110685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solidFill>
                <a:sysClr val="windowText" lastClr="000000"/>
              </a:solidFill>
            </a:rPr>
            <a:t>Impatto netto della minaccia sulla validità: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sSub>
                  <m:sSubPr>
                    <m:ctrlP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𝛥</m:t>
                    </m:r>
                  </m:e>
                  <m: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𝑣𝑎𝑙𝑖𝑑𝑖𝑡𝑦</m:t>
                    </m:r>
                  </m:sub>
                </m:sSub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sSubPr>
                    <m:ctrlP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e>
                  <m: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𝑡h𝑟𝑒𝑎𝑡</m:t>
                    </m:r>
                  </m:sub>
                </m:sSub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–</m:t>
                </m:r>
                <m:sSub>
                  <m:sSubPr>
                    <m:ctrlP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</m:e>
                  <m: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𝑏𝑎𝑠𝑒𝑙𝑖𝑛𝑒</m:t>
                    </m:r>
                  </m:sub>
                </m:sSub>
              </m:oMath>
            </m:oMathPara>
          </a14:m>
          <a:endParaRPr lang="it-IT" sz="1400" i="1" kern="1200" dirty="0">
            <a:solidFill>
              <a:sysClr val="windowText" lastClr="000000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i="0" kern="1200" dirty="0">
              <a:solidFill>
                <a:sysClr val="windowText" lastClr="000000"/>
              </a:solidFill>
            </a:rPr>
            <a:t>Risulta: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i="0" kern="1200" dirty="0">
              <a:solidFill>
                <a:sysClr val="windowText" lastClr="000000"/>
              </a:solidFill>
            </a:rPr>
            <a:t>Peggiorata </a:t>
          </a:r>
          <a14:m xmlns:a14="http://schemas.microsoft.com/office/drawing/2010/main">
            <m:oMath xmlns:m="http://schemas.openxmlformats.org/officeDocument/2006/math">
              <m: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(</m:t>
              </m:r>
              <m:r>
                <m:rPr>
                  <m:sty m:val="p"/>
                </m:rP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Δ</m:t>
              </m:r>
              <m: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≤−0.2)</m:t>
              </m:r>
            </m:oMath>
          </a14:m>
          <a:r>
            <a:rPr lang="it-IT" sz="1400" i="0" kern="1200" dirty="0">
              <a:solidFill>
                <a:sysClr val="windowText" lastClr="000000"/>
              </a:solidFill>
            </a:rPr>
            <a:t>;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i="0" kern="1200" dirty="0">
              <a:solidFill>
                <a:sysClr val="windowText" lastClr="000000"/>
              </a:solidFill>
            </a:rPr>
            <a:t>Migliorata </a:t>
          </a:r>
          <a14:m xmlns:a14="http://schemas.microsoft.com/office/drawing/2010/main">
            <m:oMath xmlns:m="http://schemas.openxmlformats.org/officeDocument/2006/math">
              <m: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(</m:t>
              </m:r>
              <m:r>
                <m:rPr>
                  <m:sty m:val="p"/>
                </m:rP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Δ</m:t>
              </m:r>
              <m:r>
                <a:rPr lang="it-IT" sz="1400" b="0" i="1" kern="1200" smtClean="0">
                  <a:solidFill>
                    <a:sysClr val="windowText" lastClr="000000"/>
                  </a:solidFill>
                  <a:latin typeface="Cambria Math" panose="02040503050406030204" pitchFamily="18" charset="0"/>
                </a:rPr>
                <m:t>≥0.2);</m:t>
              </m:r>
            </m:oMath>
          </a14:m>
          <a:endParaRPr lang="it-IT" sz="1400" i="0" kern="1200" dirty="0">
            <a:solidFill>
              <a:sysClr val="windowText" lastClr="00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400" i="0" kern="1200" dirty="0">
              <a:solidFill>
                <a:sysClr val="windowText" lastClr="000000"/>
              </a:solidFill>
            </a:rPr>
            <a:t>Stabile.</a:t>
          </a:r>
        </a:p>
      </dsp:txBody>
      <dsp:txXfrm rot="10800000">
        <a:off x="87949" y="1300988"/>
        <a:ext cx="2451310" cy="1776796"/>
      </dsp:txXfrm>
    </dsp:sp>
    <dsp:sp modelId="{54CD02C0-E05C-42D7-A35C-D446E87A7B10}">
      <dsp:nvSpPr>
        <dsp:cNvPr id="0" name=""/>
        <dsp:cNvSpPr/>
      </dsp:nvSpPr>
      <dsp:spPr>
        <a:xfrm>
          <a:off x="6301" y="540137"/>
          <a:ext cx="2614606" cy="784381"/>
        </a:xfrm>
        <a:prstGeom prst="round2SameRect">
          <a:avLst>
            <a:gd name="adj1" fmla="val 45000"/>
            <a:gd name="adj2" fmla="val 0"/>
          </a:avLst>
        </a:prstGeom>
        <a:solidFill>
          <a:srgbClr val="D1CCD2"/>
        </a:solidFill>
        <a:ln w="19050" cap="flat" cmpd="sng" algn="ctr">
          <a:solidFill>
            <a:srgbClr val="D1CCD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612" tIns="206612" rIns="206612" bIns="2066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ysClr val="windowText" lastClr="000000"/>
              </a:solidFill>
            </a:rPr>
            <a:t>Resistenza alla minaccia </a:t>
          </a: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it-IT" sz="1600" b="1" i="1" kern="1200" smtClean="0">
                      <a:solidFill>
                        <a:sysClr val="windowText" lastClr="000000"/>
                      </a:solidFill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it-IT" sz="1600" b="1" i="1" kern="12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it-IT" sz="1600" b="1" i="0" kern="12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𝚫</m:t>
                      </m:r>
                    </m:e>
                    <m:sub>
                      <m:r>
                        <a:rPr lang="it-IT" sz="1600" b="1" i="1" kern="12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𝒗𝒂𝒍𝒊𝒅𝒊𝒕𝒚</m:t>
                      </m:r>
                    </m:sub>
                  </m:sSub>
                </m:e>
              </m:d>
            </m:oMath>
          </a14:m>
          <a:endParaRPr lang="it-IT" sz="1600" b="1" kern="1200" dirty="0">
            <a:solidFill>
              <a:sysClr val="windowText" lastClr="000000"/>
            </a:solidFill>
          </a:endParaRPr>
        </a:p>
      </dsp:txBody>
      <dsp:txXfrm>
        <a:off x="109683" y="643519"/>
        <a:ext cx="2407842" cy="680999"/>
      </dsp:txXfrm>
    </dsp:sp>
    <dsp:sp modelId="{B052F0C4-7365-4F49-8BB0-81A4B5BF6BA5}">
      <dsp:nvSpPr>
        <dsp:cNvPr id="0" name=""/>
        <dsp:cNvSpPr/>
      </dsp:nvSpPr>
      <dsp:spPr>
        <a:xfrm rot="10800000">
          <a:off x="2728802" y="1300988"/>
          <a:ext cx="2614606" cy="1858444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685" tIns="110685" rIns="110685" bIns="110685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solidFill>
                <a:sysClr val="windowText" lastClr="000000"/>
              </a:solidFill>
            </a:rPr>
            <a:t>Quale variante massimizza la JSD: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func>
                  <m:funcPr>
                    <m:ctrlPr>
                      <a:rPr lang="it-IT" sz="140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funcPr>
                  <m:fName>
                    <m:limLow>
                      <m:limLowPr>
                        <m:ctrlPr>
                          <a:rPr lang="it-IT" sz="140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𝑎𝑟𝑔</m:t>
                        </m:r>
                        <m:r>
                          <a:rPr lang="it-IT" sz="140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e>
                      <m:lim>
                        <m: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lim>
                    </m:limLow>
                  </m:fName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𝐽𝑆𝐷</m:t>
                    </m:r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400" i="1" kern="120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𝑏𝑎𝑠𝑒</m:t>
                        </m:r>
                      </m:sub>
                    </m:s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∥</m:t>
                    </m:r>
                    <m:sSub>
                      <m:sSubPr>
                        <m:ctrlP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kern="120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it-IT" sz="1400" b="0" i="1" kern="120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400" i="1" kern="120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𝑡h𝑟𝑒𝑎𝑡</m:t>
                            </m:r>
                          </m:e>
                          <m:sub>
                            <m:r>
                              <a:rPr lang="it-IT" sz="1400" b="0" i="1" kern="120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e>
                </m:func>
              </m:oMath>
            </m:oMathPara>
          </a14:m>
          <a:endParaRPr lang="it-IT" sz="1400" i="1" kern="1200" dirty="0">
            <a:solidFill>
              <a:sysClr val="windowText" lastClr="000000"/>
            </a:solidFill>
          </a:endParaRPr>
        </a:p>
      </dsp:txBody>
      <dsp:txXfrm rot="10800000">
        <a:off x="2810450" y="1300988"/>
        <a:ext cx="2451310" cy="1776796"/>
      </dsp:txXfrm>
    </dsp:sp>
    <dsp:sp modelId="{5432C022-9A12-4FC0-80C6-85DA28BEC06E}">
      <dsp:nvSpPr>
        <dsp:cNvPr id="0" name=""/>
        <dsp:cNvSpPr/>
      </dsp:nvSpPr>
      <dsp:spPr>
        <a:xfrm>
          <a:off x="2728802" y="540137"/>
          <a:ext cx="2614606" cy="784381"/>
        </a:xfrm>
        <a:prstGeom prst="round2SameRect">
          <a:avLst>
            <a:gd name="adj1" fmla="val 45000"/>
            <a:gd name="adj2" fmla="val 0"/>
          </a:avLst>
        </a:prstGeom>
        <a:solidFill>
          <a:srgbClr val="D1CCD2"/>
        </a:solidFill>
        <a:ln w="19050" cap="flat" cmpd="sng" algn="ctr">
          <a:solidFill>
            <a:srgbClr val="D1CCD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612" tIns="206612" rIns="206612" bIns="2066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ysClr val="windowText" lastClr="000000"/>
              </a:solidFill>
            </a:rPr>
            <a:t>Intensità di disturbo</a:t>
          </a:r>
        </a:p>
      </dsp:txBody>
      <dsp:txXfrm>
        <a:off x="2832184" y="643519"/>
        <a:ext cx="2407842" cy="680999"/>
      </dsp:txXfrm>
    </dsp:sp>
    <dsp:sp modelId="{7FF45550-BD85-4519-8DB1-8F0363888171}">
      <dsp:nvSpPr>
        <dsp:cNvPr id="0" name=""/>
        <dsp:cNvSpPr/>
      </dsp:nvSpPr>
      <dsp:spPr>
        <a:xfrm rot="10800000">
          <a:off x="5451303" y="1300988"/>
          <a:ext cx="2614606" cy="1858444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685" tIns="110685" rIns="110685" bIns="110685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>
              <a:solidFill>
                <a:sysClr val="windowText" lastClr="000000"/>
              </a:solidFill>
            </a:rPr>
            <a:t>Quale variante massimizza, rispettivamente, la validità e la coerenza </a:t>
          </a:r>
          <a:r>
            <a:rPr lang="it-IT" sz="1400" kern="1200" dirty="0" err="1">
              <a:solidFill>
                <a:sysClr val="windowText" lastClr="000000"/>
              </a:solidFill>
            </a:rPr>
            <a:t>logit</a:t>
          </a:r>
          <a:r>
            <a:rPr lang="it-IT" sz="1400" kern="1200" dirty="0">
              <a:solidFill>
                <a:sysClr val="windowText" lastClr="000000"/>
              </a:solidFill>
            </a:rPr>
            <a:t>-testo generato: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limLow>
                  <m:limLowPr>
                    <m:ctrlPr>
                      <a:rPr lang="it-IT" sz="140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limLow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𝑎𝑟𝑔</m:t>
                    </m:r>
                    <m:r>
                      <a:rPr lang="it-IT" sz="140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𝑚𝑎𝑥</m:t>
                    </m:r>
                  </m:e>
                  <m:lim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lim>
                </m:limLow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 </m:t>
                </m:r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𝑉𝑎𝑙𝑖𝑑𝑖𝑡</m:t>
                </m:r>
                <m:sSub>
                  <m:sSubPr>
                    <m:ctrlP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à</m:t>
                    </m:r>
                  </m:e>
                  <m: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m:oMathPara>
          </a14:m>
          <a:endParaRPr lang="it-IT" sz="1400" i="1" kern="1200" dirty="0">
            <a:solidFill>
              <a:sysClr val="windowText" lastClr="000000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limLow>
                  <m:limLowPr>
                    <m:ctrlPr>
                      <a:rPr lang="it-IT" sz="140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limLow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𝑎𝑟𝑔</m:t>
                    </m:r>
                    <m:r>
                      <a:rPr lang="it-IT" sz="140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𝑚𝑎𝑥</m:t>
                    </m:r>
                  </m:e>
                  <m:lim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lim>
                </m:limLow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 </m:t>
                </m:r>
                <m:r>
                  <a:rPr lang="it-IT" sz="1400" b="0" i="1" kern="1200" smtClean="0">
                    <a:solidFill>
                      <a:sysClr val="windowText" lastClr="000000"/>
                    </a:solidFill>
                    <a:latin typeface="Cambria Math" panose="02040503050406030204" pitchFamily="18" charset="0"/>
                  </a:rPr>
                  <m:t>𝐶𝑜𝑒𝑟𝑒𝑛𝑧</m:t>
                </m:r>
                <m:sSub>
                  <m:sSubPr>
                    <m:ctrlP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e>
                  <m:sub>
                    <m:r>
                      <a:rPr lang="it-IT" sz="1400" b="0" i="1" kern="120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sub>
                </m:sSub>
              </m:oMath>
            </m:oMathPara>
          </a14:m>
          <a:endParaRPr lang="it-IT" sz="1400" i="1" kern="1200" dirty="0">
            <a:solidFill>
              <a:sysClr val="windowText" lastClr="000000"/>
            </a:solidFill>
          </a:endParaRPr>
        </a:p>
      </dsp:txBody>
      <dsp:txXfrm rot="10800000">
        <a:off x="5532951" y="1300988"/>
        <a:ext cx="2451310" cy="1776796"/>
      </dsp:txXfrm>
    </dsp:sp>
    <dsp:sp modelId="{893BBFD0-1EBF-4347-AF1C-147D11145887}">
      <dsp:nvSpPr>
        <dsp:cNvPr id="0" name=""/>
        <dsp:cNvSpPr/>
      </dsp:nvSpPr>
      <dsp:spPr>
        <a:xfrm>
          <a:off x="5451303" y="540137"/>
          <a:ext cx="2614606" cy="784381"/>
        </a:xfrm>
        <a:prstGeom prst="round2SameRect">
          <a:avLst>
            <a:gd name="adj1" fmla="val 45000"/>
            <a:gd name="adj2" fmla="val 0"/>
          </a:avLst>
        </a:prstGeom>
        <a:solidFill>
          <a:srgbClr val="D1CCD2"/>
        </a:solidFill>
        <a:ln w="19050" cap="flat" cmpd="sng" algn="ctr">
          <a:solidFill>
            <a:srgbClr val="D1CCD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612" tIns="206612" rIns="206612" bIns="20661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ysClr val="windowText" lastClr="000000"/>
              </a:solidFill>
            </a:rPr>
            <a:t>Efficacia su validità e coerenza </a:t>
          </a:r>
        </a:p>
      </dsp:txBody>
      <dsp:txXfrm>
        <a:off x="5554685" y="643519"/>
        <a:ext cx="2407842" cy="68099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69160" y="2513638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sp:txBody>
      <dsp:txXfrm>
        <a:off x="93067" y="2537545"/>
        <a:ext cx="1996657" cy="768444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69160" y="2513638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sp:txBody>
      <dsp:txXfrm>
        <a:off x="93067" y="2537545"/>
        <a:ext cx="1996657" cy="768444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69160" y="2513638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sp:txBody>
      <dsp:txXfrm>
        <a:off x="93067" y="2537545"/>
        <a:ext cx="1996657" cy="768444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69160" y="2513638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delle minacce</a:t>
          </a:r>
        </a:p>
      </dsp:txBody>
      <dsp:txXfrm>
        <a:off x="93067" y="2537545"/>
        <a:ext cx="1996657" cy="768444"/>
      </dsp:txXfrm>
    </dsp:sp>
    <dsp:sp modelId="{5231A7A0-2D68-403D-BF4A-2FF1DDDCA8B1}">
      <dsp:nvSpPr>
        <dsp:cNvPr id="0" name=""/>
        <dsp:cNvSpPr/>
      </dsp:nvSpPr>
      <dsp:spPr>
        <a:xfrm rot="5400000">
          <a:off x="986862" y="334383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364740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608654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umano</a:t>
          </a:r>
        </a:p>
      </dsp:txBody>
      <dsp:txXfrm>
        <a:off x="409524" y="3624983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69160" y="3349911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93067" y="3373818"/>
        <a:ext cx="1996657" cy="768444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69160" y="3349911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93067" y="3373818"/>
        <a:ext cx="1996657" cy="768444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69160" y="3349911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93067" y="3373818"/>
        <a:ext cx="1996657" cy="768444"/>
      </dsp:txXfrm>
    </dsp:sp>
    <dsp:sp modelId="{D638C4D3-4D0B-405A-81CD-18DE0D70B068}">
      <dsp:nvSpPr>
        <dsp:cNvPr id="0" name=""/>
        <dsp:cNvSpPr/>
      </dsp:nvSpPr>
      <dsp:spPr>
        <a:xfrm rot="5400000">
          <a:off x="986862" y="4180107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4201013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393195" y="4444927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>
              <a:ln>
                <a:noFill/>
              </a:ln>
              <a:solidFill>
                <a:schemeClr val="tx1"/>
              </a:solidFill>
            </a:rPr>
            <a:t>Affinità politica</a:t>
          </a:r>
          <a:endParaRPr lang="it-IT" sz="1500" b="1" kern="1200" dirty="0">
            <a:ln>
              <a:noFill/>
            </a:ln>
            <a:solidFill>
              <a:schemeClr val="tx1"/>
            </a:solidFill>
          </a:endParaRPr>
        </a:p>
      </dsp:txBody>
      <dsp:txXfrm>
        <a:off x="409524" y="4461256"/>
        <a:ext cx="1363743" cy="524857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34991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409524" y="3366240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392136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942270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69160" y="4186184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politica</a:t>
          </a:r>
        </a:p>
      </dsp:txBody>
      <dsp:txXfrm>
        <a:off x="93067" y="4210091"/>
        <a:ext cx="1996657" cy="768444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34991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409524" y="3366240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392136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942270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69160" y="4186184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politica</a:t>
          </a:r>
        </a:p>
      </dsp:txBody>
      <dsp:txXfrm>
        <a:off x="93067" y="4210091"/>
        <a:ext cx="1996657" cy="768444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34991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409524" y="3366240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392136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942270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69160" y="4186184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politica</a:t>
          </a:r>
        </a:p>
      </dsp:txBody>
      <dsp:txXfrm>
        <a:off x="93067" y="4210091"/>
        <a:ext cx="1996657" cy="76844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388116-A996-494B-82AE-C98C5628B013}">
      <dsp:nvSpPr>
        <dsp:cNvPr id="0" name=""/>
        <dsp:cNvSpPr/>
      </dsp:nvSpPr>
      <dsp:spPr>
        <a:xfrm>
          <a:off x="4036106" y="1108893"/>
          <a:ext cx="1339854" cy="4650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536"/>
              </a:lnTo>
              <a:lnTo>
                <a:pt x="1339854" y="232536"/>
              </a:lnTo>
              <a:lnTo>
                <a:pt x="1339854" y="465073"/>
              </a:lnTo>
            </a:path>
          </a:pathLst>
        </a:cu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C4DB7-171D-4016-AEEE-0B2AF2C2082F}">
      <dsp:nvSpPr>
        <dsp:cNvPr id="0" name=""/>
        <dsp:cNvSpPr/>
      </dsp:nvSpPr>
      <dsp:spPr>
        <a:xfrm>
          <a:off x="2650531" y="2681284"/>
          <a:ext cx="91440" cy="46507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5073"/>
              </a:lnTo>
            </a:path>
          </a:pathLst>
        </a:cu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E8C5A40-C9B3-456A-8FE2-5AFEA6E85BD7}">
      <dsp:nvSpPr>
        <dsp:cNvPr id="0" name=""/>
        <dsp:cNvSpPr/>
      </dsp:nvSpPr>
      <dsp:spPr>
        <a:xfrm>
          <a:off x="2696251" y="1108893"/>
          <a:ext cx="1339854" cy="465073"/>
        </a:xfrm>
        <a:custGeom>
          <a:avLst/>
          <a:gdLst/>
          <a:ahLst/>
          <a:cxnLst/>
          <a:rect l="0" t="0" r="0" b="0"/>
          <a:pathLst>
            <a:path>
              <a:moveTo>
                <a:pt x="1339854" y="0"/>
              </a:moveTo>
              <a:lnTo>
                <a:pt x="1339854" y="232536"/>
              </a:lnTo>
              <a:lnTo>
                <a:pt x="0" y="232536"/>
              </a:lnTo>
              <a:lnTo>
                <a:pt x="0" y="465073"/>
              </a:lnTo>
            </a:path>
          </a:pathLst>
        </a:cu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47B2BE-6E1B-4E95-8887-F3908955A7D2}">
      <dsp:nvSpPr>
        <dsp:cNvPr id="0" name=""/>
        <dsp:cNvSpPr/>
      </dsp:nvSpPr>
      <dsp:spPr>
        <a:xfrm>
          <a:off x="3482447" y="1575"/>
          <a:ext cx="1107317" cy="1107317"/>
        </a:xfrm>
        <a:prstGeom prst="arc">
          <a:avLst>
            <a:gd name="adj1" fmla="val 13200000"/>
            <a:gd name="adj2" fmla="val 192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CEB12A-F989-42BF-BBC9-2C7738539061}">
      <dsp:nvSpPr>
        <dsp:cNvPr id="0" name=""/>
        <dsp:cNvSpPr/>
      </dsp:nvSpPr>
      <dsp:spPr>
        <a:xfrm>
          <a:off x="3482447" y="1575"/>
          <a:ext cx="1107317" cy="1107317"/>
        </a:xfrm>
        <a:prstGeom prst="arc">
          <a:avLst>
            <a:gd name="adj1" fmla="val 2400000"/>
            <a:gd name="adj2" fmla="val 84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7339CA-4F80-4BC2-A9FC-4888760753C9}">
      <dsp:nvSpPr>
        <dsp:cNvPr id="0" name=""/>
        <dsp:cNvSpPr/>
      </dsp:nvSpPr>
      <dsp:spPr>
        <a:xfrm>
          <a:off x="2928788" y="200892"/>
          <a:ext cx="2214635" cy="70868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Neutralità</a:t>
          </a:r>
        </a:p>
      </dsp:txBody>
      <dsp:txXfrm>
        <a:off x="2928788" y="200892"/>
        <a:ext cx="2214635" cy="708683"/>
      </dsp:txXfrm>
    </dsp:sp>
    <dsp:sp modelId="{952BDD9C-FFD7-4579-9B1C-E2A74B8A7A5D}">
      <dsp:nvSpPr>
        <dsp:cNvPr id="0" name=""/>
        <dsp:cNvSpPr/>
      </dsp:nvSpPr>
      <dsp:spPr>
        <a:xfrm>
          <a:off x="2142592" y="1573967"/>
          <a:ext cx="1107317" cy="1107317"/>
        </a:xfrm>
        <a:prstGeom prst="arc">
          <a:avLst>
            <a:gd name="adj1" fmla="val 13200000"/>
            <a:gd name="adj2" fmla="val 192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9D8382-F5C2-4982-8442-F44E24A6F9C8}">
      <dsp:nvSpPr>
        <dsp:cNvPr id="0" name=""/>
        <dsp:cNvSpPr/>
      </dsp:nvSpPr>
      <dsp:spPr>
        <a:xfrm>
          <a:off x="2142592" y="1573967"/>
          <a:ext cx="1107317" cy="1107317"/>
        </a:xfrm>
        <a:prstGeom prst="arc">
          <a:avLst>
            <a:gd name="adj1" fmla="val 2400000"/>
            <a:gd name="adj2" fmla="val 84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762A01-0B60-404A-B306-95A8132B6A71}">
      <dsp:nvSpPr>
        <dsp:cNvPr id="0" name=""/>
        <dsp:cNvSpPr/>
      </dsp:nvSpPr>
      <dsp:spPr>
        <a:xfrm>
          <a:off x="1588933" y="1773284"/>
          <a:ext cx="2214635" cy="70868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1. Distribuzione equa delle risposte e rappresentazione più bilanciata</a:t>
          </a:r>
        </a:p>
      </dsp:txBody>
      <dsp:txXfrm>
        <a:off x="1588933" y="1773284"/>
        <a:ext cx="2214635" cy="708683"/>
      </dsp:txXfrm>
    </dsp:sp>
    <dsp:sp modelId="{D17B2A73-30A6-48F1-83D7-3A18604F67EA}">
      <dsp:nvSpPr>
        <dsp:cNvPr id="0" name=""/>
        <dsp:cNvSpPr/>
      </dsp:nvSpPr>
      <dsp:spPr>
        <a:xfrm>
          <a:off x="2142592" y="3146358"/>
          <a:ext cx="1107317" cy="1107317"/>
        </a:xfrm>
        <a:prstGeom prst="arc">
          <a:avLst>
            <a:gd name="adj1" fmla="val 13200000"/>
            <a:gd name="adj2" fmla="val 192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DA1728-BCB5-49F4-9A8B-5477D825EA7B}">
      <dsp:nvSpPr>
        <dsp:cNvPr id="0" name=""/>
        <dsp:cNvSpPr/>
      </dsp:nvSpPr>
      <dsp:spPr>
        <a:xfrm>
          <a:off x="2142592" y="3146358"/>
          <a:ext cx="1107317" cy="1107317"/>
        </a:xfrm>
        <a:prstGeom prst="arc">
          <a:avLst>
            <a:gd name="adj1" fmla="val 2400000"/>
            <a:gd name="adj2" fmla="val 84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402CAD-30A9-491E-B9BA-0A33B8EE974C}">
      <dsp:nvSpPr>
        <dsp:cNvPr id="0" name=""/>
        <dsp:cNvSpPr/>
      </dsp:nvSpPr>
      <dsp:spPr>
        <a:xfrm>
          <a:off x="1588933" y="3345675"/>
          <a:ext cx="2214635" cy="70868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Più plausibile data la bassa JSD di permutazione</a:t>
          </a:r>
        </a:p>
      </dsp:txBody>
      <dsp:txXfrm>
        <a:off x="1588933" y="3345675"/>
        <a:ext cx="2214635" cy="708683"/>
      </dsp:txXfrm>
    </dsp:sp>
    <dsp:sp modelId="{033C1D20-8C24-4ECF-81AE-BAAD1A409979}">
      <dsp:nvSpPr>
        <dsp:cNvPr id="0" name=""/>
        <dsp:cNvSpPr/>
      </dsp:nvSpPr>
      <dsp:spPr>
        <a:xfrm>
          <a:off x="4822301" y="1573967"/>
          <a:ext cx="1107317" cy="1107317"/>
        </a:xfrm>
        <a:prstGeom prst="arc">
          <a:avLst>
            <a:gd name="adj1" fmla="val 13200000"/>
            <a:gd name="adj2" fmla="val 192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56F17C-6D97-461C-AF3F-EEBA2283B5BD}">
      <dsp:nvSpPr>
        <dsp:cNvPr id="0" name=""/>
        <dsp:cNvSpPr/>
      </dsp:nvSpPr>
      <dsp:spPr>
        <a:xfrm>
          <a:off x="4822301" y="1573967"/>
          <a:ext cx="1107317" cy="1107317"/>
        </a:xfrm>
        <a:prstGeom prst="arc">
          <a:avLst>
            <a:gd name="adj1" fmla="val 2400000"/>
            <a:gd name="adj2" fmla="val 8400000"/>
          </a:avLst>
        </a:prstGeom>
        <a:noFill/>
        <a:ln w="57150" cap="flat" cmpd="sng" algn="ctr">
          <a:solidFill>
            <a:srgbClr val="92889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50D5AC-7A32-4601-84D2-FF3EA567AA31}">
      <dsp:nvSpPr>
        <dsp:cNvPr id="0" name=""/>
        <dsp:cNvSpPr/>
      </dsp:nvSpPr>
      <dsp:spPr>
        <a:xfrm>
          <a:off x="4268642" y="1773284"/>
          <a:ext cx="2214635" cy="708683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/>
            <a:t>2. Il modello non comprende, ma distribuisce le probabilità in </a:t>
          </a:r>
          <a:r>
            <a:rPr lang="it-IT" sz="1300" kern="1200"/>
            <a:t>modo uniforme</a:t>
          </a:r>
          <a:endParaRPr lang="it-IT" sz="1300" kern="1200" dirty="0"/>
        </a:p>
      </dsp:txBody>
      <dsp:txXfrm>
        <a:off x="4268642" y="1773284"/>
        <a:ext cx="2214635" cy="708683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34991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409524" y="3366240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392136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942270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69160" y="4186184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politica</a:t>
          </a:r>
        </a:p>
      </dsp:txBody>
      <dsp:txXfrm>
        <a:off x="93067" y="4210091"/>
        <a:ext cx="1996657" cy="768444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9C311-DC21-4480-B44F-D476061AAE1B}">
      <dsp:nvSpPr>
        <dsp:cNvPr id="0" name=""/>
        <dsp:cNvSpPr/>
      </dsp:nvSpPr>
      <dsp:spPr>
        <a:xfrm>
          <a:off x="0" y="0"/>
          <a:ext cx="807221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89C8D-AF69-4372-94D3-2715C611B6D5}">
      <dsp:nvSpPr>
        <dsp:cNvPr id="0" name=""/>
        <dsp:cNvSpPr/>
      </dsp:nvSpPr>
      <dsp:spPr>
        <a:xfrm>
          <a:off x="0" y="0"/>
          <a:ext cx="1739466" cy="14698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Ogni macro-area si mappa lungo due </a:t>
          </a:r>
          <a:r>
            <a:rPr lang="it-IT" sz="1800" b="1" kern="1200" dirty="0"/>
            <a:t>assi indipendenti</a:t>
          </a:r>
        </a:p>
      </dsp:txBody>
      <dsp:txXfrm>
        <a:off x="0" y="0"/>
        <a:ext cx="1739466" cy="1469801"/>
      </dsp:txXfrm>
    </dsp:sp>
    <dsp:sp modelId="{9EF9F28D-ADFC-4458-AB94-6FAAE5519351}">
      <dsp:nvSpPr>
        <dsp:cNvPr id="0" name=""/>
        <dsp:cNvSpPr/>
      </dsp:nvSpPr>
      <dsp:spPr>
        <a:xfrm>
          <a:off x="1858066" y="34161"/>
          <a:ext cx="6206734" cy="683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Economico (sinistra/destra)</a:t>
          </a:r>
          <a:r>
            <a:rPr lang="it-IT" sz="1800" kern="1200" dirty="0"/>
            <a:t>: misura le opinioni sulla regolamentazione del mercato, tasse e intervento statale;</a:t>
          </a:r>
        </a:p>
      </dsp:txBody>
      <dsp:txXfrm>
        <a:off x="1858066" y="34161"/>
        <a:ext cx="6206734" cy="683227"/>
      </dsp:txXfrm>
    </dsp:sp>
    <dsp:sp modelId="{5274AA5E-A5CB-44AC-BCA3-35438E3D297F}">
      <dsp:nvSpPr>
        <dsp:cNvPr id="0" name=""/>
        <dsp:cNvSpPr/>
      </dsp:nvSpPr>
      <dsp:spPr>
        <a:xfrm>
          <a:off x="1739466" y="717389"/>
          <a:ext cx="632533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EA486F-3F23-45A1-8C26-E7F038E0047B}">
      <dsp:nvSpPr>
        <dsp:cNvPr id="0" name=""/>
        <dsp:cNvSpPr/>
      </dsp:nvSpPr>
      <dsp:spPr>
        <a:xfrm>
          <a:off x="1858066" y="751550"/>
          <a:ext cx="6206734" cy="683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Asse sociale (autoritario/libertario)</a:t>
          </a:r>
          <a:r>
            <a:rPr lang="it-IT" sz="1800" kern="1200" dirty="0"/>
            <a:t>: misura le opinioni su libertà civili, diritti individuali e autorità.</a:t>
          </a:r>
        </a:p>
      </dsp:txBody>
      <dsp:txXfrm>
        <a:off x="1858066" y="751550"/>
        <a:ext cx="6206734" cy="683227"/>
      </dsp:txXfrm>
    </dsp:sp>
    <dsp:sp modelId="{E8A5562B-A18B-4842-8BC2-53DB9B3A57B0}">
      <dsp:nvSpPr>
        <dsp:cNvPr id="0" name=""/>
        <dsp:cNvSpPr/>
      </dsp:nvSpPr>
      <dsp:spPr>
        <a:xfrm>
          <a:off x="1739466" y="1434778"/>
          <a:ext cx="6325334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D2EC1E-425E-421E-97A7-A59EDFFA88AA}">
      <dsp:nvSpPr>
        <dsp:cNvPr id="0" name=""/>
        <dsp:cNvSpPr/>
      </dsp:nvSpPr>
      <dsp:spPr>
        <a:xfrm>
          <a:off x="0" y="879"/>
          <a:ext cx="807221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4821DE-4E8C-495F-9F7F-EA764E1ACDA7}">
      <dsp:nvSpPr>
        <dsp:cNvPr id="0" name=""/>
        <dsp:cNvSpPr/>
      </dsp:nvSpPr>
      <dsp:spPr>
        <a:xfrm>
          <a:off x="0" y="879"/>
          <a:ext cx="2642228" cy="1799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Le </a:t>
          </a:r>
          <a:r>
            <a:rPr lang="it-IT" sz="1800" b="1" kern="1200" dirty="0"/>
            <a:t>coordinate </a:t>
          </a:r>
          <a:r>
            <a:rPr lang="it-IT" sz="1800" kern="1200" dirty="0"/>
            <a:t>derivano dalla </a:t>
          </a:r>
          <a:r>
            <a:rPr lang="it-IT" sz="1800" b="1" kern="1200" dirty="0"/>
            <a:t>vicinanza statistica </a:t>
          </a:r>
          <a:r>
            <a:rPr lang="it-IT" sz="1800" kern="1200" dirty="0"/>
            <a:t>del modello ai gruppi umani di riferimento. Si calcola il delta tra le WD.</a:t>
          </a:r>
        </a:p>
      </dsp:txBody>
      <dsp:txXfrm>
        <a:off x="0" y="879"/>
        <a:ext cx="2642228" cy="1799809"/>
      </dsp:txXfrm>
    </dsp:sp>
    <dsp:sp modelId="{EBD9FA33-6E8C-4D3E-B32E-ED9D45A0B8FE}">
      <dsp:nvSpPr>
        <dsp:cNvPr id="0" name=""/>
        <dsp:cNvSpPr/>
      </dsp:nvSpPr>
      <dsp:spPr>
        <a:xfrm>
          <a:off x="2743919" y="46402"/>
          <a:ext cx="4398222" cy="7524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Asse X (orientamento politico)</a:t>
          </a:r>
          <a:r>
            <a:rPr lang="it-IT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it-IT" sz="1800" i="1" kern="1200">
                    <a:latin typeface="Cambria Math" panose="02040503050406030204" pitchFamily="18" charset="0"/>
                  </a:rPr>
                  <m:t>𝑊</m:t>
                </m:r>
                <m:sSub>
                  <m:sSubPr>
                    <m:ctrlPr>
                      <a:rPr lang="it-IT" sz="1800" i="1" kern="120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800" i="1" kern="1200">
                        <a:latin typeface="Cambria Math" panose="02040503050406030204" pitchFamily="18" charset="0"/>
                      </a:rPr>
                      <m:t>𝐷</m:t>
                    </m:r>
                  </m:e>
                  <m:sub>
                    <m:r>
                      <a:rPr lang="it-IT" sz="1800" i="1" kern="1200">
                        <a:latin typeface="Cambria Math" panose="02040503050406030204" pitchFamily="18" charset="0"/>
                      </a:rPr>
                      <m:t>𝑟𝑒𝑝𝑢𝑏𝑏𝑙𝑖𝑐𝑎𝑛𝑖</m:t>
                    </m:r>
                  </m:sub>
                </m:sSub>
                <m:r>
                  <a:rPr lang="it-IT" sz="1800" i="1" kern="1200">
                    <a:latin typeface="Cambria Math" panose="02040503050406030204" pitchFamily="18" charset="0"/>
                  </a:rPr>
                  <m:t>−</m:t>
                </m:r>
                <m:r>
                  <a:rPr lang="it-IT" sz="1800" i="1" kern="1200">
                    <a:latin typeface="Cambria Math" panose="02040503050406030204" pitchFamily="18" charset="0"/>
                  </a:rPr>
                  <m:t>𝑊</m:t>
                </m:r>
                <m:sSub>
                  <m:sSubPr>
                    <m:ctrlPr>
                      <a:rPr lang="it-IT" sz="1800" i="1" kern="120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800" i="1" kern="1200">
                        <a:latin typeface="Cambria Math" panose="02040503050406030204" pitchFamily="18" charset="0"/>
                      </a:rPr>
                      <m:t>𝐷</m:t>
                    </m:r>
                  </m:e>
                  <m:sub>
                    <m:r>
                      <a:rPr lang="it-IT" sz="1800" i="1" kern="1200">
                        <a:latin typeface="Cambria Math" panose="02040503050406030204" pitchFamily="18" charset="0"/>
                      </a:rPr>
                      <m:t>𝑑𝑒𝑚𝑜𝑐𝑟𝑎𝑡𝑖𝑐𝑖</m:t>
                    </m:r>
                  </m:sub>
                </m:sSub>
                <m:r>
                  <a:rPr lang="it-IT" sz="1800" b="0" i="1" kern="1200" smtClean="0">
                    <a:latin typeface="Cambria Math" panose="02040503050406030204" pitchFamily="18" charset="0"/>
                  </a:rPr>
                  <m:t> </m:t>
                </m:r>
              </m:oMath>
            </m:oMathPara>
          </a14:m>
          <a:endParaRPr lang="it-IT" sz="1800" kern="1200" dirty="0"/>
        </a:p>
      </dsp:txBody>
      <dsp:txXfrm>
        <a:off x="2743919" y="46402"/>
        <a:ext cx="4398222" cy="752441"/>
      </dsp:txXfrm>
    </dsp:sp>
    <dsp:sp modelId="{3112F860-1A11-40B6-B224-90B4694FB01C}">
      <dsp:nvSpPr>
        <dsp:cNvPr id="0" name=""/>
        <dsp:cNvSpPr/>
      </dsp:nvSpPr>
      <dsp:spPr>
        <a:xfrm>
          <a:off x="2642228" y="798844"/>
          <a:ext cx="542351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4DAFF-B127-4EE9-B77A-329524F2DC60}">
      <dsp:nvSpPr>
        <dsp:cNvPr id="0" name=""/>
        <dsp:cNvSpPr/>
      </dsp:nvSpPr>
      <dsp:spPr>
        <a:xfrm>
          <a:off x="2743919" y="844366"/>
          <a:ext cx="5321825" cy="910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b="1" kern="1200" dirty="0"/>
            <a:t>Asse Y (orientamento ideologico)</a:t>
          </a:r>
          <a:r>
            <a:rPr lang="it-IT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it-IT" sz="1800" i="1" kern="1200">
                    <a:latin typeface="Cambria Math" panose="02040503050406030204" pitchFamily="18" charset="0"/>
                  </a:rPr>
                  <m:t>𝑊</m:t>
                </m:r>
                <m:sSub>
                  <m:sSubPr>
                    <m:ctrlPr>
                      <a:rPr lang="it-IT" sz="1800" i="1" kern="120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800" i="1" kern="1200">
                        <a:latin typeface="Cambria Math" panose="02040503050406030204" pitchFamily="18" charset="0"/>
                      </a:rPr>
                      <m:t>𝐷</m:t>
                    </m:r>
                  </m:e>
                  <m:sub>
                    <m:r>
                      <a:rPr lang="it-IT" sz="1800" i="1" kern="1200">
                        <a:latin typeface="Cambria Math" panose="02040503050406030204" pitchFamily="18" charset="0"/>
                      </a:rPr>
                      <m:t>𝑐𝑜𝑛𝑠𝑒𝑟𝑣𝑎𝑡𝑜𝑟𝑖</m:t>
                    </m:r>
                  </m:sub>
                </m:sSub>
                <m:r>
                  <a:rPr lang="it-IT" sz="1800" i="1" kern="1200">
                    <a:latin typeface="Cambria Math" panose="02040503050406030204" pitchFamily="18" charset="0"/>
                  </a:rPr>
                  <m:t>–</m:t>
                </m:r>
                <m:r>
                  <a:rPr lang="it-IT" sz="1800" i="1" kern="1200">
                    <a:latin typeface="Cambria Math" panose="02040503050406030204" pitchFamily="18" charset="0"/>
                  </a:rPr>
                  <m:t>𝑊</m:t>
                </m:r>
                <m:sSub>
                  <m:sSubPr>
                    <m:ctrlPr>
                      <a:rPr lang="it-IT" sz="1800" i="1" kern="120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it-IT" sz="1800" i="1" kern="1200">
                        <a:latin typeface="Cambria Math" panose="02040503050406030204" pitchFamily="18" charset="0"/>
                      </a:rPr>
                      <m:t>𝐷</m:t>
                    </m:r>
                  </m:e>
                  <m:sub>
                    <m:r>
                      <a:rPr lang="it-IT" sz="1800" i="1" kern="1200">
                        <a:latin typeface="Cambria Math" panose="02040503050406030204" pitchFamily="18" charset="0"/>
                      </a:rPr>
                      <m:t>𝑙𝑖𝑏𝑒𝑟𝑎𝑙𝑖</m:t>
                    </m:r>
                  </m:sub>
                </m:sSub>
              </m:oMath>
            </m:oMathPara>
          </a14:m>
          <a:endParaRPr lang="it-IT" sz="1800" kern="1200" dirty="0"/>
        </a:p>
      </dsp:txBody>
      <dsp:txXfrm>
        <a:off x="2743919" y="844366"/>
        <a:ext cx="5321825" cy="910450"/>
      </dsp:txXfrm>
    </dsp:sp>
    <dsp:sp modelId="{FD1C2693-AF96-41A7-BF73-7908ED81F96D}">
      <dsp:nvSpPr>
        <dsp:cNvPr id="0" name=""/>
        <dsp:cNvSpPr/>
      </dsp:nvSpPr>
      <dsp:spPr>
        <a:xfrm>
          <a:off x="2642228" y="1754817"/>
          <a:ext cx="5423516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BE136-F3C3-4DF5-BA1B-5DB413A970BF}">
      <dsp:nvSpPr>
        <dsp:cNvPr id="0" name=""/>
        <dsp:cNvSpPr/>
      </dsp:nvSpPr>
      <dsp:spPr>
        <a:xfrm>
          <a:off x="393195" y="4819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bg1"/>
              </a:solidFill>
            </a:rPr>
            <a:t>Validità delle risposte</a:t>
          </a:r>
        </a:p>
      </dsp:txBody>
      <dsp:txXfrm>
        <a:off x="409524" y="21148"/>
        <a:ext cx="1363743" cy="524857"/>
      </dsp:txXfrm>
    </dsp:sp>
    <dsp:sp modelId="{AC3A6C9C-EF10-476D-A2BD-DE26B91B3916}">
      <dsp:nvSpPr>
        <dsp:cNvPr id="0" name=""/>
        <dsp:cNvSpPr/>
      </dsp:nvSpPr>
      <dsp:spPr>
        <a:xfrm rot="5400000">
          <a:off x="986862" y="576272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597178"/>
        <a:ext cx="150529" cy="146348"/>
      </dsp:txXfrm>
    </dsp:sp>
    <dsp:sp modelId="{FB8DBFE5-AEFB-4800-811C-C9E7B8154247}">
      <dsp:nvSpPr>
        <dsp:cNvPr id="0" name=""/>
        <dsp:cNvSpPr/>
      </dsp:nvSpPr>
      <dsp:spPr>
        <a:xfrm>
          <a:off x="393195" y="841092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Coerenza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>
              <a:ln>
                <a:noFill/>
              </a:ln>
              <a:solidFill>
                <a:schemeClr val="tx1"/>
              </a:solidFill>
            </a:rPr>
            <a:t>logit</a:t>
          </a: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-testo</a:t>
          </a:r>
        </a:p>
      </dsp:txBody>
      <dsp:txXfrm>
        <a:off x="409524" y="857421"/>
        <a:ext cx="1363743" cy="524857"/>
      </dsp:txXfrm>
    </dsp:sp>
    <dsp:sp modelId="{B0993BA2-1F1F-4E34-9E7E-3BB8C54593AF}">
      <dsp:nvSpPr>
        <dsp:cNvPr id="0" name=""/>
        <dsp:cNvSpPr/>
      </dsp:nvSpPr>
      <dsp:spPr>
        <a:xfrm rot="5400000">
          <a:off x="986862" y="1412545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1433451"/>
        <a:ext cx="150529" cy="146348"/>
      </dsp:txXfrm>
    </dsp:sp>
    <dsp:sp modelId="{CD965EAE-4D7F-4623-B9F5-B7A7C20920E1}">
      <dsp:nvSpPr>
        <dsp:cNvPr id="0" name=""/>
        <dsp:cNvSpPr/>
      </dsp:nvSpPr>
      <dsp:spPr>
        <a:xfrm>
          <a:off x="393195" y="1677365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Stabilità e robustezza</a:t>
          </a:r>
        </a:p>
      </dsp:txBody>
      <dsp:txXfrm>
        <a:off x="409524" y="1693694"/>
        <a:ext cx="1363743" cy="524857"/>
      </dsp:txXfrm>
    </dsp:sp>
    <dsp:sp modelId="{051C0026-8703-49C1-B9D3-09F9680CFCD8}">
      <dsp:nvSpPr>
        <dsp:cNvPr id="0" name=""/>
        <dsp:cNvSpPr/>
      </dsp:nvSpPr>
      <dsp:spPr>
        <a:xfrm rot="5400000">
          <a:off x="986862" y="2248818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2269724"/>
        <a:ext cx="150529" cy="146348"/>
      </dsp:txXfrm>
    </dsp:sp>
    <dsp:sp modelId="{A56FBDB0-8B25-4E0E-ADF8-C66B71B5459C}">
      <dsp:nvSpPr>
        <dsp:cNvPr id="0" name=""/>
        <dsp:cNvSpPr/>
      </dsp:nvSpPr>
      <dsp:spPr>
        <a:xfrm>
          <a:off x="393195" y="2513638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26567"/>
            <a:satOff val="702"/>
            <a:lumOff val="378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Efficacia delle minacce</a:t>
          </a:r>
        </a:p>
      </dsp:txBody>
      <dsp:txXfrm>
        <a:off x="409524" y="2529967"/>
        <a:ext cx="1363743" cy="524857"/>
      </dsp:txXfrm>
    </dsp:sp>
    <dsp:sp modelId="{5231A7A0-2D68-403D-BF4A-2FF1DDDCA8B1}">
      <dsp:nvSpPr>
        <dsp:cNvPr id="0" name=""/>
        <dsp:cNvSpPr/>
      </dsp:nvSpPr>
      <dsp:spPr>
        <a:xfrm rot="5400000">
          <a:off x="986862" y="3085091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21916"/>
            <a:satOff val="-742"/>
            <a:lumOff val="2102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105997"/>
        <a:ext cx="150529" cy="146348"/>
      </dsp:txXfrm>
    </dsp:sp>
    <dsp:sp modelId="{D96D5F03-16A1-449E-A28B-BFDCF6E9C197}">
      <dsp:nvSpPr>
        <dsp:cNvPr id="0" name=""/>
        <dsp:cNvSpPr/>
      </dsp:nvSpPr>
      <dsp:spPr>
        <a:xfrm>
          <a:off x="393195" y="3349911"/>
          <a:ext cx="1396401" cy="557515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17711"/>
            <a:satOff val="468"/>
            <a:lumOff val="252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Allineamento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umano</a:t>
          </a:r>
        </a:p>
      </dsp:txBody>
      <dsp:txXfrm>
        <a:off x="409524" y="3366240"/>
        <a:ext cx="1363743" cy="524857"/>
      </dsp:txXfrm>
    </dsp:sp>
    <dsp:sp modelId="{D638C4D3-4D0B-405A-81CD-18DE0D70B068}">
      <dsp:nvSpPr>
        <dsp:cNvPr id="0" name=""/>
        <dsp:cNvSpPr/>
      </dsp:nvSpPr>
      <dsp:spPr>
        <a:xfrm rot="5400000">
          <a:off x="986862" y="3921364"/>
          <a:ext cx="209068" cy="250881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-10958"/>
            <a:satOff val="-371"/>
            <a:lumOff val="105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500" b="1" kern="1200">
            <a:ln>
              <a:noFill/>
            </a:ln>
            <a:solidFill>
              <a:schemeClr val="tx1"/>
            </a:solidFill>
          </a:endParaRPr>
        </a:p>
      </dsp:txBody>
      <dsp:txXfrm rot="-5400000">
        <a:off x="1016132" y="3942270"/>
        <a:ext cx="150529" cy="146348"/>
      </dsp:txXfrm>
    </dsp:sp>
    <dsp:sp modelId="{97619CED-35AB-4575-8068-46D3B2B8A560}">
      <dsp:nvSpPr>
        <dsp:cNvPr id="0" name=""/>
        <dsp:cNvSpPr/>
      </dsp:nvSpPr>
      <dsp:spPr>
        <a:xfrm>
          <a:off x="69160" y="4186184"/>
          <a:ext cx="2044471" cy="816258"/>
        </a:xfrm>
        <a:prstGeom prst="roundRect">
          <a:avLst>
            <a:gd name="adj" fmla="val 10000"/>
          </a:avLst>
        </a:prstGeom>
        <a:solidFill>
          <a:schemeClr val="accent6">
            <a:shade val="50000"/>
            <a:hueOff val="-8856"/>
            <a:satOff val="234"/>
            <a:lumOff val="126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Affinità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>
              <a:ln>
                <a:noFill/>
              </a:ln>
              <a:solidFill>
                <a:schemeClr val="tx1"/>
              </a:solidFill>
            </a:rPr>
            <a:t>politica</a:t>
          </a:r>
        </a:p>
      </dsp:txBody>
      <dsp:txXfrm>
        <a:off x="93067" y="4210091"/>
        <a:ext cx="1996657" cy="76844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652EB-6AB0-4BA8-97D9-E24B8FBCFEB2}">
      <dsp:nvSpPr>
        <dsp:cNvPr id="0" name=""/>
        <dsp:cNvSpPr/>
      </dsp:nvSpPr>
      <dsp:spPr>
        <a:xfrm>
          <a:off x="0" y="467206"/>
          <a:ext cx="2743200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903" tIns="479044" rIns="2129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b="0" i="0" kern="1200" baseline="0" dirty="0">
              <a:solidFill>
                <a:schemeClr val="tx1"/>
              </a:solidFill>
            </a:rPr>
            <a:t>Probabile «</a:t>
          </a:r>
          <a:r>
            <a:rPr lang="it-IT" sz="1600" kern="1200" dirty="0">
              <a:solidFill>
                <a:schemeClr val="tx1"/>
              </a:solidFill>
            </a:rPr>
            <a:t>artefatto statistico» (</a:t>
          </a:r>
          <a:r>
            <a:rPr lang="it-IT" sz="1600" i="1" kern="1200" dirty="0" err="1">
              <a:solidFill>
                <a:schemeClr val="tx1"/>
              </a:solidFill>
            </a:rPr>
            <a:t>primacy</a:t>
          </a:r>
          <a:r>
            <a:rPr lang="it-IT" sz="1600" i="1" kern="1200" dirty="0">
              <a:solidFill>
                <a:schemeClr val="tx1"/>
              </a:solidFill>
            </a:rPr>
            <a:t> bias</a:t>
          </a:r>
          <a:r>
            <a:rPr lang="it-IT" sz="1600" kern="1200" dirty="0">
              <a:solidFill>
                <a:schemeClr val="tx1"/>
              </a:solidFill>
            </a:rPr>
            <a:t>). </a:t>
          </a:r>
        </a:p>
      </dsp:txBody>
      <dsp:txXfrm>
        <a:off x="0" y="467206"/>
        <a:ext cx="2743200" cy="1231650"/>
      </dsp:txXfrm>
    </dsp:sp>
    <dsp:sp modelId="{7233516E-7745-43C0-989B-2D9174E13862}">
      <dsp:nvSpPr>
        <dsp:cNvPr id="0" name=""/>
        <dsp:cNvSpPr/>
      </dsp:nvSpPr>
      <dsp:spPr>
        <a:xfrm>
          <a:off x="137160" y="59830"/>
          <a:ext cx="2112264" cy="746856"/>
        </a:xfrm>
        <a:prstGeom prst="roundRect">
          <a:avLst/>
        </a:prstGeom>
        <a:solidFill>
          <a:srgbClr val="92889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581" tIns="0" rIns="7258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i="0" kern="1200" baseline="0" dirty="0">
              <a:solidFill>
                <a:schemeClr val="tx1"/>
              </a:solidFill>
            </a:rPr>
            <a:t>Pythia-160M e una falsa polarizzazione L+D</a:t>
          </a:r>
          <a:endParaRPr lang="it-IT" sz="1600" b="1" kern="1200" dirty="0">
            <a:solidFill>
              <a:schemeClr val="tx1"/>
            </a:solidFill>
          </a:endParaRPr>
        </a:p>
      </dsp:txBody>
      <dsp:txXfrm>
        <a:off x="173619" y="96289"/>
        <a:ext cx="2039346" cy="673938"/>
      </dsp:txXfrm>
    </dsp:sp>
    <dsp:sp modelId="{25366125-9F03-40AF-B68C-6C01849FC1CA}">
      <dsp:nvSpPr>
        <dsp:cNvPr id="0" name=""/>
        <dsp:cNvSpPr/>
      </dsp:nvSpPr>
      <dsp:spPr>
        <a:xfrm>
          <a:off x="0" y="2230432"/>
          <a:ext cx="2743200" cy="1231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903" tIns="479044" rIns="21290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1600" kern="1200" dirty="0">
              <a:solidFill>
                <a:schemeClr val="tx1"/>
              </a:solidFill>
            </a:rPr>
            <a:t>Bilanciamento delle opinioni vs. letteratura RLHF</a:t>
          </a:r>
        </a:p>
      </dsp:txBody>
      <dsp:txXfrm>
        <a:off x="0" y="2230432"/>
        <a:ext cx="2743200" cy="1231650"/>
      </dsp:txXfrm>
    </dsp:sp>
    <dsp:sp modelId="{B1E7738A-0C3E-4AC3-848B-7B108FE407FB}">
      <dsp:nvSpPr>
        <dsp:cNvPr id="0" name=""/>
        <dsp:cNvSpPr/>
      </dsp:nvSpPr>
      <dsp:spPr>
        <a:xfrm>
          <a:off x="137160" y="1823056"/>
          <a:ext cx="2112264" cy="746856"/>
        </a:xfrm>
        <a:prstGeom prst="roundRect">
          <a:avLst/>
        </a:prstGeom>
        <a:solidFill>
          <a:srgbClr val="92889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581" tIns="0" rIns="7258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1" kern="1200" dirty="0">
              <a:solidFill>
                <a:schemeClr val="tx1"/>
              </a:solidFill>
            </a:rPr>
            <a:t>Pythia-1.4B e la tendenza alla neutralità</a:t>
          </a:r>
        </a:p>
      </dsp:txBody>
      <dsp:txXfrm>
        <a:off x="173619" y="1859515"/>
        <a:ext cx="2039346" cy="67393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DEA70-8458-4AC8-8272-78427077BC12}">
      <dsp:nvSpPr>
        <dsp:cNvPr id="0" name=""/>
        <dsp:cNvSpPr/>
      </dsp:nvSpPr>
      <dsp:spPr>
        <a:xfrm rot="16200000">
          <a:off x="-8022" y="216125"/>
          <a:ext cx="2187744" cy="1974270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Superamento dei bias strutturali</a:t>
          </a:r>
          <a:endParaRPr lang="it-IT" sz="1600" kern="1200" dirty="0"/>
        </a:p>
      </dsp:txBody>
      <dsp:txXfrm rot="5400000">
        <a:off x="98714" y="109389"/>
        <a:ext cx="1974270" cy="1640808"/>
      </dsp:txXfrm>
    </dsp:sp>
    <dsp:sp modelId="{67DBA33F-EB31-4FD2-A347-4E013EB504DD}">
      <dsp:nvSpPr>
        <dsp:cNvPr id="0" name=""/>
        <dsp:cNvSpPr/>
      </dsp:nvSpPr>
      <dsp:spPr>
        <a:xfrm>
          <a:off x="2270414" y="109388"/>
          <a:ext cx="1974270" cy="2187744"/>
        </a:xfrm>
        <a:prstGeom prst="round1Rect">
          <a:avLst/>
        </a:prstGeom>
        <a:solidFill>
          <a:schemeClr val="accent5"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Divergenza logica-sintattica</a:t>
          </a:r>
          <a:endParaRPr lang="it-IT" sz="1600" kern="1200" dirty="0"/>
        </a:p>
      </dsp:txBody>
      <dsp:txXfrm>
        <a:off x="2270414" y="109388"/>
        <a:ext cx="1974270" cy="1640808"/>
      </dsp:txXfrm>
    </dsp:sp>
    <dsp:sp modelId="{77C38BDD-F5E5-4251-81EF-A206EF13815C}">
      <dsp:nvSpPr>
        <dsp:cNvPr id="0" name=""/>
        <dsp:cNvSpPr/>
      </dsp:nvSpPr>
      <dsp:spPr>
        <a:xfrm rot="10800000">
          <a:off x="98714" y="2515909"/>
          <a:ext cx="1974270" cy="2187744"/>
        </a:xfrm>
        <a:prstGeom prst="round1Rect">
          <a:avLst/>
        </a:prstGeom>
        <a:solidFill>
          <a:schemeClr val="accent5"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Robustezza alle minacce (JSD bassa).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Nei modelli intermedi, aiutano ad aumentare validità e coerenza. Quella che più aiuta, in linea generale, è IT/Sistema.</a:t>
          </a:r>
          <a:endParaRPr lang="it-IT" sz="1300" b="0" i="0" kern="1200" baseline="0" dirty="0">
            <a:solidFill>
              <a:schemeClr val="bg1"/>
            </a:solidFill>
          </a:endParaRPr>
        </a:p>
      </dsp:txBody>
      <dsp:txXfrm rot="10800000">
        <a:off x="98714" y="3062845"/>
        <a:ext cx="1974270" cy="1640808"/>
      </dsp:txXfrm>
    </dsp:sp>
    <dsp:sp modelId="{7C222F69-951C-4A1C-BCCC-B9401E53A2CA}">
      <dsp:nvSpPr>
        <dsp:cNvPr id="0" name=""/>
        <dsp:cNvSpPr/>
      </dsp:nvSpPr>
      <dsp:spPr>
        <a:xfrm rot="5400000">
          <a:off x="2163677" y="2622646"/>
          <a:ext cx="2187744" cy="1974270"/>
        </a:xfrm>
        <a:prstGeom prst="round1Rect">
          <a:avLst/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Propensione alla neutralità </a:t>
          </a:r>
          <a:r>
            <a:rPr lang="it-IT" sz="1600" kern="1200" dirty="0"/>
            <a:t>e varietà ideologica</a:t>
          </a:r>
          <a:r>
            <a:rPr lang="it-IT" sz="1600" b="0" i="0" kern="1200" baseline="0" dirty="0"/>
            <a:t>, contrariamente ai modelli post-RLHF</a:t>
          </a:r>
          <a:endParaRPr lang="it-IT" sz="1600" kern="1200" dirty="0"/>
        </a:p>
      </dsp:txBody>
      <dsp:txXfrm rot="-5400000">
        <a:off x="2270414" y="3062845"/>
        <a:ext cx="1974270" cy="1640808"/>
      </dsp:txXfrm>
    </dsp:sp>
    <dsp:sp modelId="{C659E493-013A-442A-958F-6A21BFE0BD7B}">
      <dsp:nvSpPr>
        <dsp:cNvPr id="0" name=""/>
        <dsp:cNvSpPr/>
      </dsp:nvSpPr>
      <dsp:spPr>
        <a:xfrm>
          <a:off x="1383372" y="1678548"/>
          <a:ext cx="1576654" cy="1455945"/>
        </a:xfrm>
        <a:prstGeom prst="round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 baseline="0" dirty="0"/>
            <a:t>Effetti dello </a:t>
          </a:r>
          <a:r>
            <a:rPr lang="it-IT" sz="2400" b="1" i="1" kern="1200" baseline="0" dirty="0"/>
            <a:t>scaling</a:t>
          </a:r>
          <a:endParaRPr lang="it-IT" sz="2400" b="1" i="1" kern="1200" dirty="0"/>
        </a:p>
      </dsp:txBody>
      <dsp:txXfrm>
        <a:off x="1454445" y="1749621"/>
        <a:ext cx="1434508" cy="1313799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0E397-4616-48CA-9320-A02E078A46D0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41641-558B-4BC4-A808-51350078B209}">
      <dsp:nvSpPr>
        <dsp:cNvPr id="0" name=""/>
        <dsp:cNvSpPr/>
      </dsp:nvSpPr>
      <dsp:spPr>
        <a:xfrm>
          <a:off x="0" y="0"/>
          <a:ext cx="1234440" cy="4401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i="0" kern="1200" baseline="0" dirty="0"/>
            <a:t>Sviluppi futuri</a:t>
          </a:r>
          <a:endParaRPr lang="it-IT" sz="2200" b="1" kern="1200" dirty="0"/>
        </a:p>
      </dsp:txBody>
      <dsp:txXfrm>
        <a:off x="0" y="0"/>
        <a:ext cx="1234440" cy="4401133"/>
      </dsp:txXfrm>
    </dsp:sp>
    <dsp:sp modelId="{21EC7D6F-E66B-4068-9482-E008CCF3D347}">
      <dsp:nvSpPr>
        <dsp:cNvPr id="0" name=""/>
        <dsp:cNvSpPr/>
      </dsp:nvSpPr>
      <dsp:spPr>
        <a:xfrm>
          <a:off x="1327023" y="29709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 baseline="0"/>
            <a:t>Analisi della discrepanza nel modello 1.4B</a:t>
          </a:r>
          <a:endParaRPr lang="it-IT" sz="1700" kern="1200"/>
        </a:p>
      </dsp:txBody>
      <dsp:txXfrm>
        <a:off x="1327023" y="29709"/>
        <a:ext cx="4845176" cy="594195"/>
      </dsp:txXfrm>
    </dsp:sp>
    <dsp:sp modelId="{FF8E4D1F-6506-429F-A443-9BF197733059}">
      <dsp:nvSpPr>
        <dsp:cNvPr id="0" name=""/>
        <dsp:cNvSpPr/>
      </dsp:nvSpPr>
      <dsp:spPr>
        <a:xfrm>
          <a:off x="1234440" y="623905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8D61D-8A68-40FB-95F5-D1D0C09E8174}">
      <dsp:nvSpPr>
        <dsp:cNvPr id="0" name=""/>
        <dsp:cNvSpPr/>
      </dsp:nvSpPr>
      <dsp:spPr>
        <a:xfrm>
          <a:off x="1327023" y="653615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Generalizzazione famiglia (altri modelli </a:t>
          </a:r>
          <a:r>
            <a:rPr lang="it-IT" sz="1700" i="1" kern="1200"/>
            <a:t>pre-trained</a:t>
          </a:r>
          <a:r>
            <a:rPr lang="it-IT" sz="1700" kern="1200"/>
            <a:t>)</a:t>
          </a:r>
        </a:p>
      </dsp:txBody>
      <dsp:txXfrm>
        <a:off x="1327023" y="653615"/>
        <a:ext cx="4845176" cy="594195"/>
      </dsp:txXfrm>
    </dsp:sp>
    <dsp:sp modelId="{BDCFF8FE-D8C5-4B2D-A17A-B50C5C6F01F4}">
      <dsp:nvSpPr>
        <dsp:cNvPr id="0" name=""/>
        <dsp:cNvSpPr/>
      </dsp:nvSpPr>
      <dsp:spPr>
        <a:xfrm>
          <a:off x="1234440" y="1247811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B4DB2-5A68-45C9-80E2-ECFF23D52501}">
      <dsp:nvSpPr>
        <dsp:cNvPr id="0" name=""/>
        <dsp:cNvSpPr/>
      </dsp:nvSpPr>
      <dsp:spPr>
        <a:xfrm>
          <a:off x="1327023" y="1277521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Impatto dell’RLHF (stessa famiglia)</a:t>
          </a:r>
        </a:p>
      </dsp:txBody>
      <dsp:txXfrm>
        <a:off x="1327023" y="1277521"/>
        <a:ext cx="4845176" cy="594195"/>
      </dsp:txXfrm>
    </dsp:sp>
    <dsp:sp modelId="{D5178A76-84FF-495A-BE02-910E23011E80}">
      <dsp:nvSpPr>
        <dsp:cNvPr id="0" name=""/>
        <dsp:cNvSpPr/>
      </dsp:nvSpPr>
      <dsp:spPr>
        <a:xfrm>
          <a:off x="1234440" y="1871717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99962-5143-4DD9-94B9-F5679A29025E}">
      <dsp:nvSpPr>
        <dsp:cNvPr id="0" name=""/>
        <dsp:cNvSpPr/>
      </dsp:nvSpPr>
      <dsp:spPr>
        <a:xfrm>
          <a:off x="1327023" y="1901426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Diversità culturale nei sondaggi</a:t>
          </a:r>
        </a:p>
      </dsp:txBody>
      <dsp:txXfrm>
        <a:off x="1327023" y="1901426"/>
        <a:ext cx="4845176" cy="594195"/>
      </dsp:txXfrm>
    </dsp:sp>
    <dsp:sp modelId="{4E7F831F-18F7-4452-BA14-DE836F3D9F03}">
      <dsp:nvSpPr>
        <dsp:cNvPr id="0" name=""/>
        <dsp:cNvSpPr/>
      </dsp:nvSpPr>
      <dsp:spPr>
        <a:xfrm>
          <a:off x="1234440" y="2495622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39EBE-6C5C-44DF-A8FF-D61C2709D92A}">
      <dsp:nvSpPr>
        <dsp:cNvPr id="0" name=""/>
        <dsp:cNvSpPr/>
      </dsp:nvSpPr>
      <dsp:spPr>
        <a:xfrm>
          <a:off x="1327023" y="2525332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Modelli multilingue</a:t>
          </a:r>
        </a:p>
      </dsp:txBody>
      <dsp:txXfrm>
        <a:off x="1327023" y="2525332"/>
        <a:ext cx="4845176" cy="594195"/>
      </dsp:txXfrm>
    </dsp:sp>
    <dsp:sp modelId="{244D0C25-AB44-4FED-82E6-C7D5725C8A58}">
      <dsp:nvSpPr>
        <dsp:cNvPr id="0" name=""/>
        <dsp:cNvSpPr/>
      </dsp:nvSpPr>
      <dsp:spPr>
        <a:xfrm>
          <a:off x="1234440" y="3119528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01B47-0D0B-469E-A9AB-54F28D2BBE9B}">
      <dsp:nvSpPr>
        <dsp:cNvPr id="0" name=""/>
        <dsp:cNvSpPr/>
      </dsp:nvSpPr>
      <dsp:spPr>
        <a:xfrm>
          <a:off x="1327023" y="3149238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Minacce aggiuntive (emotiva, morale, sociale)</a:t>
          </a:r>
        </a:p>
      </dsp:txBody>
      <dsp:txXfrm>
        <a:off x="1327023" y="3149238"/>
        <a:ext cx="4845176" cy="594195"/>
      </dsp:txXfrm>
    </dsp:sp>
    <dsp:sp modelId="{759737F4-ABC2-49E1-AFF0-77F9033AACBB}">
      <dsp:nvSpPr>
        <dsp:cNvPr id="0" name=""/>
        <dsp:cNvSpPr/>
      </dsp:nvSpPr>
      <dsp:spPr>
        <a:xfrm>
          <a:off x="1234440" y="3743434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11F20-5CD7-416F-B5EE-0149B8598076}">
      <dsp:nvSpPr>
        <dsp:cNvPr id="0" name=""/>
        <dsp:cNvSpPr/>
      </dsp:nvSpPr>
      <dsp:spPr>
        <a:xfrm>
          <a:off x="1327023" y="3773144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Gentilezza e rispetto</a:t>
          </a:r>
        </a:p>
      </dsp:txBody>
      <dsp:txXfrm>
        <a:off x="1327023" y="3773144"/>
        <a:ext cx="4845176" cy="594195"/>
      </dsp:txXfrm>
    </dsp:sp>
    <dsp:sp modelId="{B3DEF4A0-9062-4329-A1C7-2413B98A1659}">
      <dsp:nvSpPr>
        <dsp:cNvPr id="0" name=""/>
        <dsp:cNvSpPr/>
      </dsp:nvSpPr>
      <dsp:spPr>
        <a:xfrm>
          <a:off x="1234440" y="4367340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DEA70-8458-4AC8-8272-78427077BC12}">
      <dsp:nvSpPr>
        <dsp:cNvPr id="0" name=""/>
        <dsp:cNvSpPr/>
      </dsp:nvSpPr>
      <dsp:spPr>
        <a:xfrm rot="16200000">
          <a:off x="-8022" y="216125"/>
          <a:ext cx="2187744" cy="1974270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Superamento dei bias strutturali</a:t>
          </a:r>
          <a:endParaRPr lang="it-IT" sz="1600" kern="1200" dirty="0"/>
        </a:p>
      </dsp:txBody>
      <dsp:txXfrm rot="5400000">
        <a:off x="98714" y="109389"/>
        <a:ext cx="1974270" cy="1640808"/>
      </dsp:txXfrm>
    </dsp:sp>
    <dsp:sp modelId="{67DBA33F-EB31-4FD2-A347-4E013EB504DD}">
      <dsp:nvSpPr>
        <dsp:cNvPr id="0" name=""/>
        <dsp:cNvSpPr/>
      </dsp:nvSpPr>
      <dsp:spPr>
        <a:xfrm>
          <a:off x="2270414" y="109388"/>
          <a:ext cx="1974270" cy="2187744"/>
        </a:xfrm>
        <a:prstGeom prst="round1Rect">
          <a:avLst/>
        </a:prstGeom>
        <a:solidFill>
          <a:schemeClr val="accent5"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Divergenza logica-sintattica</a:t>
          </a:r>
          <a:endParaRPr lang="it-IT" sz="1600" kern="1200" dirty="0"/>
        </a:p>
      </dsp:txBody>
      <dsp:txXfrm>
        <a:off x="2270414" y="109388"/>
        <a:ext cx="1974270" cy="1640808"/>
      </dsp:txXfrm>
    </dsp:sp>
    <dsp:sp modelId="{77C38BDD-F5E5-4251-81EF-A206EF13815C}">
      <dsp:nvSpPr>
        <dsp:cNvPr id="0" name=""/>
        <dsp:cNvSpPr/>
      </dsp:nvSpPr>
      <dsp:spPr>
        <a:xfrm rot="10800000">
          <a:off x="98714" y="2515909"/>
          <a:ext cx="1974270" cy="2187744"/>
        </a:xfrm>
        <a:prstGeom prst="round1Rect">
          <a:avLst/>
        </a:prstGeom>
        <a:solidFill>
          <a:schemeClr val="accent5"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Robustezza alle minacce (JSD bassa).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rPr>
            <a:t>Nei modelli intermedi, aiutano ad aumentare validità e coerenza. Quella che più aiuta, in linea generale, è IT/Sistema.</a:t>
          </a:r>
          <a:endParaRPr lang="it-IT" sz="1300" b="0" i="0" kern="1200" baseline="0" dirty="0">
            <a:solidFill>
              <a:schemeClr val="bg1"/>
            </a:solidFill>
          </a:endParaRPr>
        </a:p>
      </dsp:txBody>
      <dsp:txXfrm rot="10800000">
        <a:off x="98714" y="3062845"/>
        <a:ext cx="1974270" cy="1640808"/>
      </dsp:txXfrm>
    </dsp:sp>
    <dsp:sp modelId="{7C222F69-951C-4A1C-BCCC-B9401E53A2CA}">
      <dsp:nvSpPr>
        <dsp:cNvPr id="0" name=""/>
        <dsp:cNvSpPr/>
      </dsp:nvSpPr>
      <dsp:spPr>
        <a:xfrm rot="5400000">
          <a:off x="2163677" y="2622646"/>
          <a:ext cx="2187744" cy="1974270"/>
        </a:xfrm>
        <a:prstGeom prst="round1Rect">
          <a:avLst/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b="0" i="0" kern="1200" baseline="0" dirty="0"/>
            <a:t>Propensione alla neutralità </a:t>
          </a:r>
          <a:r>
            <a:rPr lang="it-IT" sz="1600" kern="1200" dirty="0"/>
            <a:t>e varietà ideologica</a:t>
          </a:r>
          <a:r>
            <a:rPr lang="it-IT" sz="1600" b="0" i="0" kern="1200" baseline="0" dirty="0"/>
            <a:t>, contrariamente ai modelli post-RLHF</a:t>
          </a:r>
          <a:endParaRPr lang="it-IT" sz="1600" kern="1200" dirty="0"/>
        </a:p>
      </dsp:txBody>
      <dsp:txXfrm rot="-5400000">
        <a:off x="2270414" y="3062845"/>
        <a:ext cx="1974270" cy="1640808"/>
      </dsp:txXfrm>
    </dsp:sp>
    <dsp:sp modelId="{C659E493-013A-442A-958F-6A21BFE0BD7B}">
      <dsp:nvSpPr>
        <dsp:cNvPr id="0" name=""/>
        <dsp:cNvSpPr/>
      </dsp:nvSpPr>
      <dsp:spPr>
        <a:xfrm>
          <a:off x="1383372" y="1678548"/>
          <a:ext cx="1576654" cy="1455945"/>
        </a:xfrm>
        <a:prstGeom prst="roundRect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400" b="1" i="0" kern="1200" baseline="0" dirty="0"/>
            <a:t>Effetti dello </a:t>
          </a:r>
          <a:r>
            <a:rPr lang="it-IT" sz="2400" b="1" i="1" kern="1200" baseline="0" dirty="0"/>
            <a:t>scaling</a:t>
          </a:r>
          <a:endParaRPr lang="it-IT" sz="2400" b="1" i="1" kern="1200" dirty="0"/>
        </a:p>
      </dsp:txBody>
      <dsp:txXfrm>
        <a:off x="1454445" y="1749621"/>
        <a:ext cx="1434508" cy="1313799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20E397-4616-48CA-9320-A02E078A46D0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D41641-558B-4BC4-A808-51350078B209}">
      <dsp:nvSpPr>
        <dsp:cNvPr id="0" name=""/>
        <dsp:cNvSpPr/>
      </dsp:nvSpPr>
      <dsp:spPr>
        <a:xfrm>
          <a:off x="0" y="0"/>
          <a:ext cx="1234440" cy="4401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b="1" i="0" kern="1200" baseline="0" dirty="0"/>
            <a:t>Sviluppi futuri</a:t>
          </a:r>
          <a:endParaRPr lang="it-IT" sz="2200" b="1" kern="1200" dirty="0"/>
        </a:p>
      </dsp:txBody>
      <dsp:txXfrm>
        <a:off x="0" y="0"/>
        <a:ext cx="1234440" cy="4401133"/>
      </dsp:txXfrm>
    </dsp:sp>
    <dsp:sp modelId="{21EC7D6F-E66B-4068-9482-E008CCF3D347}">
      <dsp:nvSpPr>
        <dsp:cNvPr id="0" name=""/>
        <dsp:cNvSpPr/>
      </dsp:nvSpPr>
      <dsp:spPr>
        <a:xfrm>
          <a:off x="1327023" y="29709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b="0" i="0" kern="1200" baseline="0"/>
            <a:t>Analisi della discrepanza nel modello 1.4B</a:t>
          </a:r>
          <a:endParaRPr lang="it-IT" sz="1700" kern="1200"/>
        </a:p>
      </dsp:txBody>
      <dsp:txXfrm>
        <a:off x="1327023" y="29709"/>
        <a:ext cx="4845176" cy="594195"/>
      </dsp:txXfrm>
    </dsp:sp>
    <dsp:sp modelId="{FF8E4D1F-6506-429F-A443-9BF197733059}">
      <dsp:nvSpPr>
        <dsp:cNvPr id="0" name=""/>
        <dsp:cNvSpPr/>
      </dsp:nvSpPr>
      <dsp:spPr>
        <a:xfrm>
          <a:off x="1234440" y="623905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E8D61D-8A68-40FB-95F5-D1D0C09E8174}">
      <dsp:nvSpPr>
        <dsp:cNvPr id="0" name=""/>
        <dsp:cNvSpPr/>
      </dsp:nvSpPr>
      <dsp:spPr>
        <a:xfrm>
          <a:off x="1327023" y="653615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Generalizzazione famiglia (altri modelli </a:t>
          </a:r>
          <a:r>
            <a:rPr lang="it-IT" sz="1700" i="1" kern="1200"/>
            <a:t>pre-trained</a:t>
          </a:r>
          <a:r>
            <a:rPr lang="it-IT" sz="1700" kern="1200"/>
            <a:t>)</a:t>
          </a:r>
        </a:p>
      </dsp:txBody>
      <dsp:txXfrm>
        <a:off x="1327023" y="653615"/>
        <a:ext cx="4845176" cy="594195"/>
      </dsp:txXfrm>
    </dsp:sp>
    <dsp:sp modelId="{BDCFF8FE-D8C5-4B2D-A17A-B50C5C6F01F4}">
      <dsp:nvSpPr>
        <dsp:cNvPr id="0" name=""/>
        <dsp:cNvSpPr/>
      </dsp:nvSpPr>
      <dsp:spPr>
        <a:xfrm>
          <a:off x="1234440" y="1247811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B4DB2-5A68-45C9-80E2-ECFF23D52501}">
      <dsp:nvSpPr>
        <dsp:cNvPr id="0" name=""/>
        <dsp:cNvSpPr/>
      </dsp:nvSpPr>
      <dsp:spPr>
        <a:xfrm>
          <a:off x="1327023" y="1277521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Impatto dell’RLHF (stessa famiglia)</a:t>
          </a:r>
        </a:p>
      </dsp:txBody>
      <dsp:txXfrm>
        <a:off x="1327023" y="1277521"/>
        <a:ext cx="4845176" cy="594195"/>
      </dsp:txXfrm>
    </dsp:sp>
    <dsp:sp modelId="{D5178A76-84FF-495A-BE02-910E23011E80}">
      <dsp:nvSpPr>
        <dsp:cNvPr id="0" name=""/>
        <dsp:cNvSpPr/>
      </dsp:nvSpPr>
      <dsp:spPr>
        <a:xfrm>
          <a:off x="1234440" y="1871717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99962-5143-4DD9-94B9-F5679A29025E}">
      <dsp:nvSpPr>
        <dsp:cNvPr id="0" name=""/>
        <dsp:cNvSpPr/>
      </dsp:nvSpPr>
      <dsp:spPr>
        <a:xfrm>
          <a:off x="1327023" y="1901426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Diversità culturale nei sondaggi</a:t>
          </a:r>
        </a:p>
      </dsp:txBody>
      <dsp:txXfrm>
        <a:off x="1327023" y="1901426"/>
        <a:ext cx="4845176" cy="594195"/>
      </dsp:txXfrm>
    </dsp:sp>
    <dsp:sp modelId="{4E7F831F-18F7-4452-BA14-DE836F3D9F03}">
      <dsp:nvSpPr>
        <dsp:cNvPr id="0" name=""/>
        <dsp:cNvSpPr/>
      </dsp:nvSpPr>
      <dsp:spPr>
        <a:xfrm>
          <a:off x="1234440" y="2495622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A39EBE-6C5C-44DF-A8FF-D61C2709D92A}">
      <dsp:nvSpPr>
        <dsp:cNvPr id="0" name=""/>
        <dsp:cNvSpPr/>
      </dsp:nvSpPr>
      <dsp:spPr>
        <a:xfrm>
          <a:off x="1327023" y="2525332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Modelli multilingue</a:t>
          </a:r>
        </a:p>
      </dsp:txBody>
      <dsp:txXfrm>
        <a:off x="1327023" y="2525332"/>
        <a:ext cx="4845176" cy="594195"/>
      </dsp:txXfrm>
    </dsp:sp>
    <dsp:sp modelId="{244D0C25-AB44-4FED-82E6-C7D5725C8A58}">
      <dsp:nvSpPr>
        <dsp:cNvPr id="0" name=""/>
        <dsp:cNvSpPr/>
      </dsp:nvSpPr>
      <dsp:spPr>
        <a:xfrm>
          <a:off x="1234440" y="3119528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801B47-0D0B-469E-A9AB-54F28D2BBE9B}">
      <dsp:nvSpPr>
        <dsp:cNvPr id="0" name=""/>
        <dsp:cNvSpPr/>
      </dsp:nvSpPr>
      <dsp:spPr>
        <a:xfrm>
          <a:off x="1327023" y="3149238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Minacce aggiuntive (emotiva, morale, sociale)</a:t>
          </a:r>
        </a:p>
      </dsp:txBody>
      <dsp:txXfrm>
        <a:off x="1327023" y="3149238"/>
        <a:ext cx="4845176" cy="594195"/>
      </dsp:txXfrm>
    </dsp:sp>
    <dsp:sp modelId="{759737F4-ABC2-49E1-AFF0-77F9033AACBB}">
      <dsp:nvSpPr>
        <dsp:cNvPr id="0" name=""/>
        <dsp:cNvSpPr/>
      </dsp:nvSpPr>
      <dsp:spPr>
        <a:xfrm>
          <a:off x="1234440" y="3743434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E11F20-5CD7-416F-B5EE-0149B8598076}">
      <dsp:nvSpPr>
        <dsp:cNvPr id="0" name=""/>
        <dsp:cNvSpPr/>
      </dsp:nvSpPr>
      <dsp:spPr>
        <a:xfrm>
          <a:off x="1327023" y="3773144"/>
          <a:ext cx="4845176" cy="594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/>
            <a:t>Gentilezza e rispetto</a:t>
          </a:r>
        </a:p>
      </dsp:txBody>
      <dsp:txXfrm>
        <a:off x="1327023" y="3773144"/>
        <a:ext cx="4845176" cy="594195"/>
      </dsp:txXfrm>
    </dsp:sp>
    <dsp:sp modelId="{B3DEF4A0-9062-4329-A1C7-2413B98A1659}">
      <dsp:nvSpPr>
        <dsp:cNvPr id="0" name=""/>
        <dsp:cNvSpPr/>
      </dsp:nvSpPr>
      <dsp:spPr>
        <a:xfrm>
          <a:off x="1234440" y="4367340"/>
          <a:ext cx="493776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87BEA-463E-469E-9AD8-55FD2228C694}">
      <dsp:nvSpPr>
        <dsp:cNvPr id="0" name=""/>
        <dsp:cNvSpPr/>
      </dsp:nvSpPr>
      <dsp:spPr>
        <a:xfrm>
          <a:off x="1388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Mapping e preparazione del dataset</a:t>
          </a:r>
        </a:p>
      </dsp:txBody>
      <dsp:txXfrm>
        <a:off x="1388" y="256531"/>
        <a:ext cx="1745163" cy="667721"/>
      </dsp:txXfrm>
    </dsp:sp>
    <dsp:sp modelId="{1940BD17-5F8E-4BFE-9263-F81622682B7A}">
      <dsp:nvSpPr>
        <dsp:cNvPr id="0" name=""/>
        <dsp:cNvSpPr/>
      </dsp:nvSpPr>
      <dsp:spPr>
        <a:xfrm>
          <a:off x="358831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Dataset unico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Normalizzazione dei </a:t>
          </a:r>
          <a:r>
            <a:rPr lang="it-IT" sz="1300" kern="1200" dirty="0" err="1"/>
            <a:t>topic</a:t>
          </a:r>
          <a:r>
            <a:rPr lang="it-IT" sz="1300" kern="1200" dirty="0"/>
            <a:t> (23 macro-aree)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Calcolo distribuzione umana</a:t>
          </a:r>
        </a:p>
      </dsp:txBody>
      <dsp:txXfrm>
        <a:off x="409945" y="975367"/>
        <a:ext cx="1642935" cy="1888600"/>
      </dsp:txXfrm>
    </dsp:sp>
    <dsp:sp modelId="{06A47E9C-60F0-43DF-8567-DB98E71DBF5F}">
      <dsp:nvSpPr>
        <dsp:cNvPr id="0" name=""/>
        <dsp:cNvSpPr/>
      </dsp:nvSpPr>
      <dsp:spPr>
        <a:xfrm>
          <a:off x="2011112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2011112" y="460043"/>
        <a:ext cx="430520" cy="260697"/>
      </dsp:txXfrm>
    </dsp:sp>
    <dsp:sp modelId="{D73991BB-8981-4CF6-A384-9B7D22DB9FCE}">
      <dsp:nvSpPr>
        <dsp:cNvPr id="0" name=""/>
        <dsp:cNvSpPr/>
      </dsp:nvSpPr>
      <dsp:spPr>
        <a:xfrm>
          <a:off x="280479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Generazione dei trial sperimentali</a:t>
          </a:r>
        </a:p>
      </dsp:txBody>
      <dsp:txXfrm>
        <a:off x="2804794" y="256531"/>
        <a:ext cx="1745163" cy="667721"/>
      </dsp:txXfrm>
    </dsp:sp>
    <dsp:sp modelId="{D97C5A58-CF55-4DCD-A6C0-EFAF39ECE9B4}">
      <dsp:nvSpPr>
        <dsp:cNvPr id="0" name=""/>
        <dsp:cNvSpPr/>
      </dsp:nvSpPr>
      <dsp:spPr>
        <a:xfrm>
          <a:off x="316223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2003568"/>
              <a:satOff val="-8793"/>
              <a:lumOff val="26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1 baseline 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permutazioni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duplicazione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minacce (economica, informatica, legale)</a:t>
          </a:r>
          <a:endParaRPr lang="it-IT" sz="1300" kern="1200" dirty="0"/>
        </a:p>
      </dsp:txBody>
      <dsp:txXfrm>
        <a:off x="3213351" y="975367"/>
        <a:ext cx="1642935" cy="1888600"/>
      </dsp:txXfrm>
    </dsp:sp>
    <dsp:sp modelId="{295A6F93-A700-4896-B26F-F6D89D88AC0C}">
      <dsp:nvSpPr>
        <dsp:cNvPr id="0" name=""/>
        <dsp:cNvSpPr/>
      </dsp:nvSpPr>
      <dsp:spPr>
        <a:xfrm>
          <a:off x="4814517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005351"/>
            <a:satOff val="-13190"/>
            <a:lumOff val="39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4814517" y="460043"/>
        <a:ext cx="430520" cy="260697"/>
      </dsp:txXfrm>
    </dsp:sp>
    <dsp:sp modelId="{E088815E-D57C-4B50-902E-3BC36DF44AF3}">
      <dsp:nvSpPr>
        <dsp:cNvPr id="0" name=""/>
        <dsp:cNvSpPr/>
      </dsp:nvSpPr>
      <dsp:spPr>
        <a:xfrm>
          <a:off x="5608199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Esecuzione dell’inferenza</a:t>
          </a:r>
        </a:p>
      </dsp:txBody>
      <dsp:txXfrm>
        <a:off x="5608199" y="256531"/>
        <a:ext cx="1745163" cy="667721"/>
      </dsp:txXfrm>
    </dsp:sp>
    <dsp:sp modelId="{D49A884B-4C4B-4C07-9133-52D60893DC14}">
      <dsp:nvSpPr>
        <dsp:cNvPr id="0" name=""/>
        <dsp:cNvSpPr/>
      </dsp:nvSpPr>
      <dsp:spPr>
        <a:xfrm>
          <a:off x="5965642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4007135"/>
              <a:satOff val="-17587"/>
              <a:lumOff val="52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Prompt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Doppia inferenza: </a:t>
          </a:r>
          <a:r>
            <a:rPr lang="it-IT" sz="1300" kern="1200" dirty="0" err="1"/>
            <a:t>logit</a:t>
          </a:r>
          <a:r>
            <a:rPr lang="it-IT" sz="1300" kern="1200" dirty="0"/>
            <a:t> + testo libero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Confidenza</a:t>
          </a:r>
        </a:p>
      </dsp:txBody>
      <dsp:txXfrm>
        <a:off x="6016756" y="975367"/>
        <a:ext cx="1642935" cy="1888600"/>
      </dsp:txXfrm>
    </dsp:sp>
    <dsp:sp modelId="{AEE1D654-55EA-488A-80CB-1224714F85B6}">
      <dsp:nvSpPr>
        <dsp:cNvPr id="0" name=""/>
        <dsp:cNvSpPr/>
      </dsp:nvSpPr>
      <dsp:spPr>
        <a:xfrm>
          <a:off x="7617923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7617923" y="460043"/>
        <a:ext cx="430520" cy="260697"/>
      </dsp:txXfrm>
    </dsp:sp>
    <dsp:sp modelId="{C8CF4E0B-5F97-483B-96EE-4E3B2EBE4C86}">
      <dsp:nvSpPr>
        <dsp:cNvPr id="0" name=""/>
        <dsp:cNvSpPr/>
      </dsp:nvSpPr>
      <dsp:spPr>
        <a:xfrm>
          <a:off x="841160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Post-processing e analisi</a:t>
          </a:r>
        </a:p>
      </dsp:txBody>
      <dsp:txXfrm>
        <a:off x="8411604" y="256531"/>
        <a:ext cx="1745163" cy="667721"/>
      </dsp:txXfrm>
    </dsp:sp>
    <dsp:sp modelId="{44A6E372-3F6C-4A41-A8BC-EC594634FF3F}">
      <dsp:nvSpPr>
        <dsp:cNvPr id="0" name=""/>
        <dsp:cNvSpPr/>
      </dsp:nvSpPr>
      <dsp:spPr>
        <a:xfrm>
          <a:off x="876904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6010703"/>
              <a:satOff val="-26380"/>
              <a:lumOff val="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Validità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Coerenza logit-testo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Stabilità e robustezza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Minacce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Allineamento umano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Affinità politica </a:t>
          </a:r>
          <a:endParaRPr lang="it-IT" sz="1300" kern="1200" dirty="0"/>
        </a:p>
      </dsp:txBody>
      <dsp:txXfrm>
        <a:off x="8820161" y="975367"/>
        <a:ext cx="1642935" cy="1888600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C3C6B-AB5A-45A3-9311-DD46AE52CED6}">
      <dsp:nvSpPr>
        <dsp:cNvPr id="0" name=""/>
        <dsp:cNvSpPr/>
      </dsp:nvSpPr>
      <dsp:spPr>
        <a:xfrm>
          <a:off x="39" y="9583"/>
          <a:ext cx="3798093" cy="1296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 dirty="0" err="1"/>
            <a:t>Santurkar</a:t>
          </a:r>
          <a:r>
            <a:rPr lang="it-IT" sz="3600" kern="1200" dirty="0"/>
            <a:t> et al. (2023)</a:t>
          </a:r>
        </a:p>
      </dsp:txBody>
      <dsp:txXfrm>
        <a:off x="39" y="9583"/>
        <a:ext cx="3798093" cy="1296000"/>
      </dsp:txXfrm>
    </dsp:sp>
    <dsp:sp modelId="{A8AB6689-2C49-46A0-B0D3-39E7461176CF}">
      <dsp:nvSpPr>
        <dsp:cNvPr id="0" name=""/>
        <dsp:cNvSpPr/>
      </dsp:nvSpPr>
      <dsp:spPr>
        <a:xfrm>
          <a:off x="39" y="1305583"/>
          <a:ext cx="3798093" cy="2779312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b="1" kern="1200" dirty="0"/>
            <a:t>Dataset </a:t>
          </a:r>
          <a:r>
            <a:rPr lang="it-IT" sz="2000" b="1" i="1" kern="1200" dirty="0"/>
            <a:t>OpinionQA</a:t>
          </a:r>
          <a:r>
            <a:rPr lang="it-IT" sz="2000" kern="1200" dirty="0"/>
            <a:t>: 1506 domande dal Pew </a:t>
          </a:r>
          <a:r>
            <a:rPr lang="it-IT" sz="2000" kern="1200" dirty="0" err="1"/>
            <a:t>Research</a:t>
          </a:r>
          <a:r>
            <a:rPr lang="it-IT" sz="2000" kern="1200" dirty="0"/>
            <a:t> Center).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b="1" kern="1200" dirty="0"/>
            <a:t>Wasserstein Distance</a:t>
          </a:r>
          <a:r>
            <a:rPr lang="it-IT" sz="2000" kern="1200" dirty="0"/>
            <a:t>: per quantificare la distanza tra le "opinioni" dei modelli e le distribuzioni demografiche reali.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2000" kern="1200" dirty="0"/>
            <a:t>Evitare il bias del RLHF.</a:t>
          </a:r>
        </a:p>
      </dsp:txBody>
      <dsp:txXfrm>
        <a:off x="39" y="1305583"/>
        <a:ext cx="3798093" cy="2779312"/>
      </dsp:txXfrm>
    </dsp:sp>
    <dsp:sp modelId="{B79ABD0C-41BF-4AEA-A492-812F62490F9E}">
      <dsp:nvSpPr>
        <dsp:cNvPr id="0" name=""/>
        <dsp:cNvSpPr/>
      </dsp:nvSpPr>
      <dsp:spPr>
        <a:xfrm>
          <a:off x="4329866" y="9583"/>
          <a:ext cx="3798093" cy="1296000"/>
        </a:xfrm>
        <a:prstGeom prst="rect">
          <a:avLst/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accent5">
              <a:hueOff val="6010703"/>
              <a:satOff val="-26380"/>
              <a:lumOff val="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600" kern="1200" dirty="0" err="1"/>
            <a:t>Röttger</a:t>
          </a:r>
          <a:r>
            <a:rPr lang="it-IT" sz="3600" kern="1200" dirty="0"/>
            <a:t> et al. (2024)</a:t>
          </a:r>
        </a:p>
      </dsp:txBody>
      <dsp:txXfrm>
        <a:off x="4329866" y="9583"/>
        <a:ext cx="3798093" cy="1296000"/>
      </dsp:txXfrm>
    </dsp:sp>
    <dsp:sp modelId="{DD7F3C91-F1B1-4FE5-9EC5-70D697BD0190}">
      <dsp:nvSpPr>
        <dsp:cNvPr id="0" name=""/>
        <dsp:cNvSpPr/>
      </dsp:nvSpPr>
      <dsp:spPr>
        <a:xfrm>
          <a:off x="4329866" y="1305583"/>
          <a:ext cx="3798093" cy="2779312"/>
        </a:xfrm>
        <a:prstGeom prst="rect">
          <a:avLst/>
        </a:prstGeom>
        <a:solidFill>
          <a:schemeClr val="accent5">
            <a:tint val="40000"/>
            <a:alpha val="90000"/>
            <a:hueOff val="5828064"/>
            <a:satOff val="-18244"/>
            <a:lumOff val="1209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5828064"/>
              <a:satOff val="-18244"/>
              <a:lumOff val="1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it-IT" sz="2400" kern="1200" dirty="0"/>
            <a:t>La necessità di verificare la </a:t>
          </a:r>
          <a:r>
            <a:rPr lang="it-IT" sz="2400" b="1" kern="1200" dirty="0"/>
            <a:t>stabilità</a:t>
          </a:r>
          <a:r>
            <a:rPr lang="it-IT" sz="2400" kern="1200" dirty="0"/>
            <a:t> dell’output.</a:t>
          </a:r>
        </a:p>
      </dsp:txBody>
      <dsp:txXfrm>
        <a:off x="4329866" y="1305583"/>
        <a:ext cx="3798093" cy="2779312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087BEA-463E-469E-9AD8-55FD2228C694}">
      <dsp:nvSpPr>
        <dsp:cNvPr id="0" name=""/>
        <dsp:cNvSpPr/>
      </dsp:nvSpPr>
      <dsp:spPr>
        <a:xfrm>
          <a:off x="1388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Mapping e preparazione del dataset</a:t>
          </a:r>
        </a:p>
      </dsp:txBody>
      <dsp:txXfrm>
        <a:off x="1388" y="256531"/>
        <a:ext cx="1745163" cy="667721"/>
      </dsp:txXfrm>
    </dsp:sp>
    <dsp:sp modelId="{1940BD17-5F8E-4BFE-9263-F81622682B7A}">
      <dsp:nvSpPr>
        <dsp:cNvPr id="0" name=""/>
        <dsp:cNvSpPr/>
      </dsp:nvSpPr>
      <dsp:spPr>
        <a:xfrm>
          <a:off x="358831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Dataset unico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Normalizzazione dei </a:t>
          </a:r>
          <a:r>
            <a:rPr lang="it-IT" sz="1300" kern="1200" dirty="0" err="1"/>
            <a:t>topic</a:t>
          </a:r>
          <a:r>
            <a:rPr lang="it-IT" sz="1300" kern="1200" dirty="0"/>
            <a:t> (23 macro-aree)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Calcolo distribuzione umana</a:t>
          </a:r>
        </a:p>
      </dsp:txBody>
      <dsp:txXfrm>
        <a:off x="409945" y="975367"/>
        <a:ext cx="1642935" cy="1888600"/>
      </dsp:txXfrm>
    </dsp:sp>
    <dsp:sp modelId="{06A47E9C-60F0-43DF-8567-DB98E71DBF5F}">
      <dsp:nvSpPr>
        <dsp:cNvPr id="0" name=""/>
        <dsp:cNvSpPr/>
      </dsp:nvSpPr>
      <dsp:spPr>
        <a:xfrm>
          <a:off x="2011112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2011112" y="460043"/>
        <a:ext cx="430520" cy="260697"/>
      </dsp:txXfrm>
    </dsp:sp>
    <dsp:sp modelId="{D73991BB-8981-4CF6-A384-9B7D22DB9FCE}">
      <dsp:nvSpPr>
        <dsp:cNvPr id="0" name=""/>
        <dsp:cNvSpPr/>
      </dsp:nvSpPr>
      <dsp:spPr>
        <a:xfrm>
          <a:off x="280479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2003568"/>
            <a:satOff val="-8793"/>
            <a:lumOff val="26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Generazione dei trial sperimentali</a:t>
          </a:r>
        </a:p>
      </dsp:txBody>
      <dsp:txXfrm>
        <a:off x="2804794" y="256531"/>
        <a:ext cx="1745163" cy="667721"/>
      </dsp:txXfrm>
    </dsp:sp>
    <dsp:sp modelId="{D97C5A58-CF55-4DCD-A6C0-EFAF39ECE9B4}">
      <dsp:nvSpPr>
        <dsp:cNvPr id="0" name=""/>
        <dsp:cNvSpPr/>
      </dsp:nvSpPr>
      <dsp:spPr>
        <a:xfrm>
          <a:off x="316223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2003568"/>
              <a:satOff val="-8793"/>
              <a:lumOff val="26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1 baseline 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permutazioni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duplicazione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3 minacce (economica, informatica, legale)</a:t>
          </a:r>
          <a:endParaRPr lang="it-IT" sz="1300" kern="1200" dirty="0"/>
        </a:p>
      </dsp:txBody>
      <dsp:txXfrm>
        <a:off x="3213351" y="975367"/>
        <a:ext cx="1642935" cy="1888600"/>
      </dsp:txXfrm>
    </dsp:sp>
    <dsp:sp modelId="{295A6F93-A700-4896-B26F-F6D89D88AC0C}">
      <dsp:nvSpPr>
        <dsp:cNvPr id="0" name=""/>
        <dsp:cNvSpPr/>
      </dsp:nvSpPr>
      <dsp:spPr>
        <a:xfrm>
          <a:off x="4814517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3005351"/>
            <a:satOff val="-13190"/>
            <a:lumOff val="39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4814517" y="460043"/>
        <a:ext cx="430520" cy="260697"/>
      </dsp:txXfrm>
    </dsp:sp>
    <dsp:sp modelId="{E088815E-D57C-4B50-902E-3BC36DF44AF3}">
      <dsp:nvSpPr>
        <dsp:cNvPr id="0" name=""/>
        <dsp:cNvSpPr/>
      </dsp:nvSpPr>
      <dsp:spPr>
        <a:xfrm>
          <a:off x="5608199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4007135"/>
            <a:satOff val="-17587"/>
            <a:lumOff val="522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Esecuzione dell’inferenza</a:t>
          </a:r>
        </a:p>
      </dsp:txBody>
      <dsp:txXfrm>
        <a:off x="5608199" y="256531"/>
        <a:ext cx="1745163" cy="667721"/>
      </dsp:txXfrm>
    </dsp:sp>
    <dsp:sp modelId="{D49A884B-4C4B-4C07-9133-52D60893DC14}">
      <dsp:nvSpPr>
        <dsp:cNvPr id="0" name=""/>
        <dsp:cNvSpPr/>
      </dsp:nvSpPr>
      <dsp:spPr>
        <a:xfrm>
          <a:off x="5965642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4007135"/>
              <a:satOff val="-17587"/>
              <a:lumOff val="52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Prompt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Doppia inferenza: </a:t>
          </a:r>
          <a:r>
            <a:rPr lang="it-IT" sz="1300" kern="1200" dirty="0" err="1"/>
            <a:t>logit</a:t>
          </a:r>
          <a:r>
            <a:rPr lang="it-IT" sz="1300" kern="1200" dirty="0"/>
            <a:t> + testo libero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Confidenza</a:t>
          </a:r>
        </a:p>
      </dsp:txBody>
      <dsp:txXfrm>
        <a:off x="6016756" y="975367"/>
        <a:ext cx="1642935" cy="1888600"/>
      </dsp:txXfrm>
    </dsp:sp>
    <dsp:sp modelId="{AEE1D654-55EA-488A-80CB-1224714F85B6}">
      <dsp:nvSpPr>
        <dsp:cNvPr id="0" name=""/>
        <dsp:cNvSpPr/>
      </dsp:nvSpPr>
      <dsp:spPr>
        <a:xfrm>
          <a:off x="7617923" y="373144"/>
          <a:ext cx="560868" cy="434495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000" kern="1200"/>
        </a:p>
      </dsp:txBody>
      <dsp:txXfrm>
        <a:off x="7617923" y="460043"/>
        <a:ext cx="430520" cy="260697"/>
      </dsp:txXfrm>
    </dsp:sp>
    <dsp:sp modelId="{C8CF4E0B-5F97-483B-96EE-4E3B2EBE4C86}">
      <dsp:nvSpPr>
        <dsp:cNvPr id="0" name=""/>
        <dsp:cNvSpPr/>
      </dsp:nvSpPr>
      <dsp:spPr>
        <a:xfrm>
          <a:off x="8411604" y="256531"/>
          <a:ext cx="1745163" cy="1001582"/>
        </a:xfrm>
        <a:prstGeom prst="roundRect">
          <a:avLst>
            <a:gd name="adj" fmla="val 10000"/>
          </a:avLst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b="1" kern="1200" dirty="0"/>
            <a:t>Post-processing e analisi</a:t>
          </a:r>
        </a:p>
      </dsp:txBody>
      <dsp:txXfrm>
        <a:off x="8411604" y="256531"/>
        <a:ext cx="1745163" cy="667721"/>
      </dsp:txXfrm>
    </dsp:sp>
    <dsp:sp modelId="{44A6E372-3F6C-4A41-A8BC-EC594634FF3F}">
      <dsp:nvSpPr>
        <dsp:cNvPr id="0" name=""/>
        <dsp:cNvSpPr/>
      </dsp:nvSpPr>
      <dsp:spPr>
        <a:xfrm>
          <a:off x="8769047" y="924253"/>
          <a:ext cx="1745163" cy="1990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6010703"/>
              <a:satOff val="-26380"/>
              <a:lumOff val="784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92456" rIns="9245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Validità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Coerenza logit-testo</a:t>
          </a:r>
          <a:endParaRPr lang="it-IT" sz="13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Stabilità e robustezza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Minacce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 dirty="0"/>
            <a:t>Allineamento umano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it-IT" sz="1300" kern="1200"/>
            <a:t>Affinità politica </a:t>
          </a:r>
          <a:endParaRPr lang="it-IT" sz="1300" kern="1200" dirty="0"/>
        </a:p>
      </dsp:txBody>
      <dsp:txXfrm>
        <a:off x="8820161" y="975367"/>
        <a:ext cx="1642935" cy="1888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915A4-7F29-43E9-ADDB-45569ECA8784}" type="datetimeFigureOut">
              <a:rPr lang="it-IT" smtClean="0"/>
              <a:t>21/07/2026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3AC0-FA7D-4E92-AD6F-396137CBEF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270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3968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scheling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3416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- Piccolo: minacce creano rumore strutturale</a:t>
            </a:r>
          </a:p>
          <a:p>
            <a:r>
              <a:rPr lang="it-IT" dirty="0"/>
              <a:t>- Grande: minacce creano rumore semantico → sono </a:t>
            </a:r>
            <a:r>
              <a:rPr lang="it-IT" dirty="0" err="1"/>
              <a:t>pre</a:t>
            </a:r>
            <a:r>
              <a:rPr lang="it-IT" dirty="0"/>
              <a:t>-trainati, quindi completatori di testo. Se vedono la minaccia non sanno come devono completare il testo, vanno in tilt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2499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0453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905A1-E55B-983B-1DE7-412DD0E5F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D222B5-C6DC-5EF1-7E39-D76E9B00C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445D246-99D1-CE98-DD82-6A2B9F1D8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A44BD88-006A-5D2D-4877-2D6C3B0AC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5869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F7D2-B3FA-6753-873A-9342C0089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82DA4A53-9C7F-057F-2EC9-EE7435DDB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345C2328-5B26-B3F9-F816-8AC544557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Cambiare descrizione grafico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5D5EC8-1192-2C7A-7DAC-58EC12391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3422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E56F-221C-C6F5-A236-0354BEA1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526E27C-BD11-A8D0-510A-67C2BF87F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9C1EF1BA-86F5-D278-567F-95246B3DD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EF4363E-6981-F88F-45DC-33A84A04F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8194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F4ED3-33AE-10F3-FE56-AE427EEF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8583DE6-4828-2DC3-DBC1-C4CE17B04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06C1999-3884-10C1-68A6-DB61A8D32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86B5E0-CBD1-7DAE-4367-8A25D0C7B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26738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Legale = narrazione, chiacchiere → perdita del focus</a:t>
            </a: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41693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Minaccia informatica perché esiste un’associazione a task rigidi. I modelli linguistici di grandi dimensioni sono addestrati su enormi porzioni di codice, log di sistema, forum tecnici (come </a:t>
            </a:r>
            <a:r>
              <a:rPr lang="it-IT" dirty="0" err="1"/>
              <a:t>StackOverflow</a:t>
            </a:r>
            <a:r>
              <a:rPr lang="it-IT" dirty="0"/>
              <a:t> o GitHub). Quando il modello legge termini come "system files", "</a:t>
            </a:r>
            <a:r>
              <a:rPr lang="it-IT" dirty="0" err="1"/>
              <a:t>permanently</a:t>
            </a:r>
            <a:r>
              <a:rPr lang="it-IT" dirty="0"/>
              <a:t> </a:t>
            </a:r>
            <a:r>
              <a:rPr lang="it-IT" dirty="0" err="1"/>
              <a:t>deleted</a:t>
            </a:r>
            <a:r>
              <a:rPr lang="it-IT" dirty="0"/>
              <a:t>" o "</a:t>
            </a:r>
            <a:r>
              <a:rPr lang="it-IT" dirty="0" err="1"/>
              <a:t>error</a:t>
            </a:r>
            <a:r>
              <a:rPr lang="it-IT" dirty="0"/>
              <a:t>", associa semanticamente quel lessico a un ambiente informatico. I contesti informatici e di programmazione richiedono una sintassi rigida, schematica e vincolata. Al contrario, una minaccia legale o economica ("perderai il lavoro", "conseguenze legali") innesca contesti narrativi, discorsivi o da forum di discussione, dove il modello si sente libero di "chiacchierare". La minaccia IT agisce quasi come un </a:t>
            </a:r>
            <a:r>
              <a:rPr lang="it-IT" i="1" dirty="0"/>
              <a:t>system prompt</a:t>
            </a:r>
            <a:r>
              <a:rPr lang="it-IT" dirty="0"/>
              <a:t> primitivo: fa scattare il modello in una modalità "macchina/codice", costringendolo ad aderire maggiormente al formato strutturato (la scelta multipla) e migliorando la coerenza tra ciò che calcola (</a:t>
            </a:r>
            <a:r>
              <a:rPr lang="it-IT" dirty="0" err="1"/>
              <a:t>logit</a:t>
            </a:r>
            <a:r>
              <a:rPr lang="it-IT" dirty="0"/>
              <a:t>) e ciò che scrive (testo).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90517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Le aree in cui l'allineamento è più basso (Leadership, Family, Crime/security) riguarda temi profondamente divisivi. Non esiste una singola "opinione umana" su questi argomenti, ma la società è spaccata. Il modello fa, quindi, una media statistica di ciò che ha letto, e fatica a riprodurre fedelmente la distribuzione complessa di un sondaggio demografico reale (come quello del Pew </a:t>
            </a:r>
            <a:r>
              <a:rPr lang="it-IT" dirty="0" err="1"/>
              <a:t>Research</a:t>
            </a:r>
            <a:r>
              <a:rPr lang="it-IT" dirty="0"/>
              <a:t>) su temi in cui il consenso non è netto. Inoltre si stanno usando modelli </a:t>
            </a:r>
            <a:r>
              <a:rPr lang="it-IT" dirty="0" err="1"/>
              <a:t>Pythia</a:t>
            </a:r>
            <a:r>
              <a:rPr lang="it-IT" dirty="0"/>
              <a:t> "base", che hanno letteralmente "ingerito" l'intero internet (il dataset The Pile) senza alcun filtro o addestramento morale (RLHF). Internet è un calderone caotico, neutrale nella sua globalità perché contiene tutto e il contrario di tutto. Un modello che fa la media di internet tenderà inevitabilmente a una rappresentazione bilanciata e "neutrale" , che si avvicina all'82% della popolazione generale, ma non potrà mai combaciare perfettamente al 100% con un campione specifico, proprio perché non è stato "piegato" artificialmente per allinearsi a nessuna demografia particolare.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3AC0-FA7D-4E92-AD6F-396137CBEF78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7613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- loghi - au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DB6445E2-D0EE-7839-44A4-F12DA462F6E1}"/>
              </a:ext>
            </a:extLst>
          </p:cNvPr>
          <p:cNvGrpSpPr/>
          <p:nvPr/>
        </p:nvGrpSpPr>
        <p:grpSpPr>
          <a:xfrm>
            <a:off x="-95249" y="-151404"/>
            <a:ext cx="11284426" cy="6575244"/>
            <a:chOff x="-95249" y="-151404"/>
            <a:chExt cx="11284426" cy="6575244"/>
          </a:xfrm>
        </p:grpSpPr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0A7FE712-3D03-01A1-2FAB-5D8E940E04DC}"/>
                </a:ext>
              </a:extLst>
            </p:cNvPr>
            <p:cNvGrpSpPr/>
            <p:nvPr/>
          </p:nvGrpSpPr>
          <p:grpSpPr>
            <a:xfrm>
              <a:off x="8850449" y="3509963"/>
              <a:ext cx="2338728" cy="2913877"/>
              <a:chOff x="11257923" y="-91912"/>
              <a:chExt cx="925845" cy="1153532"/>
            </a:xfrm>
          </p:grpSpPr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ACAF5AF-7580-3127-1F1A-E48C26519489}"/>
                  </a:ext>
                </a:extLst>
              </p:cNvPr>
              <p:cNvSpPr/>
              <p:nvPr/>
            </p:nvSpPr>
            <p:spPr>
              <a:xfrm rot="18571646">
                <a:off x="11468710" y="34656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57529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36077 h 715058"/>
                  <a:gd name="csX4" fmla="*/ 715058 w 715058"/>
                  <a:gd name="csY4" fmla="*/ 715058 h 715058"/>
                  <a:gd name="csX5" fmla="*/ 357529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71830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88139" y="-20127"/>
                      <a:pt x="186712" y="39515"/>
                      <a:pt x="357529" y="0"/>
                    </a:cubicBezTo>
                    <a:cubicBezTo>
                      <a:pt x="528346" y="-39515"/>
                      <a:pt x="563200" y="35790"/>
                      <a:pt x="715058" y="0"/>
                    </a:cubicBezTo>
                    <a:cubicBezTo>
                      <a:pt x="735372" y="150073"/>
                      <a:pt x="711825" y="242348"/>
                      <a:pt x="715058" y="336077"/>
                    </a:cubicBezTo>
                    <a:cubicBezTo>
                      <a:pt x="718291" y="429806"/>
                      <a:pt x="713297" y="625227"/>
                      <a:pt x="715058" y="715058"/>
                    </a:cubicBezTo>
                    <a:cubicBezTo>
                      <a:pt x="603012" y="746365"/>
                      <a:pt x="498082" y="707851"/>
                      <a:pt x="357529" y="715058"/>
                    </a:cubicBezTo>
                    <a:cubicBezTo>
                      <a:pt x="216976" y="722265"/>
                      <a:pt x="166872" y="712850"/>
                      <a:pt x="0" y="715058"/>
                    </a:cubicBezTo>
                    <a:cubicBezTo>
                      <a:pt x="-38927" y="598647"/>
                      <a:pt x="14075" y="474643"/>
                      <a:pt x="0" y="371830"/>
                    </a:cubicBezTo>
                    <a:cubicBezTo>
                      <a:pt x="-14075" y="269017"/>
                      <a:pt x="21092" y="181286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chemeClr val="accent5">
                    <a:lumMod val="50000"/>
                    <a:alpha val="40000"/>
                  </a:schemeClr>
                </a:solidFill>
                <a:prstDash val="sysDash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50936677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B59BE435-CAC7-FADA-E02A-57979F2F4640}"/>
                  </a:ext>
                </a:extLst>
              </p:cNvPr>
              <p:cNvSpPr/>
              <p:nvPr/>
            </p:nvSpPr>
            <p:spPr>
              <a:xfrm rot="1595010">
                <a:off x="11257923" y="-91912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4" name="Gruppo 13">
              <a:extLst>
                <a:ext uri="{FF2B5EF4-FFF2-40B4-BE49-F238E27FC236}">
                  <a16:creationId xmlns:a16="http://schemas.microsoft.com/office/drawing/2014/main" id="{0F51927B-785D-13C7-F757-8365FFDDC8B6}"/>
                </a:ext>
              </a:extLst>
            </p:cNvPr>
            <p:cNvGrpSpPr/>
            <p:nvPr/>
          </p:nvGrpSpPr>
          <p:grpSpPr>
            <a:xfrm>
              <a:off x="-95249" y="-151404"/>
              <a:ext cx="6469042" cy="5924525"/>
              <a:chOff x="-142239" y="-189547"/>
              <a:chExt cx="1617369" cy="1481231"/>
            </a:xfrm>
          </p:grpSpPr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04F0F18C-2B88-5424-21C5-D3A821F2F72C}"/>
                  </a:ext>
                </a:extLst>
              </p:cNvPr>
              <p:cNvSpPr/>
              <p:nvPr/>
            </p:nvSpPr>
            <p:spPr>
              <a:xfrm rot="2700000">
                <a:off x="-142239" y="-189547"/>
                <a:ext cx="1117600" cy="11176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6" name="Rettangolo 15">
                <a:extLst>
                  <a:ext uri="{FF2B5EF4-FFF2-40B4-BE49-F238E27FC236}">
                    <a16:creationId xmlns:a16="http://schemas.microsoft.com/office/drawing/2014/main" id="{C08AAD3E-4D99-8732-5941-056B1868528C}"/>
                  </a:ext>
                </a:extLst>
              </p:cNvPr>
              <p:cNvSpPr/>
              <p:nvPr/>
            </p:nvSpPr>
            <p:spPr>
              <a:xfrm rot="2700000">
                <a:off x="760072" y="-5987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43228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71830 h 715058"/>
                  <a:gd name="csX4" fmla="*/ 715058 w 715058"/>
                  <a:gd name="csY4" fmla="*/ 715058 h 715058"/>
                  <a:gd name="csX5" fmla="*/ 378981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50378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139002" y="-11903"/>
                      <a:pt x="227523" y="12563"/>
                      <a:pt x="343228" y="0"/>
                    </a:cubicBezTo>
                    <a:cubicBezTo>
                      <a:pt x="458933" y="-12563"/>
                      <a:pt x="638635" y="-5196"/>
                      <a:pt x="715058" y="0"/>
                    </a:cubicBezTo>
                    <a:cubicBezTo>
                      <a:pt x="714070" y="147150"/>
                      <a:pt x="730559" y="266899"/>
                      <a:pt x="715058" y="371830"/>
                    </a:cubicBezTo>
                    <a:cubicBezTo>
                      <a:pt x="699558" y="476761"/>
                      <a:pt x="705399" y="629779"/>
                      <a:pt x="715058" y="715058"/>
                    </a:cubicBezTo>
                    <a:cubicBezTo>
                      <a:pt x="568768" y="718566"/>
                      <a:pt x="523052" y="725845"/>
                      <a:pt x="378981" y="715058"/>
                    </a:cubicBezTo>
                    <a:cubicBezTo>
                      <a:pt x="234910" y="704271"/>
                      <a:pt x="108025" y="726616"/>
                      <a:pt x="0" y="715058"/>
                    </a:cubicBezTo>
                    <a:cubicBezTo>
                      <a:pt x="15282" y="554688"/>
                      <a:pt x="-876" y="488920"/>
                      <a:pt x="0" y="350378"/>
                    </a:cubicBezTo>
                    <a:cubicBezTo>
                      <a:pt x="876" y="211836"/>
                      <a:pt x="-4393" y="81795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rgbClr val="316CA1">
                    <a:alpha val="40000"/>
                  </a:srgbClr>
                </a:solidFill>
                <a:prstDash val="solid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219475335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7" name="Rettangolo 16">
                <a:extLst>
                  <a:ext uri="{FF2B5EF4-FFF2-40B4-BE49-F238E27FC236}">
                    <a16:creationId xmlns:a16="http://schemas.microsoft.com/office/drawing/2014/main" id="{6306C797-FF81-A093-B2C0-C4241F562443}"/>
                  </a:ext>
                </a:extLst>
              </p:cNvPr>
              <p:cNvSpPr/>
              <p:nvPr/>
            </p:nvSpPr>
            <p:spPr>
              <a:xfrm rot="2700000">
                <a:off x="181890" y="647485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D0E6A335-25D9-2EE3-84D0-CC0B513C3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ABEAA6-990C-A513-8F59-C67B68344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15164-C660-2653-D1C8-38190F8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509EE1C-8C22-44EE-2925-5D15BE834D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8"/>
            <a:ext cx="4267200" cy="1423987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 1</a:t>
            </a:r>
          </a:p>
          <a:p>
            <a:pPr lvl="0"/>
            <a:r>
              <a:rPr lang="it-IT" dirty="0"/>
              <a:t>Autore 2</a:t>
            </a:r>
          </a:p>
          <a:p>
            <a:pPr lvl="0"/>
            <a:r>
              <a:rPr lang="it-IT" dirty="0"/>
              <a:t>Autore 3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16F1164A-EE95-11A2-A17B-76073A65DD4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24000" y="4745038"/>
            <a:ext cx="2411392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1</a:t>
            </a:r>
          </a:p>
        </p:txBody>
      </p:sp>
      <p:sp>
        <p:nvSpPr>
          <p:cNvPr id="13" name="Segnaposto immagine 11">
            <a:extLst>
              <a:ext uri="{FF2B5EF4-FFF2-40B4-BE49-F238E27FC236}">
                <a16:creationId xmlns:a16="http://schemas.microsoft.com/office/drawing/2014/main" id="{4EC9B093-4878-2958-FAB4-6B0EF2F5F1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35391" y="4745038"/>
            <a:ext cx="2411393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2</a:t>
            </a:r>
          </a:p>
        </p:txBody>
      </p:sp>
    </p:spTree>
    <p:extLst>
      <p:ext uri="{BB962C8B-B14F-4D97-AF65-F5344CB8AC3E}">
        <p14:creationId xmlns:p14="http://schemas.microsoft.com/office/powerpoint/2010/main" val="1761280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- loghi - aut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data 3">
            <a:extLst>
              <a:ext uri="{FF2B5EF4-FFF2-40B4-BE49-F238E27FC236}">
                <a16:creationId xmlns:a16="http://schemas.microsoft.com/office/drawing/2014/main" id="{519D6AC9-D734-F79C-882C-6370E72E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78CEA87-4FEA-D0EF-47D9-BA26D49214BD}"/>
              </a:ext>
            </a:extLst>
          </p:cNvPr>
          <p:cNvGrpSpPr/>
          <p:nvPr/>
        </p:nvGrpSpPr>
        <p:grpSpPr>
          <a:xfrm>
            <a:off x="-95249" y="-151404"/>
            <a:ext cx="11284426" cy="6575244"/>
            <a:chOff x="-95249" y="-151404"/>
            <a:chExt cx="11284426" cy="6575244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3AA12F75-D182-2AE6-E0F4-A84B7824C395}"/>
                </a:ext>
              </a:extLst>
            </p:cNvPr>
            <p:cNvGrpSpPr/>
            <p:nvPr/>
          </p:nvGrpSpPr>
          <p:grpSpPr>
            <a:xfrm>
              <a:off x="8850449" y="3509963"/>
              <a:ext cx="2338728" cy="2913877"/>
              <a:chOff x="11257923" y="-91912"/>
              <a:chExt cx="925845" cy="1153532"/>
            </a:xfrm>
          </p:grpSpPr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295E9306-BED1-0AF8-5AFA-960085A307CF}"/>
                  </a:ext>
                </a:extLst>
              </p:cNvPr>
              <p:cNvSpPr/>
              <p:nvPr/>
            </p:nvSpPr>
            <p:spPr>
              <a:xfrm rot="18571646">
                <a:off x="11468710" y="34656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57529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36077 h 715058"/>
                  <a:gd name="csX4" fmla="*/ 715058 w 715058"/>
                  <a:gd name="csY4" fmla="*/ 715058 h 715058"/>
                  <a:gd name="csX5" fmla="*/ 357529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71830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88139" y="-20127"/>
                      <a:pt x="186712" y="39515"/>
                      <a:pt x="357529" y="0"/>
                    </a:cubicBezTo>
                    <a:cubicBezTo>
                      <a:pt x="528346" y="-39515"/>
                      <a:pt x="563200" y="35790"/>
                      <a:pt x="715058" y="0"/>
                    </a:cubicBezTo>
                    <a:cubicBezTo>
                      <a:pt x="735372" y="150073"/>
                      <a:pt x="711825" y="242348"/>
                      <a:pt x="715058" y="336077"/>
                    </a:cubicBezTo>
                    <a:cubicBezTo>
                      <a:pt x="718291" y="429806"/>
                      <a:pt x="713297" y="625227"/>
                      <a:pt x="715058" y="715058"/>
                    </a:cubicBezTo>
                    <a:cubicBezTo>
                      <a:pt x="603012" y="746365"/>
                      <a:pt x="498082" y="707851"/>
                      <a:pt x="357529" y="715058"/>
                    </a:cubicBezTo>
                    <a:cubicBezTo>
                      <a:pt x="216976" y="722265"/>
                      <a:pt x="166872" y="712850"/>
                      <a:pt x="0" y="715058"/>
                    </a:cubicBezTo>
                    <a:cubicBezTo>
                      <a:pt x="-38927" y="598647"/>
                      <a:pt x="14075" y="474643"/>
                      <a:pt x="0" y="371830"/>
                    </a:cubicBezTo>
                    <a:cubicBezTo>
                      <a:pt x="-14075" y="269017"/>
                      <a:pt x="21092" y="181286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chemeClr val="accent5">
                    <a:lumMod val="50000"/>
                    <a:alpha val="40000"/>
                  </a:schemeClr>
                </a:solidFill>
                <a:prstDash val="sysDash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50936677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BDCE0BB1-0C7E-0287-BB13-77972B39D43A}"/>
                  </a:ext>
                </a:extLst>
              </p:cNvPr>
              <p:cNvSpPr/>
              <p:nvPr/>
            </p:nvSpPr>
            <p:spPr>
              <a:xfrm rot="1595010">
                <a:off x="11257923" y="-91912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23ADD8BA-F8AD-02DB-5CE8-EAEB7A129AE1}"/>
                </a:ext>
              </a:extLst>
            </p:cNvPr>
            <p:cNvGrpSpPr/>
            <p:nvPr/>
          </p:nvGrpSpPr>
          <p:grpSpPr>
            <a:xfrm>
              <a:off x="-95249" y="-151404"/>
              <a:ext cx="6469042" cy="5924525"/>
              <a:chOff x="-142239" y="-189547"/>
              <a:chExt cx="1617369" cy="1481231"/>
            </a:xfrm>
          </p:grpSpPr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4F8A03E2-5C46-FAE9-82F9-E610A6FBD798}"/>
                  </a:ext>
                </a:extLst>
              </p:cNvPr>
              <p:cNvSpPr/>
              <p:nvPr/>
            </p:nvSpPr>
            <p:spPr>
              <a:xfrm rot="2700000">
                <a:off x="-142239" y="-189547"/>
                <a:ext cx="1117600" cy="11176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AFAB0309-60FF-F1E4-F7DD-494D49EFA4D3}"/>
                  </a:ext>
                </a:extLst>
              </p:cNvPr>
              <p:cNvSpPr/>
              <p:nvPr/>
            </p:nvSpPr>
            <p:spPr>
              <a:xfrm rot="2700000">
                <a:off x="760072" y="-5987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43228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71830 h 715058"/>
                  <a:gd name="csX4" fmla="*/ 715058 w 715058"/>
                  <a:gd name="csY4" fmla="*/ 715058 h 715058"/>
                  <a:gd name="csX5" fmla="*/ 378981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50378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139002" y="-11903"/>
                      <a:pt x="227523" y="12563"/>
                      <a:pt x="343228" y="0"/>
                    </a:cubicBezTo>
                    <a:cubicBezTo>
                      <a:pt x="458933" y="-12563"/>
                      <a:pt x="638635" y="-5196"/>
                      <a:pt x="715058" y="0"/>
                    </a:cubicBezTo>
                    <a:cubicBezTo>
                      <a:pt x="714070" y="147150"/>
                      <a:pt x="730559" y="266899"/>
                      <a:pt x="715058" y="371830"/>
                    </a:cubicBezTo>
                    <a:cubicBezTo>
                      <a:pt x="699558" y="476761"/>
                      <a:pt x="705399" y="629779"/>
                      <a:pt x="715058" y="715058"/>
                    </a:cubicBezTo>
                    <a:cubicBezTo>
                      <a:pt x="568768" y="718566"/>
                      <a:pt x="523052" y="725845"/>
                      <a:pt x="378981" y="715058"/>
                    </a:cubicBezTo>
                    <a:cubicBezTo>
                      <a:pt x="234910" y="704271"/>
                      <a:pt x="108025" y="726616"/>
                      <a:pt x="0" y="715058"/>
                    </a:cubicBezTo>
                    <a:cubicBezTo>
                      <a:pt x="15282" y="554688"/>
                      <a:pt x="-876" y="488920"/>
                      <a:pt x="0" y="350378"/>
                    </a:cubicBezTo>
                    <a:cubicBezTo>
                      <a:pt x="876" y="211836"/>
                      <a:pt x="-4393" y="81795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rgbClr val="316CA1">
                    <a:alpha val="40000"/>
                  </a:srgbClr>
                </a:solidFill>
                <a:prstDash val="solid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219475335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8EB81669-60E7-9D56-6C7C-5B6813E345E4}"/>
                  </a:ext>
                </a:extLst>
              </p:cNvPr>
              <p:cNvSpPr/>
              <p:nvPr/>
            </p:nvSpPr>
            <p:spPr>
              <a:xfrm rot="2700000">
                <a:off x="181890" y="647485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sp>
        <p:nvSpPr>
          <p:cNvPr id="5" name="Titolo 1">
            <a:extLst>
              <a:ext uri="{FF2B5EF4-FFF2-40B4-BE49-F238E27FC236}">
                <a16:creationId xmlns:a16="http://schemas.microsoft.com/office/drawing/2014/main" id="{751BDBA2-4873-58B4-80AC-B15647DA4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B65853D2-B015-42E3-539D-EAEDE3FB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82F4D08A-A76E-C529-915D-2EC77CFE6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9"/>
            <a:ext cx="4267200" cy="463570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</a:t>
            </a:r>
          </a:p>
        </p:txBody>
      </p:sp>
      <p:sp>
        <p:nvSpPr>
          <p:cNvPr id="9" name="Segnaposto immagine 11">
            <a:extLst>
              <a:ext uri="{FF2B5EF4-FFF2-40B4-BE49-F238E27FC236}">
                <a16:creationId xmlns:a16="http://schemas.microsoft.com/office/drawing/2014/main" id="{D2754B45-3B78-4844-A90D-65FA728EF4D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24000" y="4745038"/>
            <a:ext cx="2411392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1</a:t>
            </a:r>
          </a:p>
        </p:txBody>
      </p:sp>
      <p:sp>
        <p:nvSpPr>
          <p:cNvPr id="11" name="Segnaposto immagine 11">
            <a:extLst>
              <a:ext uri="{FF2B5EF4-FFF2-40B4-BE49-F238E27FC236}">
                <a16:creationId xmlns:a16="http://schemas.microsoft.com/office/drawing/2014/main" id="{CFDBE2FD-F02C-652B-9EAD-45B45751753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35391" y="4745038"/>
            <a:ext cx="2411393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2</a:t>
            </a:r>
          </a:p>
        </p:txBody>
      </p:sp>
      <p:sp>
        <p:nvSpPr>
          <p:cNvPr id="21" name="Segnaposto testo 9">
            <a:extLst>
              <a:ext uri="{FF2B5EF4-FFF2-40B4-BE49-F238E27FC236}">
                <a16:creationId xmlns:a16="http://schemas.microsoft.com/office/drawing/2014/main" id="{EE98869F-9B91-D8A4-B343-A259295F8D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5262901"/>
            <a:ext cx="4267200" cy="906123"/>
          </a:xfrm>
        </p:spPr>
        <p:txBody>
          <a:bodyPr anchor="t"/>
          <a:lstStyle>
            <a:lvl1pPr marL="0" indent="0" algn="r">
              <a:buNone/>
              <a:defRPr sz="1800"/>
            </a:lvl1pPr>
          </a:lstStyle>
          <a:p>
            <a:pPr lvl="0"/>
            <a:r>
              <a:rPr lang="it-IT" dirty="0"/>
              <a:t>didascalia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4F839943-D33C-C867-1846-AF62CA99638E}"/>
              </a:ext>
            </a:extLst>
          </p:cNvPr>
          <p:cNvCxnSpPr>
            <a:cxnSpLocks/>
          </p:cNvCxnSpPr>
          <p:nvPr/>
        </p:nvCxnSpPr>
        <p:spPr>
          <a:xfrm>
            <a:off x="6400800" y="5235754"/>
            <a:ext cx="4267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092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- aut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data 3">
            <a:extLst>
              <a:ext uri="{FF2B5EF4-FFF2-40B4-BE49-F238E27FC236}">
                <a16:creationId xmlns:a16="http://schemas.microsoft.com/office/drawing/2014/main" id="{519D6AC9-D734-F79C-882C-6370E72EDF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778CEA87-4FEA-D0EF-47D9-BA26D49214BD}"/>
              </a:ext>
            </a:extLst>
          </p:cNvPr>
          <p:cNvGrpSpPr/>
          <p:nvPr/>
        </p:nvGrpSpPr>
        <p:grpSpPr>
          <a:xfrm>
            <a:off x="-95249" y="-151404"/>
            <a:ext cx="11284426" cy="6575244"/>
            <a:chOff x="-95249" y="-151404"/>
            <a:chExt cx="11284426" cy="6575244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3AA12F75-D182-2AE6-E0F4-A84B7824C395}"/>
                </a:ext>
              </a:extLst>
            </p:cNvPr>
            <p:cNvGrpSpPr/>
            <p:nvPr/>
          </p:nvGrpSpPr>
          <p:grpSpPr>
            <a:xfrm>
              <a:off x="8850449" y="3509963"/>
              <a:ext cx="2338728" cy="2913877"/>
              <a:chOff x="11257923" y="-91912"/>
              <a:chExt cx="925845" cy="1153532"/>
            </a:xfrm>
          </p:grpSpPr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295E9306-BED1-0AF8-5AFA-960085A307CF}"/>
                  </a:ext>
                </a:extLst>
              </p:cNvPr>
              <p:cNvSpPr/>
              <p:nvPr/>
            </p:nvSpPr>
            <p:spPr>
              <a:xfrm rot="18571646">
                <a:off x="11468710" y="34656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57529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36077 h 715058"/>
                  <a:gd name="csX4" fmla="*/ 715058 w 715058"/>
                  <a:gd name="csY4" fmla="*/ 715058 h 715058"/>
                  <a:gd name="csX5" fmla="*/ 357529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71830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88139" y="-20127"/>
                      <a:pt x="186712" y="39515"/>
                      <a:pt x="357529" y="0"/>
                    </a:cubicBezTo>
                    <a:cubicBezTo>
                      <a:pt x="528346" y="-39515"/>
                      <a:pt x="563200" y="35790"/>
                      <a:pt x="715058" y="0"/>
                    </a:cubicBezTo>
                    <a:cubicBezTo>
                      <a:pt x="735372" y="150073"/>
                      <a:pt x="711825" y="242348"/>
                      <a:pt x="715058" y="336077"/>
                    </a:cubicBezTo>
                    <a:cubicBezTo>
                      <a:pt x="718291" y="429806"/>
                      <a:pt x="713297" y="625227"/>
                      <a:pt x="715058" y="715058"/>
                    </a:cubicBezTo>
                    <a:cubicBezTo>
                      <a:pt x="603012" y="746365"/>
                      <a:pt x="498082" y="707851"/>
                      <a:pt x="357529" y="715058"/>
                    </a:cubicBezTo>
                    <a:cubicBezTo>
                      <a:pt x="216976" y="722265"/>
                      <a:pt x="166872" y="712850"/>
                      <a:pt x="0" y="715058"/>
                    </a:cubicBezTo>
                    <a:cubicBezTo>
                      <a:pt x="-38927" y="598647"/>
                      <a:pt x="14075" y="474643"/>
                      <a:pt x="0" y="371830"/>
                    </a:cubicBezTo>
                    <a:cubicBezTo>
                      <a:pt x="-14075" y="269017"/>
                      <a:pt x="21092" y="181286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chemeClr val="accent5">
                    <a:lumMod val="50000"/>
                    <a:alpha val="40000"/>
                  </a:schemeClr>
                </a:solidFill>
                <a:prstDash val="sysDash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50936677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BDCE0BB1-0C7E-0287-BB13-77972B39D43A}"/>
                  </a:ext>
                </a:extLst>
              </p:cNvPr>
              <p:cNvSpPr/>
              <p:nvPr/>
            </p:nvSpPr>
            <p:spPr>
              <a:xfrm rot="1595010">
                <a:off x="11257923" y="-91912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23ADD8BA-F8AD-02DB-5CE8-EAEB7A129AE1}"/>
                </a:ext>
              </a:extLst>
            </p:cNvPr>
            <p:cNvGrpSpPr/>
            <p:nvPr/>
          </p:nvGrpSpPr>
          <p:grpSpPr>
            <a:xfrm>
              <a:off x="-95249" y="-151404"/>
              <a:ext cx="6469042" cy="5924525"/>
              <a:chOff x="-142239" y="-189547"/>
              <a:chExt cx="1617369" cy="1481231"/>
            </a:xfrm>
          </p:grpSpPr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4F8A03E2-5C46-FAE9-82F9-E610A6FBD798}"/>
                  </a:ext>
                </a:extLst>
              </p:cNvPr>
              <p:cNvSpPr/>
              <p:nvPr/>
            </p:nvSpPr>
            <p:spPr>
              <a:xfrm rot="2700000">
                <a:off x="-142239" y="-189547"/>
                <a:ext cx="1117600" cy="11176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AFAB0309-60FF-F1E4-F7DD-494D49EFA4D3}"/>
                  </a:ext>
                </a:extLst>
              </p:cNvPr>
              <p:cNvSpPr/>
              <p:nvPr/>
            </p:nvSpPr>
            <p:spPr>
              <a:xfrm rot="2700000">
                <a:off x="760072" y="-5987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43228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71830 h 715058"/>
                  <a:gd name="csX4" fmla="*/ 715058 w 715058"/>
                  <a:gd name="csY4" fmla="*/ 715058 h 715058"/>
                  <a:gd name="csX5" fmla="*/ 378981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50378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139002" y="-11903"/>
                      <a:pt x="227523" y="12563"/>
                      <a:pt x="343228" y="0"/>
                    </a:cubicBezTo>
                    <a:cubicBezTo>
                      <a:pt x="458933" y="-12563"/>
                      <a:pt x="638635" y="-5196"/>
                      <a:pt x="715058" y="0"/>
                    </a:cubicBezTo>
                    <a:cubicBezTo>
                      <a:pt x="714070" y="147150"/>
                      <a:pt x="730559" y="266899"/>
                      <a:pt x="715058" y="371830"/>
                    </a:cubicBezTo>
                    <a:cubicBezTo>
                      <a:pt x="699558" y="476761"/>
                      <a:pt x="705399" y="629779"/>
                      <a:pt x="715058" y="715058"/>
                    </a:cubicBezTo>
                    <a:cubicBezTo>
                      <a:pt x="568768" y="718566"/>
                      <a:pt x="523052" y="725845"/>
                      <a:pt x="378981" y="715058"/>
                    </a:cubicBezTo>
                    <a:cubicBezTo>
                      <a:pt x="234910" y="704271"/>
                      <a:pt x="108025" y="726616"/>
                      <a:pt x="0" y="715058"/>
                    </a:cubicBezTo>
                    <a:cubicBezTo>
                      <a:pt x="15282" y="554688"/>
                      <a:pt x="-876" y="488920"/>
                      <a:pt x="0" y="350378"/>
                    </a:cubicBezTo>
                    <a:cubicBezTo>
                      <a:pt x="876" y="211836"/>
                      <a:pt x="-4393" y="81795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rgbClr val="316CA1">
                    <a:alpha val="40000"/>
                  </a:srgbClr>
                </a:solidFill>
                <a:prstDash val="solid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219475335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8EB81669-60E7-9D56-6C7C-5B6813E345E4}"/>
                  </a:ext>
                </a:extLst>
              </p:cNvPr>
              <p:cNvSpPr/>
              <p:nvPr/>
            </p:nvSpPr>
            <p:spPr>
              <a:xfrm rot="2700000">
                <a:off x="181890" y="647485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sp>
        <p:nvSpPr>
          <p:cNvPr id="5" name="Titolo 1">
            <a:extLst>
              <a:ext uri="{FF2B5EF4-FFF2-40B4-BE49-F238E27FC236}">
                <a16:creationId xmlns:a16="http://schemas.microsoft.com/office/drawing/2014/main" id="{751BDBA2-4873-58B4-80AC-B15647DA4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6" name="Sottotitolo 2">
            <a:extLst>
              <a:ext uri="{FF2B5EF4-FFF2-40B4-BE49-F238E27FC236}">
                <a16:creationId xmlns:a16="http://schemas.microsoft.com/office/drawing/2014/main" id="{B65853D2-B015-42E3-539D-EAEDE3FB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82F4D08A-A76E-C529-915D-2EC77CFE6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9"/>
            <a:ext cx="4267200" cy="463570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</a:t>
            </a:r>
          </a:p>
        </p:txBody>
      </p:sp>
      <p:sp>
        <p:nvSpPr>
          <p:cNvPr id="21" name="Segnaposto testo 9">
            <a:extLst>
              <a:ext uri="{FF2B5EF4-FFF2-40B4-BE49-F238E27FC236}">
                <a16:creationId xmlns:a16="http://schemas.microsoft.com/office/drawing/2014/main" id="{EE98869F-9B91-D8A4-B343-A259295F8D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5262901"/>
            <a:ext cx="4267200" cy="906123"/>
          </a:xfrm>
        </p:spPr>
        <p:txBody>
          <a:bodyPr anchor="t"/>
          <a:lstStyle>
            <a:lvl1pPr marL="0" indent="0" algn="r">
              <a:buNone/>
              <a:defRPr sz="1800"/>
            </a:lvl1pPr>
          </a:lstStyle>
          <a:p>
            <a:pPr lvl="0"/>
            <a:r>
              <a:rPr lang="it-IT" dirty="0"/>
              <a:t>Anno accademico 2025/26</a:t>
            </a:r>
          </a:p>
        </p:txBody>
      </p:sp>
      <p:cxnSp>
        <p:nvCxnSpPr>
          <p:cNvPr id="22" name="Connettore diritto 21">
            <a:extLst>
              <a:ext uri="{FF2B5EF4-FFF2-40B4-BE49-F238E27FC236}">
                <a16:creationId xmlns:a16="http://schemas.microsoft.com/office/drawing/2014/main" id="{4F839943-D33C-C867-1846-AF62CA99638E}"/>
              </a:ext>
            </a:extLst>
          </p:cNvPr>
          <p:cNvCxnSpPr>
            <a:cxnSpLocks/>
          </p:cNvCxnSpPr>
          <p:nvPr/>
        </p:nvCxnSpPr>
        <p:spPr>
          <a:xfrm>
            <a:off x="6400800" y="5235754"/>
            <a:ext cx="4267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321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2 - loghi - aut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09E3729-5092-8FE9-487A-EC3ADF46B71A}"/>
              </a:ext>
            </a:extLst>
          </p:cNvPr>
          <p:cNvSpPr/>
          <p:nvPr/>
        </p:nvSpPr>
        <p:spPr>
          <a:xfrm>
            <a:off x="0" y="0"/>
            <a:ext cx="12192000" cy="356425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0E6A335-25D9-2EE3-84D0-CC0B513C3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ABEAA6-990C-A513-8F59-C67B68344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15164-C660-2653-D1C8-38190F8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509EE1C-8C22-44EE-2925-5D15BE834D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8"/>
            <a:ext cx="4267200" cy="1423987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 1</a:t>
            </a:r>
          </a:p>
          <a:p>
            <a:pPr lvl="0"/>
            <a:r>
              <a:rPr lang="it-IT" dirty="0"/>
              <a:t>Autore 2</a:t>
            </a:r>
          </a:p>
          <a:p>
            <a:pPr lvl="0"/>
            <a:r>
              <a:rPr lang="it-IT" dirty="0"/>
              <a:t>Autore 3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16F1164A-EE95-11A2-A17B-76073A65DD4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24000" y="4745038"/>
            <a:ext cx="2411392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1</a:t>
            </a:r>
          </a:p>
        </p:txBody>
      </p:sp>
      <p:sp>
        <p:nvSpPr>
          <p:cNvPr id="13" name="Segnaposto immagine 11">
            <a:extLst>
              <a:ext uri="{FF2B5EF4-FFF2-40B4-BE49-F238E27FC236}">
                <a16:creationId xmlns:a16="http://schemas.microsoft.com/office/drawing/2014/main" id="{4EC9B093-4878-2958-FAB4-6B0EF2F5F1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35391" y="4745038"/>
            <a:ext cx="2411393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2</a:t>
            </a:r>
          </a:p>
        </p:txBody>
      </p:sp>
    </p:spTree>
    <p:extLst>
      <p:ext uri="{BB962C8B-B14F-4D97-AF65-F5344CB8AC3E}">
        <p14:creationId xmlns:p14="http://schemas.microsoft.com/office/powerpoint/2010/main" val="4294409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2 - loghi - aut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09E3729-5092-8FE9-487A-EC3ADF46B7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56425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0E6A335-25D9-2EE3-84D0-CC0B513C3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ABEAA6-990C-A513-8F59-C67B68344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15164-C660-2653-D1C8-38190F8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509EE1C-8C22-44EE-2925-5D15BE834D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9"/>
            <a:ext cx="4267200" cy="463570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</a:t>
            </a:r>
          </a:p>
        </p:txBody>
      </p: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16F1164A-EE95-11A2-A17B-76073A65DD4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524000" y="4745038"/>
            <a:ext cx="2411392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1</a:t>
            </a:r>
          </a:p>
        </p:txBody>
      </p:sp>
      <p:sp>
        <p:nvSpPr>
          <p:cNvPr id="13" name="Segnaposto immagine 11">
            <a:extLst>
              <a:ext uri="{FF2B5EF4-FFF2-40B4-BE49-F238E27FC236}">
                <a16:creationId xmlns:a16="http://schemas.microsoft.com/office/drawing/2014/main" id="{4EC9B093-4878-2958-FAB4-6B0EF2F5F1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35391" y="4745038"/>
            <a:ext cx="2411393" cy="142398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it-IT" dirty="0"/>
              <a:t>Logo 2</a:t>
            </a:r>
          </a:p>
        </p:txBody>
      </p:sp>
      <p:sp>
        <p:nvSpPr>
          <p:cNvPr id="5" name="Segnaposto testo 9">
            <a:extLst>
              <a:ext uri="{FF2B5EF4-FFF2-40B4-BE49-F238E27FC236}">
                <a16:creationId xmlns:a16="http://schemas.microsoft.com/office/drawing/2014/main" id="{27BFB71D-0CEF-E0E2-5C8B-1C3D57304A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5262901"/>
            <a:ext cx="4267200" cy="906123"/>
          </a:xfrm>
        </p:spPr>
        <p:txBody>
          <a:bodyPr anchor="t"/>
          <a:lstStyle>
            <a:lvl1pPr marL="0" indent="0" algn="r">
              <a:buNone/>
              <a:defRPr sz="1800"/>
            </a:lvl1pPr>
          </a:lstStyle>
          <a:p>
            <a:pPr lvl="0"/>
            <a:r>
              <a:rPr lang="it-IT" dirty="0"/>
              <a:t>didascalia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2C1C06D3-5BF7-CF5C-28A2-6F8D983F7759}"/>
              </a:ext>
            </a:extLst>
          </p:cNvPr>
          <p:cNvCxnSpPr>
            <a:cxnSpLocks/>
          </p:cNvCxnSpPr>
          <p:nvPr/>
        </p:nvCxnSpPr>
        <p:spPr>
          <a:xfrm>
            <a:off x="6400800" y="5235754"/>
            <a:ext cx="4267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435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olo 2 - aut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F09E3729-5092-8FE9-487A-EC3ADF46B7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356425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0E6A335-25D9-2EE3-84D0-CC0B513C3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9ABEAA6-990C-A513-8F59-C67B68344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4681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615164-C660-2653-D1C8-38190F8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3509EE1C-8C22-44EE-2925-5D15BE834D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00800" y="4745039"/>
            <a:ext cx="4267200" cy="463570"/>
          </a:xfrm>
        </p:spPr>
        <p:txBody>
          <a:bodyPr anchor="ctr"/>
          <a:lstStyle>
            <a:lvl1pPr marL="0" indent="0" algn="r">
              <a:buNone/>
              <a:defRPr/>
            </a:lvl1pPr>
          </a:lstStyle>
          <a:p>
            <a:pPr lvl="0"/>
            <a:r>
              <a:rPr lang="it-IT" dirty="0"/>
              <a:t>Autore</a:t>
            </a:r>
          </a:p>
        </p:txBody>
      </p:sp>
      <p:sp>
        <p:nvSpPr>
          <p:cNvPr id="5" name="Segnaposto testo 9">
            <a:extLst>
              <a:ext uri="{FF2B5EF4-FFF2-40B4-BE49-F238E27FC236}">
                <a16:creationId xmlns:a16="http://schemas.microsoft.com/office/drawing/2014/main" id="{27BFB71D-0CEF-E0E2-5C8B-1C3D57304A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5262901"/>
            <a:ext cx="4267200" cy="906123"/>
          </a:xfrm>
        </p:spPr>
        <p:txBody>
          <a:bodyPr anchor="t"/>
          <a:lstStyle>
            <a:lvl1pPr marL="0" indent="0" algn="r">
              <a:buNone/>
              <a:defRPr sz="1800"/>
            </a:lvl1pPr>
          </a:lstStyle>
          <a:p>
            <a:pPr lvl="0"/>
            <a:r>
              <a:rPr lang="it-IT" dirty="0"/>
              <a:t>Anno accademico 2025/26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2C1C06D3-5BF7-CF5C-28A2-6F8D983F7759}"/>
              </a:ext>
            </a:extLst>
          </p:cNvPr>
          <p:cNvCxnSpPr>
            <a:cxnSpLocks/>
          </p:cNvCxnSpPr>
          <p:nvPr/>
        </p:nvCxnSpPr>
        <p:spPr>
          <a:xfrm>
            <a:off x="6400800" y="5235754"/>
            <a:ext cx="42672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854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CE01FA-6E8F-5EB5-5354-22F2EE08BA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002632"/>
            <a:ext cx="5447027" cy="2852737"/>
          </a:xfrm>
          <a:prstGeom prst="rect">
            <a:avLst/>
          </a:prstGeom>
          <a:solidFill>
            <a:schemeClr val="accent3">
              <a:alpha val="50000"/>
            </a:schemeClr>
          </a:solidFill>
          <a:ln w="762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br>
              <a:rPr lang="it-IT" dirty="0"/>
            </a:br>
            <a:r>
              <a:rPr lang="it-IT" dirty="0"/>
              <a:t>Sezione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362AAE-3343-D18F-8F36-3C83F83E912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78876" y="2002632"/>
            <a:ext cx="5068573" cy="2852736"/>
          </a:xfrm>
        </p:spPr>
        <p:txBody>
          <a:bodyPr anchor="b"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Didascalia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A6E2A4CE-1628-381A-B8F2-0A40275A67E3}"/>
              </a:ext>
            </a:extLst>
          </p:cNvPr>
          <p:cNvCxnSpPr>
            <a:cxnSpLocks/>
          </p:cNvCxnSpPr>
          <p:nvPr/>
        </p:nvCxnSpPr>
        <p:spPr>
          <a:xfrm>
            <a:off x="6285227" y="4855368"/>
            <a:ext cx="506857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Segnaposto data 3">
            <a:extLst>
              <a:ext uri="{FF2B5EF4-FFF2-40B4-BE49-F238E27FC236}">
                <a16:creationId xmlns:a16="http://schemas.microsoft.com/office/drawing/2014/main" id="{FBE33A5A-9EAD-6727-623E-27CE439276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egnaposto piè di pagina 4">
            <a:extLst>
              <a:ext uri="{FF2B5EF4-FFF2-40B4-BE49-F238E27FC236}">
                <a16:creationId xmlns:a16="http://schemas.microsoft.com/office/drawing/2014/main" id="{297AF9C6-7C37-7F7B-63E6-64CEA002B6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D6FEE8D7-A661-C05D-EEDC-5F3323821B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035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-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itolo 1">
            <a:extLst>
              <a:ext uri="{FF2B5EF4-FFF2-40B4-BE49-F238E27FC236}">
                <a16:creationId xmlns:a16="http://schemas.microsoft.com/office/drawing/2014/main" id="{A7D09AE0-1BDD-80F9-CFC4-645374AD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E53AB4D-15CB-3B0D-555C-510DDAB28BDB}"/>
              </a:ext>
            </a:extLst>
          </p:cNvPr>
          <p:cNvCxnSpPr>
            <a:cxnSpLocks/>
          </p:cNvCxnSpPr>
          <p:nvPr/>
        </p:nvCxnSpPr>
        <p:spPr>
          <a:xfrm>
            <a:off x="1090432" y="1113796"/>
            <a:ext cx="1001113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20">
            <a:extLst>
              <a:ext uri="{FF2B5EF4-FFF2-40B4-BE49-F238E27FC236}">
                <a16:creationId xmlns:a16="http://schemas.microsoft.com/office/drawing/2014/main" id="{AB70760E-083D-B454-0574-4ADC4B6DF5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428749"/>
            <a:ext cx="10515600" cy="1857375"/>
          </a:xfrm>
        </p:spPr>
        <p:txBody>
          <a:bodyPr anchor="ctr" anchorCtr="0"/>
          <a:lstStyle>
            <a:lvl1pPr marL="361950" indent="-361950">
              <a:defRPr sz="2200"/>
            </a:lvl1pPr>
            <a:lvl2pPr marL="714375" indent="-352425">
              <a:buFont typeface="Courier New" panose="02070309020205020404" pitchFamily="49" charset="0"/>
              <a:buChar char="o"/>
              <a:defRPr sz="2200"/>
            </a:lvl2pPr>
            <a:lvl3pPr marL="1076325" indent="-361950">
              <a:buFont typeface="Wingdings" panose="05000000000000000000" pitchFamily="2" charset="2"/>
              <a:buChar char="§"/>
              <a:defRPr sz="2200"/>
            </a:lvl3pPr>
            <a:lvl4pPr marL="1438275" indent="-361950">
              <a:buFont typeface="Wingdings" panose="05000000000000000000" pitchFamily="2" charset="2"/>
              <a:buChar char="q"/>
              <a:defRPr sz="2200"/>
            </a:lvl4pPr>
            <a:lvl5pPr marL="1790700" indent="-352425">
              <a:buFont typeface="Wingdings" panose="05000000000000000000" pitchFamily="2" charset="2"/>
              <a:buChar char="v"/>
              <a:defRPr sz="2200"/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6EFAE9-142B-3657-73FA-08FCB733C0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75B7F1D-96A5-A6B0-7EBA-3B72124BD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4B39D6-F9D4-4926-0F85-2628049E4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74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itolo 1">
            <a:extLst>
              <a:ext uri="{FF2B5EF4-FFF2-40B4-BE49-F238E27FC236}">
                <a16:creationId xmlns:a16="http://schemas.microsoft.com/office/drawing/2014/main" id="{A7D09AE0-1BDD-80F9-CFC4-645374AD6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E53AB4D-15CB-3B0D-555C-510DDAB28BDB}"/>
              </a:ext>
            </a:extLst>
          </p:cNvPr>
          <p:cNvCxnSpPr>
            <a:cxnSpLocks/>
          </p:cNvCxnSpPr>
          <p:nvPr/>
        </p:nvCxnSpPr>
        <p:spPr>
          <a:xfrm>
            <a:off x="1090432" y="1113796"/>
            <a:ext cx="1001113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26142D-A084-7DB1-283A-F2199B151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1511782D-0489-3523-4436-ECD2E2D34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04CE7FEA-E0CF-ED86-DF9C-C23421517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38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i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egnaposto testo 15">
            <a:extLst>
              <a:ext uri="{FF2B5EF4-FFF2-40B4-BE49-F238E27FC236}">
                <a16:creationId xmlns:a16="http://schemas.microsoft.com/office/drawing/2014/main" id="{1EB60C6C-E983-3704-D368-A1D8DAC403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41568" y="373063"/>
            <a:ext cx="5112232" cy="639762"/>
          </a:xfrm>
        </p:spPr>
        <p:txBody>
          <a:bodyPr/>
          <a:lstStyle>
            <a:lvl1pPr algn="ctr">
              <a:buNone/>
              <a:defRPr lang="it-IT" sz="4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it-IT" sz="4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Titolo 2</a:t>
            </a:r>
            <a:endParaRPr lang="it-IT" dirty="0"/>
          </a:p>
        </p:txBody>
      </p:sp>
      <p:sp>
        <p:nvSpPr>
          <p:cNvPr id="19" name="Segnaposto titolo 1">
            <a:extLst>
              <a:ext uri="{FF2B5EF4-FFF2-40B4-BE49-F238E27FC236}">
                <a16:creationId xmlns:a16="http://schemas.microsoft.com/office/drawing/2014/main" id="{A7D09AE0-1BDD-80F9-CFC4-645374AD6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73500"/>
            <a:ext cx="5112232" cy="638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it-IT" dirty="0"/>
              <a:t>Titolo 1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26142D-A084-7DB1-283A-F2199B1513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1511782D-0489-3523-4436-ECD2E2D34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04CE7FEA-E0CF-ED86-DF9C-C23421517D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  <p:cxnSp>
        <p:nvCxnSpPr>
          <p:cNvPr id="2" name="Connettore diritto 1">
            <a:extLst>
              <a:ext uri="{FF2B5EF4-FFF2-40B4-BE49-F238E27FC236}">
                <a16:creationId xmlns:a16="http://schemas.microsoft.com/office/drawing/2014/main" id="{582D5FC1-9569-7753-4FD8-801F8517C6A3}"/>
              </a:ext>
            </a:extLst>
          </p:cNvPr>
          <p:cNvCxnSpPr>
            <a:cxnSpLocks/>
          </p:cNvCxnSpPr>
          <p:nvPr userDrawn="1"/>
        </p:nvCxnSpPr>
        <p:spPr>
          <a:xfrm>
            <a:off x="1090432" y="1113796"/>
            <a:ext cx="486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8950BBF2-41EF-3FBD-A75D-C2F7FBCC20D1}"/>
              </a:ext>
            </a:extLst>
          </p:cNvPr>
          <p:cNvCxnSpPr>
            <a:cxnSpLocks/>
          </p:cNvCxnSpPr>
          <p:nvPr userDrawn="1"/>
        </p:nvCxnSpPr>
        <p:spPr>
          <a:xfrm>
            <a:off x="6241569" y="1113796"/>
            <a:ext cx="4860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CAA85BC3-82C5-5602-D0A0-638907FA703D}"/>
              </a:ext>
            </a:extLst>
          </p:cNvPr>
          <p:cNvCxnSpPr>
            <a:cxnSpLocks/>
          </p:cNvCxnSpPr>
          <p:nvPr userDrawn="1"/>
        </p:nvCxnSpPr>
        <p:spPr>
          <a:xfrm>
            <a:off x="6096001" y="1428753"/>
            <a:ext cx="0" cy="46126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2 rig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itolo 1">
            <a:extLst>
              <a:ext uri="{FF2B5EF4-FFF2-40B4-BE49-F238E27FC236}">
                <a16:creationId xmlns:a16="http://schemas.microsoft.com/office/drawing/2014/main" id="{A7D09AE0-1BDD-80F9-CFC4-645374AD6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1137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4000"/>
            </a:lvl1pPr>
          </a:lstStyle>
          <a:p>
            <a:r>
              <a:rPr lang="it-IT" dirty="0"/>
              <a:t>Titolo</a:t>
            </a:r>
            <a:br>
              <a:rPr lang="it-IT" dirty="0"/>
            </a:br>
            <a:r>
              <a:rPr lang="it-IT" dirty="0" err="1"/>
              <a:t>Titolo</a:t>
            </a:r>
            <a:r>
              <a:rPr lang="it-IT" dirty="0"/>
              <a:t> </a:t>
            </a:r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E53AB4D-15CB-3B0D-555C-510DDAB28BDB}"/>
              </a:ext>
            </a:extLst>
          </p:cNvPr>
          <p:cNvCxnSpPr>
            <a:cxnSpLocks/>
          </p:cNvCxnSpPr>
          <p:nvPr/>
        </p:nvCxnSpPr>
        <p:spPr>
          <a:xfrm>
            <a:off x="1090432" y="1113796"/>
            <a:ext cx="1001113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7827CB-9AD6-4F9D-5BD9-D384FCB8B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FE4C9A7E-D240-AA8C-0424-27BCFAF2A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A88AE77A-C2DA-6407-D504-6BECCFFC9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961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-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gnaposto titolo 1">
            <a:extLst>
              <a:ext uri="{FF2B5EF4-FFF2-40B4-BE49-F238E27FC236}">
                <a16:creationId xmlns:a16="http://schemas.microsoft.com/office/drawing/2014/main" id="{A7D09AE0-1BDD-80F9-CFC4-645374AD6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0"/>
            <a:ext cx="10515600" cy="111379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4000"/>
            </a:lvl1pPr>
          </a:lstStyle>
          <a:p>
            <a:r>
              <a:rPr lang="it-IT" dirty="0"/>
              <a:t>Titolo</a:t>
            </a:r>
            <a:br>
              <a:rPr lang="it-IT" dirty="0"/>
            </a:br>
            <a:endParaRPr lang="it-IT" dirty="0"/>
          </a:p>
        </p:txBody>
      </p: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9E53AB4D-15CB-3B0D-555C-510DDAB28BDB}"/>
              </a:ext>
            </a:extLst>
          </p:cNvPr>
          <p:cNvCxnSpPr>
            <a:cxnSpLocks/>
          </p:cNvCxnSpPr>
          <p:nvPr/>
        </p:nvCxnSpPr>
        <p:spPr>
          <a:xfrm>
            <a:off x="1090432" y="1113796"/>
            <a:ext cx="1001113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7827CB-9AD6-4F9D-5BD9-D384FCB8B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FE4C9A7E-D240-AA8C-0424-27BCFAF2A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A88AE77A-C2DA-6407-D504-6BECCFFC9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11" name="Segnaposto contenuto 10">
            <a:extLst>
              <a:ext uri="{FF2B5EF4-FFF2-40B4-BE49-F238E27FC236}">
                <a16:creationId xmlns:a16="http://schemas.microsoft.com/office/drawing/2014/main" id="{6CC5EAF6-9BD2-4CA5-14EF-4E203F4F274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533400"/>
            <a:ext cx="10515600" cy="580397"/>
          </a:xfrm>
        </p:spPr>
        <p:txBody>
          <a:bodyPr/>
          <a:lstStyle>
            <a:lvl1pPr algn="ctr">
              <a:buNone/>
              <a:defRPr sz="3200" b="1" i="1">
                <a:latin typeface="+mj-lt"/>
              </a:defRPr>
            </a:lvl1pPr>
          </a:lstStyle>
          <a:p>
            <a:pPr lvl="0"/>
            <a:r>
              <a:rPr lang="it-IT" dirty="0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3650066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ngraziamen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o 9">
            <a:extLst>
              <a:ext uri="{FF2B5EF4-FFF2-40B4-BE49-F238E27FC236}">
                <a16:creationId xmlns:a16="http://schemas.microsoft.com/office/drawing/2014/main" id="{778CEA87-4FEA-D0EF-47D9-BA26D49214BD}"/>
              </a:ext>
            </a:extLst>
          </p:cNvPr>
          <p:cNvGrpSpPr/>
          <p:nvPr/>
        </p:nvGrpSpPr>
        <p:grpSpPr>
          <a:xfrm>
            <a:off x="-95249" y="-151404"/>
            <a:ext cx="11284426" cy="6575244"/>
            <a:chOff x="-95249" y="-151404"/>
            <a:chExt cx="11284426" cy="6575244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3AA12F75-D182-2AE6-E0F4-A84B7824C395}"/>
                </a:ext>
              </a:extLst>
            </p:cNvPr>
            <p:cNvGrpSpPr/>
            <p:nvPr/>
          </p:nvGrpSpPr>
          <p:grpSpPr>
            <a:xfrm>
              <a:off x="8850449" y="3509963"/>
              <a:ext cx="2338728" cy="2913877"/>
              <a:chOff x="11257923" y="-91912"/>
              <a:chExt cx="925845" cy="1153532"/>
            </a:xfrm>
          </p:grpSpPr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295E9306-BED1-0AF8-5AFA-960085A307CF}"/>
                  </a:ext>
                </a:extLst>
              </p:cNvPr>
              <p:cNvSpPr/>
              <p:nvPr/>
            </p:nvSpPr>
            <p:spPr>
              <a:xfrm rot="18571646">
                <a:off x="11468710" y="34656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57529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36077 h 715058"/>
                  <a:gd name="csX4" fmla="*/ 715058 w 715058"/>
                  <a:gd name="csY4" fmla="*/ 715058 h 715058"/>
                  <a:gd name="csX5" fmla="*/ 357529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71830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88139" y="-20127"/>
                      <a:pt x="186712" y="39515"/>
                      <a:pt x="357529" y="0"/>
                    </a:cubicBezTo>
                    <a:cubicBezTo>
                      <a:pt x="528346" y="-39515"/>
                      <a:pt x="563200" y="35790"/>
                      <a:pt x="715058" y="0"/>
                    </a:cubicBezTo>
                    <a:cubicBezTo>
                      <a:pt x="735372" y="150073"/>
                      <a:pt x="711825" y="242348"/>
                      <a:pt x="715058" y="336077"/>
                    </a:cubicBezTo>
                    <a:cubicBezTo>
                      <a:pt x="718291" y="429806"/>
                      <a:pt x="713297" y="625227"/>
                      <a:pt x="715058" y="715058"/>
                    </a:cubicBezTo>
                    <a:cubicBezTo>
                      <a:pt x="603012" y="746365"/>
                      <a:pt x="498082" y="707851"/>
                      <a:pt x="357529" y="715058"/>
                    </a:cubicBezTo>
                    <a:cubicBezTo>
                      <a:pt x="216976" y="722265"/>
                      <a:pt x="166872" y="712850"/>
                      <a:pt x="0" y="715058"/>
                    </a:cubicBezTo>
                    <a:cubicBezTo>
                      <a:pt x="-38927" y="598647"/>
                      <a:pt x="14075" y="474643"/>
                      <a:pt x="0" y="371830"/>
                    </a:cubicBezTo>
                    <a:cubicBezTo>
                      <a:pt x="-14075" y="269017"/>
                      <a:pt x="21092" y="181286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chemeClr val="accent5">
                    <a:lumMod val="50000"/>
                    <a:alpha val="40000"/>
                  </a:schemeClr>
                </a:solidFill>
                <a:prstDash val="sysDash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509366777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BDCE0BB1-0C7E-0287-BB13-77972B39D43A}"/>
                  </a:ext>
                </a:extLst>
              </p:cNvPr>
              <p:cNvSpPr/>
              <p:nvPr/>
            </p:nvSpPr>
            <p:spPr>
              <a:xfrm rot="1595010">
                <a:off x="11257923" y="-91912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olid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23ADD8BA-F8AD-02DB-5CE8-EAEB7A129AE1}"/>
                </a:ext>
              </a:extLst>
            </p:cNvPr>
            <p:cNvGrpSpPr/>
            <p:nvPr/>
          </p:nvGrpSpPr>
          <p:grpSpPr>
            <a:xfrm>
              <a:off x="-95249" y="-151404"/>
              <a:ext cx="6469042" cy="5924525"/>
              <a:chOff x="-142239" y="-189547"/>
              <a:chExt cx="1617369" cy="1481231"/>
            </a:xfrm>
          </p:grpSpPr>
          <p:sp>
            <p:nvSpPr>
              <p:cNvPr id="18" name="Rettangolo 17">
                <a:extLst>
                  <a:ext uri="{FF2B5EF4-FFF2-40B4-BE49-F238E27FC236}">
                    <a16:creationId xmlns:a16="http://schemas.microsoft.com/office/drawing/2014/main" id="{4F8A03E2-5C46-FAE9-82F9-E610A6FBD798}"/>
                  </a:ext>
                </a:extLst>
              </p:cNvPr>
              <p:cNvSpPr/>
              <p:nvPr/>
            </p:nvSpPr>
            <p:spPr>
              <a:xfrm rot="2700000">
                <a:off x="-142239" y="-189547"/>
                <a:ext cx="1117600" cy="1117600"/>
              </a:xfrm>
              <a:prstGeom prst="rect">
                <a:avLst/>
              </a:prstGeom>
              <a:solidFill>
                <a:schemeClr val="accent2">
                  <a:alpha val="4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AFAB0309-60FF-F1E4-F7DD-494D49EFA4D3}"/>
                  </a:ext>
                </a:extLst>
              </p:cNvPr>
              <p:cNvSpPr/>
              <p:nvPr/>
            </p:nvSpPr>
            <p:spPr>
              <a:xfrm rot="2700000">
                <a:off x="760072" y="-59872"/>
                <a:ext cx="715058" cy="715058"/>
              </a:xfrm>
              <a:custGeom>
                <a:avLst/>
                <a:gdLst>
                  <a:gd name="csX0" fmla="*/ 0 w 715058"/>
                  <a:gd name="csY0" fmla="*/ 0 h 715058"/>
                  <a:gd name="csX1" fmla="*/ 343228 w 715058"/>
                  <a:gd name="csY1" fmla="*/ 0 h 715058"/>
                  <a:gd name="csX2" fmla="*/ 715058 w 715058"/>
                  <a:gd name="csY2" fmla="*/ 0 h 715058"/>
                  <a:gd name="csX3" fmla="*/ 715058 w 715058"/>
                  <a:gd name="csY3" fmla="*/ 371830 h 715058"/>
                  <a:gd name="csX4" fmla="*/ 715058 w 715058"/>
                  <a:gd name="csY4" fmla="*/ 715058 h 715058"/>
                  <a:gd name="csX5" fmla="*/ 378981 w 715058"/>
                  <a:gd name="csY5" fmla="*/ 715058 h 715058"/>
                  <a:gd name="csX6" fmla="*/ 0 w 715058"/>
                  <a:gd name="csY6" fmla="*/ 715058 h 715058"/>
                  <a:gd name="csX7" fmla="*/ 0 w 715058"/>
                  <a:gd name="csY7" fmla="*/ 350378 h 715058"/>
                  <a:gd name="csX8" fmla="*/ 0 w 715058"/>
                  <a:gd name="csY8" fmla="*/ 0 h 71505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15058" h="715058" extrusionOk="0">
                    <a:moveTo>
                      <a:pt x="0" y="0"/>
                    </a:moveTo>
                    <a:cubicBezTo>
                      <a:pt x="139002" y="-11903"/>
                      <a:pt x="227523" y="12563"/>
                      <a:pt x="343228" y="0"/>
                    </a:cubicBezTo>
                    <a:cubicBezTo>
                      <a:pt x="458933" y="-12563"/>
                      <a:pt x="638635" y="-5196"/>
                      <a:pt x="715058" y="0"/>
                    </a:cubicBezTo>
                    <a:cubicBezTo>
                      <a:pt x="714070" y="147150"/>
                      <a:pt x="730559" y="266899"/>
                      <a:pt x="715058" y="371830"/>
                    </a:cubicBezTo>
                    <a:cubicBezTo>
                      <a:pt x="699558" y="476761"/>
                      <a:pt x="705399" y="629779"/>
                      <a:pt x="715058" y="715058"/>
                    </a:cubicBezTo>
                    <a:cubicBezTo>
                      <a:pt x="568768" y="718566"/>
                      <a:pt x="523052" y="725845"/>
                      <a:pt x="378981" y="715058"/>
                    </a:cubicBezTo>
                    <a:cubicBezTo>
                      <a:pt x="234910" y="704271"/>
                      <a:pt x="108025" y="726616"/>
                      <a:pt x="0" y="715058"/>
                    </a:cubicBezTo>
                    <a:cubicBezTo>
                      <a:pt x="15282" y="554688"/>
                      <a:pt x="-876" y="488920"/>
                      <a:pt x="0" y="350378"/>
                    </a:cubicBezTo>
                    <a:cubicBezTo>
                      <a:pt x="876" y="211836"/>
                      <a:pt x="-4393" y="81795"/>
                      <a:pt x="0" y="0"/>
                    </a:cubicBezTo>
                    <a:close/>
                  </a:path>
                </a:pathLst>
              </a:custGeom>
              <a:noFill/>
              <a:ln w="76200" cap="flat" cmpd="sng" algn="ctr">
                <a:solidFill>
                  <a:srgbClr val="316CA1">
                    <a:alpha val="40000"/>
                  </a:srgbClr>
                </a:solidFill>
                <a:prstDash val="solid"/>
                <a:round/>
                <a:headEnd type="none" w="med" len="med"/>
                <a:tailEnd type="none" w="med" len="med"/>
                <a:extLst>
                  <a:ext uri="{C807C97D-BFC1-408E-A445-0C87EB9F89A2}">
                    <ask:lineSketchStyleProps xmlns:ask="http://schemas.microsoft.com/office/drawing/2018/sketchyshapes" sd="2194753350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5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8EB81669-60E7-9D56-6C7C-5B6813E345E4}"/>
                  </a:ext>
                </a:extLst>
              </p:cNvPr>
              <p:cNvSpPr/>
              <p:nvPr/>
            </p:nvSpPr>
            <p:spPr>
              <a:xfrm rot="2700000">
                <a:off x="181890" y="647485"/>
                <a:ext cx="644199" cy="644199"/>
              </a:xfrm>
              <a:custGeom>
                <a:avLst/>
                <a:gdLst>
                  <a:gd name="csX0" fmla="*/ 0 w 644199"/>
                  <a:gd name="csY0" fmla="*/ 0 h 644199"/>
                  <a:gd name="csX1" fmla="*/ 322100 w 644199"/>
                  <a:gd name="csY1" fmla="*/ 0 h 644199"/>
                  <a:gd name="csX2" fmla="*/ 644199 w 644199"/>
                  <a:gd name="csY2" fmla="*/ 0 h 644199"/>
                  <a:gd name="csX3" fmla="*/ 644199 w 644199"/>
                  <a:gd name="csY3" fmla="*/ 334983 h 644199"/>
                  <a:gd name="csX4" fmla="*/ 644199 w 644199"/>
                  <a:gd name="csY4" fmla="*/ 644199 h 644199"/>
                  <a:gd name="csX5" fmla="*/ 322100 w 644199"/>
                  <a:gd name="csY5" fmla="*/ 644199 h 644199"/>
                  <a:gd name="csX6" fmla="*/ 0 w 644199"/>
                  <a:gd name="csY6" fmla="*/ 644199 h 644199"/>
                  <a:gd name="csX7" fmla="*/ 0 w 644199"/>
                  <a:gd name="csY7" fmla="*/ 328541 h 644199"/>
                  <a:gd name="csX8" fmla="*/ 0 w 644199"/>
                  <a:gd name="csY8" fmla="*/ 0 h 644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644199" h="644199" extrusionOk="0">
                    <a:moveTo>
                      <a:pt x="0" y="0"/>
                    </a:moveTo>
                    <a:cubicBezTo>
                      <a:pt x="139337" y="-27025"/>
                      <a:pt x="174290" y="10877"/>
                      <a:pt x="322100" y="0"/>
                    </a:cubicBezTo>
                    <a:cubicBezTo>
                      <a:pt x="469910" y="-10877"/>
                      <a:pt x="534118" y="24765"/>
                      <a:pt x="644199" y="0"/>
                    </a:cubicBezTo>
                    <a:cubicBezTo>
                      <a:pt x="672598" y="79208"/>
                      <a:pt x="604700" y="171767"/>
                      <a:pt x="644199" y="334983"/>
                    </a:cubicBezTo>
                    <a:cubicBezTo>
                      <a:pt x="683698" y="498199"/>
                      <a:pt x="632378" y="525596"/>
                      <a:pt x="644199" y="644199"/>
                    </a:cubicBezTo>
                    <a:cubicBezTo>
                      <a:pt x="517813" y="658789"/>
                      <a:pt x="412673" y="634869"/>
                      <a:pt x="322100" y="644199"/>
                    </a:cubicBezTo>
                    <a:cubicBezTo>
                      <a:pt x="231527" y="653529"/>
                      <a:pt x="129777" y="611184"/>
                      <a:pt x="0" y="644199"/>
                    </a:cubicBezTo>
                    <a:cubicBezTo>
                      <a:pt x="-30358" y="559449"/>
                      <a:pt x="4108" y="447230"/>
                      <a:pt x="0" y="328541"/>
                    </a:cubicBezTo>
                    <a:cubicBezTo>
                      <a:pt x="-4108" y="209852"/>
                      <a:pt x="1294" y="151628"/>
                      <a:pt x="0" y="0"/>
                    </a:cubicBezTo>
                    <a:close/>
                  </a:path>
                </a:pathLst>
              </a:custGeom>
              <a:noFill/>
              <a:ln w="76200">
                <a:solidFill>
                  <a:schemeClr val="accent5">
                    <a:lumMod val="60000"/>
                    <a:lumOff val="40000"/>
                    <a:alpha val="70000"/>
                  </a:schemeClr>
                </a:solidFill>
                <a:prstDash val="sysDash"/>
                <a:extLst>
                  <a:ext uri="{C807C97D-BFC1-408E-A445-0C87EB9F89A2}">
                    <ask:lineSketchStyleProps xmlns:ask="http://schemas.microsoft.com/office/drawing/2018/sketchyshapes" sd="3978248048">
                      <a:prstGeom prst="rect">
                        <a:avLst/>
                      </a:prstGeom>
                      <ask:type>
                        <ask:lineSketchScribble/>
                      </ask:type>
                    </ask:lineSketchStyleProps>
                  </a:ext>
                </a:extLst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2ACF5B-F32A-CFB2-B4D7-3DFE6573E2F1}"/>
              </a:ext>
            </a:extLst>
          </p:cNvPr>
          <p:cNvSpPr txBox="1"/>
          <p:nvPr userDrawn="1"/>
        </p:nvSpPr>
        <p:spPr>
          <a:xfrm>
            <a:off x="1938338" y="2921169"/>
            <a:ext cx="83153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6000" b="1" dirty="0">
                <a:solidFill>
                  <a:schemeClr val="tx2"/>
                </a:solidFill>
                <a:latin typeface="+mj-lt"/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496094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bg1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3C3B747-07D5-543E-1ABE-F49B8B153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4290"/>
            <a:ext cx="10515600" cy="49526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E85A7D-D5F7-09EE-A0C4-8EEAF1222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5F9901-8E1D-949F-F267-7B475CEE51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it-IT"/>
              <a:t>Progetto di Deep Learning e Architetture di rete - Adinolfi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913BA2-8A9E-1F57-4731-D46240264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12" name="Segnaposto titolo 1">
            <a:extLst>
              <a:ext uri="{FF2B5EF4-FFF2-40B4-BE49-F238E27FC236}">
                <a16:creationId xmlns:a16="http://schemas.microsoft.com/office/drawing/2014/main" id="{8D0CC3C0-C316-6004-B56B-902D85EF0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 dirty="0"/>
              <a:t>Titolo</a:t>
            </a: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6F11BAA4-04E0-A5D3-8295-AD5152FEC85E}"/>
              </a:ext>
            </a:extLst>
          </p:cNvPr>
          <p:cNvGrpSpPr/>
          <p:nvPr/>
        </p:nvGrpSpPr>
        <p:grpSpPr>
          <a:xfrm>
            <a:off x="-142239" y="-189547"/>
            <a:ext cx="1196847" cy="1096105"/>
            <a:chOff x="-142239" y="-189547"/>
            <a:chExt cx="1617369" cy="1481231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B51CA9C2-B913-DE67-5C59-E13542097856}"/>
                </a:ext>
              </a:extLst>
            </p:cNvPr>
            <p:cNvSpPr/>
            <p:nvPr/>
          </p:nvSpPr>
          <p:spPr>
            <a:xfrm rot="2700000">
              <a:off x="-142239" y="-189547"/>
              <a:ext cx="1117600" cy="111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EA3720B2-804B-6300-3714-A17522CDAAE2}"/>
                </a:ext>
              </a:extLst>
            </p:cNvPr>
            <p:cNvSpPr/>
            <p:nvPr/>
          </p:nvSpPr>
          <p:spPr>
            <a:xfrm rot="2700000">
              <a:off x="760072" y="-59872"/>
              <a:ext cx="715058" cy="715058"/>
            </a:xfrm>
            <a:custGeom>
              <a:avLst/>
              <a:gdLst>
                <a:gd name="csX0" fmla="*/ 0 w 715058"/>
                <a:gd name="csY0" fmla="*/ 0 h 715058"/>
                <a:gd name="csX1" fmla="*/ 343228 w 715058"/>
                <a:gd name="csY1" fmla="*/ 0 h 715058"/>
                <a:gd name="csX2" fmla="*/ 715058 w 715058"/>
                <a:gd name="csY2" fmla="*/ 0 h 715058"/>
                <a:gd name="csX3" fmla="*/ 715058 w 715058"/>
                <a:gd name="csY3" fmla="*/ 371830 h 715058"/>
                <a:gd name="csX4" fmla="*/ 715058 w 715058"/>
                <a:gd name="csY4" fmla="*/ 715058 h 715058"/>
                <a:gd name="csX5" fmla="*/ 378981 w 715058"/>
                <a:gd name="csY5" fmla="*/ 715058 h 715058"/>
                <a:gd name="csX6" fmla="*/ 0 w 715058"/>
                <a:gd name="csY6" fmla="*/ 715058 h 715058"/>
                <a:gd name="csX7" fmla="*/ 0 w 715058"/>
                <a:gd name="csY7" fmla="*/ 350378 h 715058"/>
                <a:gd name="csX8" fmla="*/ 0 w 715058"/>
                <a:gd name="csY8" fmla="*/ 0 h 715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5058" h="715058" extrusionOk="0">
                  <a:moveTo>
                    <a:pt x="0" y="0"/>
                  </a:moveTo>
                  <a:cubicBezTo>
                    <a:pt x="139002" y="-11903"/>
                    <a:pt x="227523" y="12563"/>
                    <a:pt x="343228" y="0"/>
                  </a:cubicBezTo>
                  <a:cubicBezTo>
                    <a:pt x="458933" y="-12563"/>
                    <a:pt x="638635" y="-5196"/>
                    <a:pt x="715058" y="0"/>
                  </a:cubicBezTo>
                  <a:cubicBezTo>
                    <a:pt x="714070" y="147150"/>
                    <a:pt x="730559" y="266899"/>
                    <a:pt x="715058" y="371830"/>
                  </a:cubicBezTo>
                  <a:cubicBezTo>
                    <a:pt x="699558" y="476761"/>
                    <a:pt x="705399" y="629779"/>
                    <a:pt x="715058" y="715058"/>
                  </a:cubicBezTo>
                  <a:cubicBezTo>
                    <a:pt x="568768" y="718566"/>
                    <a:pt x="523052" y="725845"/>
                    <a:pt x="378981" y="715058"/>
                  </a:cubicBezTo>
                  <a:cubicBezTo>
                    <a:pt x="234910" y="704271"/>
                    <a:pt x="108025" y="726616"/>
                    <a:pt x="0" y="715058"/>
                  </a:cubicBezTo>
                  <a:cubicBezTo>
                    <a:pt x="15282" y="554688"/>
                    <a:pt x="-876" y="488920"/>
                    <a:pt x="0" y="350378"/>
                  </a:cubicBezTo>
                  <a:cubicBezTo>
                    <a:pt x="876" y="211836"/>
                    <a:pt x="-4393" y="81795"/>
                    <a:pt x="0" y="0"/>
                  </a:cubicBezTo>
                  <a:close/>
                </a:path>
              </a:pathLst>
            </a:custGeom>
            <a:noFill/>
            <a:ln w="76200" cap="flat" cmpd="sng" algn="ctr">
              <a:solidFill>
                <a:srgbClr val="316CA1"/>
              </a:solidFill>
              <a:prstDash val="solid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2194753350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723E9B2A-E77D-6546-660C-BEEECDB6FAB2}"/>
                </a:ext>
              </a:extLst>
            </p:cNvPr>
            <p:cNvSpPr/>
            <p:nvPr/>
          </p:nvSpPr>
          <p:spPr>
            <a:xfrm rot="2700000">
              <a:off x="181890" y="647485"/>
              <a:ext cx="644199" cy="644199"/>
            </a:xfrm>
            <a:custGeom>
              <a:avLst/>
              <a:gdLst>
                <a:gd name="csX0" fmla="*/ 0 w 644199"/>
                <a:gd name="csY0" fmla="*/ 0 h 644199"/>
                <a:gd name="csX1" fmla="*/ 322100 w 644199"/>
                <a:gd name="csY1" fmla="*/ 0 h 644199"/>
                <a:gd name="csX2" fmla="*/ 644199 w 644199"/>
                <a:gd name="csY2" fmla="*/ 0 h 644199"/>
                <a:gd name="csX3" fmla="*/ 644199 w 644199"/>
                <a:gd name="csY3" fmla="*/ 334983 h 644199"/>
                <a:gd name="csX4" fmla="*/ 644199 w 644199"/>
                <a:gd name="csY4" fmla="*/ 644199 h 644199"/>
                <a:gd name="csX5" fmla="*/ 322100 w 644199"/>
                <a:gd name="csY5" fmla="*/ 644199 h 644199"/>
                <a:gd name="csX6" fmla="*/ 0 w 644199"/>
                <a:gd name="csY6" fmla="*/ 644199 h 644199"/>
                <a:gd name="csX7" fmla="*/ 0 w 644199"/>
                <a:gd name="csY7" fmla="*/ 328541 h 644199"/>
                <a:gd name="csX8" fmla="*/ 0 w 644199"/>
                <a:gd name="csY8" fmla="*/ 0 h 644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44199" h="644199" extrusionOk="0">
                  <a:moveTo>
                    <a:pt x="0" y="0"/>
                  </a:moveTo>
                  <a:cubicBezTo>
                    <a:pt x="139337" y="-27025"/>
                    <a:pt x="174290" y="10877"/>
                    <a:pt x="322100" y="0"/>
                  </a:cubicBezTo>
                  <a:cubicBezTo>
                    <a:pt x="469910" y="-10877"/>
                    <a:pt x="534118" y="24765"/>
                    <a:pt x="644199" y="0"/>
                  </a:cubicBezTo>
                  <a:cubicBezTo>
                    <a:pt x="672598" y="79208"/>
                    <a:pt x="604700" y="171767"/>
                    <a:pt x="644199" y="334983"/>
                  </a:cubicBezTo>
                  <a:cubicBezTo>
                    <a:pt x="683698" y="498199"/>
                    <a:pt x="632378" y="525596"/>
                    <a:pt x="644199" y="644199"/>
                  </a:cubicBezTo>
                  <a:cubicBezTo>
                    <a:pt x="517813" y="658789"/>
                    <a:pt x="412673" y="634869"/>
                    <a:pt x="322100" y="644199"/>
                  </a:cubicBezTo>
                  <a:cubicBezTo>
                    <a:pt x="231527" y="653529"/>
                    <a:pt x="129777" y="611184"/>
                    <a:pt x="0" y="644199"/>
                  </a:cubicBezTo>
                  <a:cubicBezTo>
                    <a:pt x="-30358" y="559449"/>
                    <a:pt x="4108" y="447230"/>
                    <a:pt x="0" y="328541"/>
                  </a:cubicBezTo>
                  <a:cubicBezTo>
                    <a:pt x="-4108" y="209852"/>
                    <a:pt x="1294" y="151628"/>
                    <a:pt x="0" y="0"/>
                  </a:cubicBezTo>
                  <a:close/>
                </a:path>
              </a:pathLst>
            </a:custGeom>
            <a:noFill/>
            <a:ln w="76200">
              <a:solidFill>
                <a:schemeClr val="accent5">
                  <a:lumMod val="60000"/>
                  <a:lumOff val="40000"/>
                </a:schemeClr>
              </a:solidFill>
              <a:prstDash val="sysDash"/>
              <a:extLst>
                <a:ext uri="{C807C97D-BFC1-408E-A445-0C87EB9F89A2}">
                  <ask:lineSketchStyleProps xmlns:ask="http://schemas.microsoft.com/office/drawing/2018/sketchyshapes" sd="397824804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28ECA920-C2E6-5B77-589D-9E41BD44D29B}"/>
              </a:ext>
            </a:extLst>
          </p:cNvPr>
          <p:cNvGrpSpPr/>
          <p:nvPr/>
        </p:nvGrpSpPr>
        <p:grpSpPr>
          <a:xfrm>
            <a:off x="11353800" y="-91912"/>
            <a:ext cx="829968" cy="1034077"/>
            <a:chOff x="11257923" y="-91912"/>
            <a:chExt cx="925845" cy="1153532"/>
          </a:xfrm>
        </p:grpSpPr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7C5CC1D8-1514-5785-9909-9A19FACF06DF}"/>
                </a:ext>
              </a:extLst>
            </p:cNvPr>
            <p:cNvSpPr/>
            <p:nvPr/>
          </p:nvSpPr>
          <p:spPr>
            <a:xfrm rot="18571646">
              <a:off x="11468710" y="346562"/>
              <a:ext cx="715058" cy="715058"/>
            </a:xfrm>
            <a:custGeom>
              <a:avLst/>
              <a:gdLst>
                <a:gd name="csX0" fmla="*/ 0 w 715058"/>
                <a:gd name="csY0" fmla="*/ 0 h 715058"/>
                <a:gd name="csX1" fmla="*/ 357529 w 715058"/>
                <a:gd name="csY1" fmla="*/ 0 h 715058"/>
                <a:gd name="csX2" fmla="*/ 715058 w 715058"/>
                <a:gd name="csY2" fmla="*/ 0 h 715058"/>
                <a:gd name="csX3" fmla="*/ 715058 w 715058"/>
                <a:gd name="csY3" fmla="*/ 336077 h 715058"/>
                <a:gd name="csX4" fmla="*/ 715058 w 715058"/>
                <a:gd name="csY4" fmla="*/ 715058 h 715058"/>
                <a:gd name="csX5" fmla="*/ 357529 w 715058"/>
                <a:gd name="csY5" fmla="*/ 715058 h 715058"/>
                <a:gd name="csX6" fmla="*/ 0 w 715058"/>
                <a:gd name="csY6" fmla="*/ 715058 h 715058"/>
                <a:gd name="csX7" fmla="*/ 0 w 715058"/>
                <a:gd name="csY7" fmla="*/ 371830 h 715058"/>
                <a:gd name="csX8" fmla="*/ 0 w 715058"/>
                <a:gd name="csY8" fmla="*/ 0 h 7150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15058" h="715058" extrusionOk="0">
                  <a:moveTo>
                    <a:pt x="0" y="0"/>
                  </a:moveTo>
                  <a:cubicBezTo>
                    <a:pt x="88139" y="-20127"/>
                    <a:pt x="186712" y="39515"/>
                    <a:pt x="357529" y="0"/>
                  </a:cubicBezTo>
                  <a:cubicBezTo>
                    <a:pt x="528346" y="-39515"/>
                    <a:pt x="563200" y="35790"/>
                    <a:pt x="715058" y="0"/>
                  </a:cubicBezTo>
                  <a:cubicBezTo>
                    <a:pt x="735372" y="150073"/>
                    <a:pt x="711825" y="242348"/>
                    <a:pt x="715058" y="336077"/>
                  </a:cubicBezTo>
                  <a:cubicBezTo>
                    <a:pt x="718291" y="429806"/>
                    <a:pt x="713297" y="625227"/>
                    <a:pt x="715058" y="715058"/>
                  </a:cubicBezTo>
                  <a:cubicBezTo>
                    <a:pt x="603012" y="746365"/>
                    <a:pt x="498082" y="707851"/>
                    <a:pt x="357529" y="715058"/>
                  </a:cubicBezTo>
                  <a:cubicBezTo>
                    <a:pt x="216976" y="722265"/>
                    <a:pt x="166872" y="712850"/>
                    <a:pt x="0" y="715058"/>
                  </a:cubicBezTo>
                  <a:cubicBezTo>
                    <a:pt x="-38927" y="598647"/>
                    <a:pt x="14075" y="474643"/>
                    <a:pt x="0" y="371830"/>
                  </a:cubicBezTo>
                  <a:cubicBezTo>
                    <a:pt x="-14075" y="269017"/>
                    <a:pt x="21092" y="181286"/>
                    <a:pt x="0" y="0"/>
                  </a:cubicBezTo>
                  <a:close/>
                </a:path>
              </a:pathLst>
            </a:custGeom>
            <a:noFill/>
            <a:ln w="76200" cap="flat" cmpd="sng" algn="ctr">
              <a:solidFill>
                <a:schemeClr val="accent5">
                  <a:lumMod val="50000"/>
                </a:schemeClr>
              </a:solidFill>
              <a:prstDash val="sysDash"/>
              <a:round/>
              <a:headEnd type="none" w="med" len="med"/>
              <a:tailEnd type="none" w="med" len="med"/>
              <a:extLst>
                <a:ext uri="{C807C97D-BFC1-408E-A445-0C87EB9F89A2}">
                  <ask:lineSketchStyleProps xmlns:ask="http://schemas.microsoft.com/office/drawing/2018/sketchyshapes" sd="50936677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Rettangolo 21">
              <a:extLst>
                <a:ext uri="{FF2B5EF4-FFF2-40B4-BE49-F238E27FC236}">
                  <a16:creationId xmlns:a16="http://schemas.microsoft.com/office/drawing/2014/main" id="{ADE9FE68-9569-87C9-5354-8A930E598910}"/>
                </a:ext>
              </a:extLst>
            </p:cNvPr>
            <p:cNvSpPr/>
            <p:nvPr/>
          </p:nvSpPr>
          <p:spPr>
            <a:xfrm rot="1595010">
              <a:off x="11257923" y="-91912"/>
              <a:ext cx="644199" cy="644199"/>
            </a:xfrm>
            <a:custGeom>
              <a:avLst/>
              <a:gdLst>
                <a:gd name="csX0" fmla="*/ 0 w 644199"/>
                <a:gd name="csY0" fmla="*/ 0 h 644199"/>
                <a:gd name="csX1" fmla="*/ 322100 w 644199"/>
                <a:gd name="csY1" fmla="*/ 0 h 644199"/>
                <a:gd name="csX2" fmla="*/ 644199 w 644199"/>
                <a:gd name="csY2" fmla="*/ 0 h 644199"/>
                <a:gd name="csX3" fmla="*/ 644199 w 644199"/>
                <a:gd name="csY3" fmla="*/ 334983 h 644199"/>
                <a:gd name="csX4" fmla="*/ 644199 w 644199"/>
                <a:gd name="csY4" fmla="*/ 644199 h 644199"/>
                <a:gd name="csX5" fmla="*/ 322100 w 644199"/>
                <a:gd name="csY5" fmla="*/ 644199 h 644199"/>
                <a:gd name="csX6" fmla="*/ 0 w 644199"/>
                <a:gd name="csY6" fmla="*/ 644199 h 644199"/>
                <a:gd name="csX7" fmla="*/ 0 w 644199"/>
                <a:gd name="csY7" fmla="*/ 328541 h 644199"/>
                <a:gd name="csX8" fmla="*/ 0 w 644199"/>
                <a:gd name="csY8" fmla="*/ 0 h 644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44199" h="644199" extrusionOk="0">
                  <a:moveTo>
                    <a:pt x="0" y="0"/>
                  </a:moveTo>
                  <a:cubicBezTo>
                    <a:pt x="139337" y="-27025"/>
                    <a:pt x="174290" y="10877"/>
                    <a:pt x="322100" y="0"/>
                  </a:cubicBezTo>
                  <a:cubicBezTo>
                    <a:pt x="469910" y="-10877"/>
                    <a:pt x="534118" y="24765"/>
                    <a:pt x="644199" y="0"/>
                  </a:cubicBezTo>
                  <a:cubicBezTo>
                    <a:pt x="672598" y="79208"/>
                    <a:pt x="604700" y="171767"/>
                    <a:pt x="644199" y="334983"/>
                  </a:cubicBezTo>
                  <a:cubicBezTo>
                    <a:pt x="683698" y="498199"/>
                    <a:pt x="632378" y="525596"/>
                    <a:pt x="644199" y="644199"/>
                  </a:cubicBezTo>
                  <a:cubicBezTo>
                    <a:pt x="517813" y="658789"/>
                    <a:pt x="412673" y="634869"/>
                    <a:pt x="322100" y="644199"/>
                  </a:cubicBezTo>
                  <a:cubicBezTo>
                    <a:pt x="231527" y="653529"/>
                    <a:pt x="129777" y="611184"/>
                    <a:pt x="0" y="644199"/>
                  </a:cubicBezTo>
                  <a:cubicBezTo>
                    <a:pt x="-30358" y="559449"/>
                    <a:pt x="4108" y="447230"/>
                    <a:pt x="0" y="328541"/>
                  </a:cubicBezTo>
                  <a:cubicBezTo>
                    <a:pt x="-4108" y="209852"/>
                    <a:pt x="1294" y="151628"/>
                    <a:pt x="0" y="0"/>
                  </a:cubicBezTo>
                  <a:close/>
                </a:path>
              </a:pathLst>
            </a:custGeom>
            <a:noFill/>
            <a:ln w="76200">
              <a:solidFill>
                <a:schemeClr val="accent5">
                  <a:lumMod val="60000"/>
                  <a:lumOff val="40000"/>
                </a:schemeClr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397824804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948251BB-874F-024D-B85D-B1BB25152A29}"/>
              </a:ext>
            </a:extLst>
          </p:cNvPr>
          <p:cNvCxnSpPr>
            <a:cxnSpLocks/>
          </p:cNvCxnSpPr>
          <p:nvPr/>
        </p:nvCxnSpPr>
        <p:spPr>
          <a:xfrm>
            <a:off x="-181336" y="6261904"/>
            <a:ext cx="1285947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8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800" r:id="rId3"/>
    <p:sldLayoutId id="2147483793" r:id="rId4"/>
    <p:sldLayoutId id="2147483794" r:id="rId5"/>
    <p:sldLayoutId id="2147483801" r:id="rId6"/>
    <p:sldLayoutId id="2147483795" r:id="rId7"/>
    <p:sldLayoutId id="2147483796" r:id="rId8"/>
    <p:sldLayoutId id="2147483797" r:id="rId9"/>
    <p:sldLayoutId id="2147483803" r:id="rId10"/>
    <p:sldLayoutId id="2147483798" r:id="rId11"/>
    <p:sldLayoutId id="2147483804" r:id="rId12"/>
    <p:sldLayoutId id="2147483802" r:id="rId13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svg"/><Relationship Id="rId7" Type="http://schemas.openxmlformats.org/officeDocument/2006/relationships/diagramColors" Target="../diagrams/colors1.xml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4.svg"/><Relationship Id="rId5" Type="http://schemas.openxmlformats.org/officeDocument/2006/relationships/diagramLayout" Target="../diagrams/layout1.xml"/><Relationship Id="rId10" Type="http://schemas.openxmlformats.org/officeDocument/2006/relationships/image" Target="../media/image3.svg"/><Relationship Id="rId4" Type="http://schemas.openxmlformats.org/officeDocument/2006/relationships/diagramData" Target="../diagrams/data1.xml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image" Target="../media/image7.svg"/><Relationship Id="rId7" Type="http://schemas.openxmlformats.org/officeDocument/2006/relationships/diagramLayout" Target="../diagrams/layout3.xm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9.xml"/><Relationship Id="rId6" Type="http://schemas.openxmlformats.org/officeDocument/2006/relationships/diagramData" Target="../diagrams/data3.xml"/><Relationship Id="rId11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microsoft.com/office/2007/relationships/diagramDrawing" Target="../diagrams/drawing3.xml"/><Relationship Id="rId4" Type="http://schemas.openxmlformats.org/officeDocument/2006/relationships/image" Target="../media/image8.svg"/><Relationship Id="rId9" Type="http://schemas.openxmlformats.org/officeDocument/2006/relationships/diagramColors" Target="../diagrams/colors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Layout" Target="../diagrams/layout4.xml"/><Relationship Id="rId7" Type="http://schemas.openxmlformats.org/officeDocument/2006/relationships/image" Target="../media/image11.sv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10" Type="http://schemas.openxmlformats.org/officeDocument/2006/relationships/image" Target="../media/image14.sv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7.xml"/><Relationship Id="rId7" Type="http://schemas.openxmlformats.org/officeDocument/2006/relationships/image" Target="../media/image11.sv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.xml"/><Relationship Id="rId3" Type="http://schemas.openxmlformats.org/officeDocument/2006/relationships/diagramLayout" Target="../diagrams/layout8.xml"/><Relationship Id="rId7" Type="http://schemas.openxmlformats.org/officeDocument/2006/relationships/image" Target="../media/image11.svg"/><Relationship Id="rId12" Type="http://schemas.microsoft.com/office/2007/relationships/diagramDrawing" Target="../diagrams/drawing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11" Type="http://schemas.openxmlformats.org/officeDocument/2006/relationships/diagramColors" Target="../diagrams/colors9.xml"/><Relationship Id="rId5" Type="http://schemas.openxmlformats.org/officeDocument/2006/relationships/diagramColors" Target="../diagrams/colors8.xml"/><Relationship Id="rId10" Type="http://schemas.openxmlformats.org/officeDocument/2006/relationships/diagramQuickStyle" Target="../diagrams/quickStyle9.xml"/><Relationship Id="rId4" Type="http://schemas.openxmlformats.org/officeDocument/2006/relationships/diagramQuickStyle" Target="../diagrams/quickStyle8.xml"/><Relationship Id="rId9" Type="http://schemas.openxmlformats.org/officeDocument/2006/relationships/diagramLayout" Target="../diagrams/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19.png"/><Relationship Id="rId4" Type="http://schemas.openxmlformats.org/officeDocument/2006/relationships/diagramLayout" Target="../diagrams/layout10.xml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microsoft.com/office/2007/relationships/diagramDrawing" Target="../diagrams/drawing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diagramColors" Target="../diagrams/colors12.xml"/><Relationship Id="rId17" Type="http://schemas.openxmlformats.org/officeDocument/2006/relationships/diagramColors" Target="../diagrams/colors12.xml"/><Relationship Id="rId2" Type="http://schemas.openxmlformats.org/officeDocument/2006/relationships/notesSlide" Target="../notesSlides/notesSlide5.xml"/><Relationship Id="rId16" Type="http://schemas.openxmlformats.org/officeDocument/2006/relationships/diagramQuickStyle" Target="../diagrams/quickStyle12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1.xml"/><Relationship Id="rId11" Type="http://schemas.openxmlformats.org/officeDocument/2006/relationships/diagramQuickStyle" Target="../diagrams/quickStyle12.xml"/><Relationship Id="rId5" Type="http://schemas.openxmlformats.org/officeDocument/2006/relationships/diagramQuickStyle" Target="../diagrams/quickStyle11.xml"/><Relationship Id="rId15" Type="http://schemas.openxmlformats.org/officeDocument/2006/relationships/diagramLayout" Target="../diagrams/layout12.xml"/><Relationship Id="rId10" Type="http://schemas.openxmlformats.org/officeDocument/2006/relationships/diagramLayout" Target="../diagrams/layout12.xml"/><Relationship Id="rId4" Type="http://schemas.openxmlformats.org/officeDocument/2006/relationships/diagramLayout" Target="../diagrams/layout11.xml"/><Relationship Id="rId9" Type="http://schemas.openxmlformats.org/officeDocument/2006/relationships/diagramData" Target="../diagrams/data12.xml"/><Relationship Id="rId14" Type="http://schemas.openxmlformats.org/officeDocument/2006/relationships/diagramData" Target="../diagrams/data14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3" Type="http://schemas.openxmlformats.org/officeDocument/2006/relationships/image" Target="../media/image21.png"/><Relationship Id="rId7" Type="http://schemas.openxmlformats.org/officeDocument/2006/relationships/diagramQuickStyle" Target="../diagrams/quickStyle1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Layout" Target="../diagrams/layout14.xml"/><Relationship Id="rId5" Type="http://schemas.openxmlformats.org/officeDocument/2006/relationships/diagramData" Target="../diagrams/data14.xml"/><Relationship Id="rId10" Type="http://schemas.openxmlformats.org/officeDocument/2006/relationships/image" Target="../media/image12.svg"/><Relationship Id="rId4" Type="http://schemas.openxmlformats.org/officeDocument/2006/relationships/image" Target="../media/image20.png"/><Relationship Id="rId9" Type="http://schemas.microsoft.com/office/2007/relationships/diagramDrawing" Target="../diagrams/drawing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13" Type="http://schemas.openxmlformats.org/officeDocument/2006/relationships/diagramLayout" Target="../diagrams/layout18.xml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7.xml"/><Relationship Id="rId12" Type="http://schemas.openxmlformats.org/officeDocument/2006/relationships/diagramData" Target="../diagrams/data200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15" Type="http://schemas.openxmlformats.org/officeDocument/2006/relationships/diagramColors" Target="../diagrams/colors18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Relationship Id="rId14" Type="http://schemas.openxmlformats.org/officeDocument/2006/relationships/diagramQuickStyle" Target="../diagrams/quickStyle1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Layout" Target="../diagrams/layout19.xml"/><Relationship Id="rId7" Type="http://schemas.openxmlformats.org/officeDocument/2006/relationships/image" Target="../media/image27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Relationship Id="rId9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0.xml"/><Relationship Id="rId3" Type="http://schemas.openxmlformats.org/officeDocument/2006/relationships/chart" Target="../charts/chart2.xml"/><Relationship Id="rId7" Type="http://schemas.openxmlformats.org/officeDocument/2006/relationships/diagramColors" Target="../diagrams/colors2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0.xml"/><Relationship Id="rId9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24.xml"/><Relationship Id="rId7" Type="http://schemas.openxmlformats.org/officeDocument/2006/relationships/image" Target="../media/image13.sv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4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24.xml"/><Relationship Id="rId9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diagramLayout" Target="../diagrams/layout25.xml"/><Relationship Id="rId7" Type="http://schemas.openxmlformats.org/officeDocument/2006/relationships/image" Target="../media/image13.sv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Relationship Id="rId9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10" Type="http://schemas.openxmlformats.org/officeDocument/2006/relationships/image" Target="../media/image22.png"/><Relationship Id="rId4" Type="http://schemas.openxmlformats.org/officeDocument/2006/relationships/diagramLayout" Target="../diagrams/layout26.xml"/><Relationship Id="rId9" Type="http://schemas.openxmlformats.org/officeDocument/2006/relationships/image" Target="../media/image1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7.xml"/><Relationship Id="rId5" Type="http://schemas.openxmlformats.org/officeDocument/2006/relationships/diagramQuickStyle" Target="../diagrams/quickStyle27.xml"/><Relationship Id="rId4" Type="http://schemas.openxmlformats.org/officeDocument/2006/relationships/diagramLayout" Target="../diagrams/layout27.xml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diagramData" Target="../diagrams/data26.xml"/><Relationship Id="rId7" Type="http://schemas.microsoft.com/office/2007/relationships/diagramDrawing" Target="../diagrams/drawing26.xml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8.xml"/><Relationship Id="rId5" Type="http://schemas.openxmlformats.org/officeDocument/2006/relationships/diagramQuickStyle" Target="../diagrams/quickStyle28.xml"/><Relationship Id="rId4" Type="http://schemas.openxmlformats.org/officeDocument/2006/relationships/diagramLayout" Target="../diagrams/layout28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8.xml"/><Relationship Id="rId3" Type="http://schemas.openxmlformats.org/officeDocument/2006/relationships/diagramData" Target="../diagrams/data27.xml"/><Relationship Id="rId7" Type="http://schemas.microsoft.com/office/2007/relationships/diagramDrawing" Target="../diagrams/drawing27.xml"/><Relationship Id="rId12" Type="http://schemas.microsoft.com/office/2007/relationships/diagramDrawing" Target="../diagrams/drawing28.xml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9.xml"/><Relationship Id="rId11" Type="http://schemas.openxmlformats.org/officeDocument/2006/relationships/diagramColors" Target="../diagrams/colors30.xml"/><Relationship Id="rId5" Type="http://schemas.openxmlformats.org/officeDocument/2006/relationships/diagramQuickStyle" Target="../diagrams/quickStyle29.xml"/><Relationship Id="rId10" Type="http://schemas.openxmlformats.org/officeDocument/2006/relationships/diagramQuickStyle" Target="../diagrams/quickStyle30.xml"/><Relationship Id="rId4" Type="http://schemas.openxmlformats.org/officeDocument/2006/relationships/diagramLayout" Target="../diagrams/layout29.xml"/><Relationship Id="rId9" Type="http://schemas.openxmlformats.org/officeDocument/2006/relationships/diagramLayout" Target="../diagrams/layout30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0.xml"/><Relationship Id="rId13" Type="http://schemas.openxmlformats.org/officeDocument/2006/relationships/diagramData" Target="../diagrams/data31.xml"/><Relationship Id="rId18" Type="http://schemas.openxmlformats.org/officeDocument/2006/relationships/diagramData" Target="../diagrams/data35.xml"/><Relationship Id="rId3" Type="http://schemas.openxmlformats.org/officeDocument/2006/relationships/diagramData" Target="../diagrams/data29.xml"/><Relationship Id="rId21" Type="http://schemas.openxmlformats.org/officeDocument/2006/relationships/diagramColors" Target="../diagrams/colors33.xml"/><Relationship Id="rId7" Type="http://schemas.microsoft.com/office/2007/relationships/diagramDrawing" Target="../diagrams/drawing29.xml"/><Relationship Id="rId12" Type="http://schemas.microsoft.com/office/2007/relationships/diagramDrawing" Target="../diagrams/drawing30.xml"/><Relationship Id="rId17" Type="http://schemas.microsoft.com/office/2007/relationships/diagramDrawing" Target="../diagrams/drawing31.xml"/><Relationship Id="rId2" Type="http://schemas.openxmlformats.org/officeDocument/2006/relationships/image" Target="../media/image14.svg"/><Relationship Id="rId16" Type="http://schemas.openxmlformats.org/officeDocument/2006/relationships/diagramColors" Target="../diagrams/colors33.xml"/><Relationship Id="rId20" Type="http://schemas.openxmlformats.org/officeDocument/2006/relationships/diagramQuickStyle" Target="../diagrams/quickStyle3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1.xml"/><Relationship Id="rId11" Type="http://schemas.openxmlformats.org/officeDocument/2006/relationships/diagramColors" Target="../diagrams/colors32.xml"/><Relationship Id="rId5" Type="http://schemas.openxmlformats.org/officeDocument/2006/relationships/diagramQuickStyle" Target="../diagrams/quickStyle31.xml"/><Relationship Id="rId15" Type="http://schemas.openxmlformats.org/officeDocument/2006/relationships/diagramQuickStyle" Target="../diagrams/quickStyle33.xml"/><Relationship Id="rId10" Type="http://schemas.openxmlformats.org/officeDocument/2006/relationships/diagramQuickStyle" Target="../diagrams/quickStyle32.xml"/><Relationship Id="rId19" Type="http://schemas.openxmlformats.org/officeDocument/2006/relationships/diagramLayout" Target="../diagrams/layout33.xml"/><Relationship Id="rId4" Type="http://schemas.openxmlformats.org/officeDocument/2006/relationships/diagramLayout" Target="../diagrams/layout31.xml"/><Relationship Id="rId9" Type="http://schemas.openxmlformats.org/officeDocument/2006/relationships/diagramLayout" Target="../diagrams/layout32.xml"/><Relationship Id="rId14" Type="http://schemas.openxmlformats.org/officeDocument/2006/relationships/diagramLayout" Target="../diagrams/layout33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microsoft.com/office/2007/relationships/diagramDrawing" Target="../diagrams/drawing33.xml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12" Type="http://schemas.openxmlformats.org/officeDocument/2006/relationships/diagramColors" Target="../diagrams/colors36.xml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5.xml"/><Relationship Id="rId11" Type="http://schemas.openxmlformats.org/officeDocument/2006/relationships/diagramQuickStyle" Target="../diagrams/quickStyle36.xml"/><Relationship Id="rId5" Type="http://schemas.openxmlformats.org/officeDocument/2006/relationships/diagramQuickStyle" Target="../diagrams/quickStyle35.xml"/><Relationship Id="rId10" Type="http://schemas.openxmlformats.org/officeDocument/2006/relationships/diagramLayout" Target="../diagrams/layout36.xml"/><Relationship Id="rId4" Type="http://schemas.openxmlformats.org/officeDocument/2006/relationships/diagramLayout" Target="../diagrams/layout35.xml"/><Relationship Id="rId9" Type="http://schemas.openxmlformats.org/officeDocument/2006/relationships/diagramData" Target="../diagrams/data3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8.xml"/><Relationship Id="rId3" Type="http://schemas.openxmlformats.org/officeDocument/2006/relationships/diagramLayout" Target="../diagrams/layout37.xml"/><Relationship Id="rId7" Type="http://schemas.openxmlformats.org/officeDocument/2006/relationships/diagramData" Target="../diagrams/data36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7.xml"/><Relationship Id="rId10" Type="http://schemas.openxmlformats.org/officeDocument/2006/relationships/diagramColors" Target="../diagrams/colors38.xml"/><Relationship Id="rId4" Type="http://schemas.openxmlformats.org/officeDocument/2006/relationships/diagramQuickStyle" Target="../diagrams/quickStyle37.xml"/><Relationship Id="rId9" Type="http://schemas.openxmlformats.org/officeDocument/2006/relationships/diagramQuickStyle" Target="../diagrams/quickStyle3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0.xml"/><Relationship Id="rId3" Type="http://schemas.openxmlformats.org/officeDocument/2006/relationships/diagramLayout" Target="../diagrams/layout39.xml"/><Relationship Id="rId7" Type="http://schemas.openxmlformats.org/officeDocument/2006/relationships/diagramData" Target="../diagrams/data38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6.xml"/><Relationship Id="rId11" Type="http://schemas.microsoft.com/office/2007/relationships/diagramDrawing" Target="../diagrams/drawing37.xml"/><Relationship Id="rId5" Type="http://schemas.openxmlformats.org/officeDocument/2006/relationships/diagramColors" Target="../diagrams/colors39.xml"/><Relationship Id="rId10" Type="http://schemas.openxmlformats.org/officeDocument/2006/relationships/diagramColors" Target="../diagrams/colors40.xml"/><Relationship Id="rId4" Type="http://schemas.openxmlformats.org/officeDocument/2006/relationships/diagramQuickStyle" Target="../diagrams/quickStyle39.xml"/><Relationship Id="rId9" Type="http://schemas.openxmlformats.org/officeDocument/2006/relationships/diagramQuickStyle" Target="../diagrams/quickStyle4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2.xml"/><Relationship Id="rId3" Type="http://schemas.openxmlformats.org/officeDocument/2006/relationships/diagramLayout" Target="../diagrams/layout41.xml"/><Relationship Id="rId7" Type="http://schemas.openxmlformats.org/officeDocument/2006/relationships/diagramData" Target="../diagrams/data40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8.xml"/><Relationship Id="rId11" Type="http://schemas.microsoft.com/office/2007/relationships/diagramDrawing" Target="../diagrams/drawing39.xml"/><Relationship Id="rId5" Type="http://schemas.openxmlformats.org/officeDocument/2006/relationships/diagramColors" Target="../diagrams/colors41.xml"/><Relationship Id="rId10" Type="http://schemas.openxmlformats.org/officeDocument/2006/relationships/diagramColors" Target="../diagrams/colors42.xml"/><Relationship Id="rId4" Type="http://schemas.openxmlformats.org/officeDocument/2006/relationships/diagramQuickStyle" Target="../diagrams/quickStyle41.xml"/><Relationship Id="rId9" Type="http://schemas.openxmlformats.org/officeDocument/2006/relationships/diagramQuickStyle" Target="../diagrams/quickStyle4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diagramLayout" Target="../diagrams/layout43.xml"/><Relationship Id="rId7" Type="http://schemas.openxmlformats.org/officeDocument/2006/relationships/image" Target="../media/image9.svg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olo 28">
            <a:extLst>
              <a:ext uri="{FF2B5EF4-FFF2-40B4-BE49-F238E27FC236}">
                <a16:creationId xmlns:a16="http://schemas.microsoft.com/office/drawing/2014/main" id="{98C9F00F-B260-4824-BE47-9D601AB776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Opinioni dei Large Language Model</a:t>
            </a:r>
          </a:p>
        </p:txBody>
      </p:sp>
      <p:sp>
        <p:nvSpPr>
          <p:cNvPr id="30" name="Sottotitolo 29">
            <a:extLst>
              <a:ext uri="{FF2B5EF4-FFF2-40B4-BE49-F238E27FC236}">
                <a16:creationId xmlns:a16="http://schemas.microsoft.com/office/drawing/2014/main" id="{AF37F61B-AFA9-154D-0395-AD15A52D1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Analisi della variabilità e dell’allineamento</a:t>
            </a:r>
            <a:br>
              <a:rPr lang="it-IT" dirty="0"/>
            </a:br>
            <a:r>
              <a:rPr lang="it-IT" dirty="0"/>
              <a:t>politico</a:t>
            </a:r>
          </a:p>
        </p:txBody>
      </p:sp>
      <p:sp>
        <p:nvSpPr>
          <p:cNvPr id="31" name="Segnaposto testo 30">
            <a:extLst>
              <a:ext uri="{FF2B5EF4-FFF2-40B4-BE49-F238E27FC236}">
                <a16:creationId xmlns:a16="http://schemas.microsoft.com/office/drawing/2014/main" id="{F3A64EB4-948A-9392-73DA-98E7B099EA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t-IT" dirty="0"/>
              <a:t>Ester Adinolfi</a:t>
            </a:r>
          </a:p>
        </p:txBody>
      </p:sp>
      <p:sp>
        <p:nvSpPr>
          <p:cNvPr id="32" name="Segnaposto testo 31">
            <a:extLst>
              <a:ext uri="{FF2B5EF4-FFF2-40B4-BE49-F238E27FC236}">
                <a16:creationId xmlns:a16="http://schemas.microsoft.com/office/drawing/2014/main" id="{AEAB2BBC-1DF6-30B2-51EE-24EB7445A4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it-IT" dirty="0"/>
              <a:t>Progetto del corso di Deep Learning e Architetture di reti neurali</a:t>
            </a:r>
          </a:p>
          <a:p>
            <a:r>
              <a:rPr lang="it-IT" dirty="0"/>
              <a:t>A.A. 2025-2026</a:t>
            </a:r>
          </a:p>
        </p:txBody>
      </p:sp>
    </p:spTree>
    <p:extLst>
      <p:ext uri="{BB962C8B-B14F-4D97-AF65-F5344CB8AC3E}">
        <p14:creationId xmlns:p14="http://schemas.microsoft.com/office/powerpoint/2010/main" val="139280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Elemento grafico 49">
            <a:extLst>
              <a:ext uri="{FF2B5EF4-FFF2-40B4-BE49-F238E27FC236}">
                <a16:creationId xmlns:a16="http://schemas.microsoft.com/office/drawing/2014/main" id="{47A7C210-24FC-8BC5-3268-5A94C74CB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8304" y="1196763"/>
            <a:ext cx="1547744" cy="1620000"/>
          </a:xfrm>
          <a:prstGeom prst="rect">
            <a:avLst/>
          </a:prstGeom>
        </p:spPr>
      </p:pic>
      <p:grpSp>
        <p:nvGrpSpPr>
          <p:cNvPr id="66" name="Gruppo 65">
            <a:extLst>
              <a:ext uri="{FF2B5EF4-FFF2-40B4-BE49-F238E27FC236}">
                <a16:creationId xmlns:a16="http://schemas.microsoft.com/office/drawing/2014/main" id="{E5F5C097-97E6-93FF-8D4F-B9CF7E73B823}"/>
              </a:ext>
            </a:extLst>
          </p:cNvPr>
          <p:cNvGrpSpPr/>
          <p:nvPr/>
        </p:nvGrpSpPr>
        <p:grpSpPr>
          <a:xfrm>
            <a:off x="1212097" y="1196763"/>
            <a:ext cx="1709592" cy="1620000"/>
            <a:chOff x="1373097" y="1352892"/>
            <a:chExt cx="1383813" cy="1341940"/>
          </a:xfrm>
        </p:grpSpPr>
        <p:sp>
          <p:nvSpPr>
            <p:cNvPr id="55" name="Figura a mano libera: forma 54">
              <a:extLst>
                <a:ext uri="{FF2B5EF4-FFF2-40B4-BE49-F238E27FC236}">
                  <a16:creationId xmlns:a16="http://schemas.microsoft.com/office/drawing/2014/main" id="{7EA860AC-BE42-70BD-455B-5EDC468178F5}"/>
                </a:ext>
              </a:extLst>
            </p:cNvPr>
            <p:cNvSpPr/>
            <p:nvPr/>
          </p:nvSpPr>
          <p:spPr>
            <a:xfrm>
              <a:off x="1373097" y="1352892"/>
              <a:ext cx="1383813" cy="1341940"/>
            </a:xfrm>
            <a:custGeom>
              <a:avLst/>
              <a:gdLst>
                <a:gd name="csX0" fmla="*/ 1517671 w 1865148"/>
                <a:gd name="csY0" fmla="*/ 777536 h 1871826"/>
                <a:gd name="csX1" fmla="*/ 1820888 w 1865148"/>
                <a:gd name="csY1" fmla="*/ 1025054 h 1871826"/>
                <a:gd name="csX2" fmla="*/ 1519671 w 1865148"/>
                <a:gd name="csY2" fmla="*/ 1326579 h 1871826"/>
                <a:gd name="csX3" fmla="*/ 1517824 w 1865148"/>
                <a:gd name="csY3" fmla="*/ 1674110 h 1871826"/>
                <a:gd name="csX4" fmla="*/ 1316261 w 1865148"/>
                <a:gd name="csY4" fmla="*/ 1871827 h 1871826"/>
                <a:gd name="csX5" fmla="*/ 206378 w 1865148"/>
                <a:gd name="csY5" fmla="*/ 1871827 h 1871826"/>
                <a:gd name="csX6" fmla="*/ 5994 w 1865148"/>
                <a:gd name="csY6" fmla="*/ 1711345 h 1871826"/>
                <a:gd name="csX7" fmla="*/ 6046 w 1865148"/>
                <a:gd name="csY7" fmla="*/ 166178 h 1871826"/>
                <a:gd name="csX8" fmla="*/ 202583 w 1865148"/>
                <a:gd name="csY8" fmla="*/ 5696 h 1871826"/>
                <a:gd name="csX9" fmla="*/ 1074384 w 1865148"/>
                <a:gd name="csY9" fmla="*/ 5696 h 1871826"/>
                <a:gd name="csX10" fmla="*/ 1124237 w 1865148"/>
                <a:gd name="csY10" fmla="*/ 24980 h 1871826"/>
                <a:gd name="csX11" fmla="*/ 1498540 w 1865148"/>
                <a:gd name="csY11" fmla="*/ 399284 h 1871826"/>
                <a:gd name="csX12" fmla="*/ 1517671 w 1865148"/>
                <a:gd name="csY12" fmla="*/ 430057 h 1871826"/>
                <a:gd name="csX13" fmla="*/ 1517671 w 1865148"/>
                <a:gd name="csY13" fmla="*/ 777485 h 1871826"/>
                <a:gd name="csX14" fmla="*/ 1437045 w 1865148"/>
                <a:gd name="csY14" fmla="*/ 1696984 h 1871826"/>
                <a:gd name="csX15" fmla="*/ 1437045 w 1865148"/>
                <a:gd name="csY15" fmla="*/ 1410949 h 1871826"/>
                <a:gd name="csX16" fmla="*/ 1192809 w 1865148"/>
                <a:gd name="csY16" fmla="*/ 1648517 h 1871826"/>
                <a:gd name="csX17" fmla="*/ 885745 w 1865148"/>
                <a:gd name="csY17" fmla="*/ 1733040 h 1871826"/>
                <a:gd name="csX18" fmla="*/ 835688 w 1865148"/>
                <a:gd name="csY18" fmla="*/ 1693702 h 1871826"/>
                <a:gd name="csX19" fmla="*/ 924725 w 1865148"/>
                <a:gd name="csY19" fmla="*/ 1372739 h 1871826"/>
                <a:gd name="csX20" fmla="*/ 1437096 w 1865148"/>
                <a:gd name="csY20" fmla="*/ 860059 h 1871826"/>
                <a:gd name="csX21" fmla="*/ 1437096 w 1865148"/>
                <a:gd name="csY21" fmla="*/ 474216 h 1871826"/>
                <a:gd name="csX22" fmla="*/ 1220197 w 1865148"/>
                <a:gd name="csY22" fmla="*/ 474216 h 1871826"/>
                <a:gd name="csX23" fmla="*/ 1049356 w 1865148"/>
                <a:gd name="csY23" fmla="*/ 299528 h 1871826"/>
                <a:gd name="csX24" fmla="*/ 1049356 w 1865148"/>
                <a:gd name="csY24" fmla="*/ 86475 h 1871826"/>
                <a:gd name="csX25" fmla="*/ 175862 w 1865148"/>
                <a:gd name="csY25" fmla="*/ 86475 h 1871826"/>
                <a:gd name="csX26" fmla="*/ 81645 w 1865148"/>
                <a:gd name="csY26" fmla="*/ 191924 h 1871826"/>
                <a:gd name="csX27" fmla="*/ 81645 w 1865148"/>
                <a:gd name="csY27" fmla="*/ 1685598 h 1871826"/>
                <a:gd name="csX28" fmla="*/ 187196 w 1865148"/>
                <a:gd name="csY28" fmla="*/ 1791150 h 1871826"/>
                <a:gd name="csX29" fmla="*/ 1331545 w 1865148"/>
                <a:gd name="csY29" fmla="*/ 1791150 h 1871826"/>
                <a:gd name="csX30" fmla="*/ 1379448 w 1865148"/>
                <a:gd name="csY30" fmla="*/ 397437 h 1871826"/>
                <a:gd name="csX31" fmla="*/ 1129930 w 1865148"/>
                <a:gd name="csY31" fmla="*/ 144072 h 1871826"/>
                <a:gd name="csX32" fmla="*/ 1129930 w 1865148"/>
                <a:gd name="csY32" fmla="*/ 303374 h 1871826"/>
                <a:gd name="csX33" fmla="*/ 1144547 w 1865148"/>
                <a:gd name="csY33" fmla="*/ 338661 h 1871826"/>
                <a:gd name="csX34" fmla="*/ 1247021 w 1865148"/>
                <a:gd name="csY34" fmla="*/ 397437 h 1871826"/>
                <a:gd name="csX35" fmla="*/ 1658868 w 1865148"/>
                <a:gd name="csY35" fmla="*/ 786255 h 1871826"/>
                <a:gd name="csX36" fmla="*/ 1564035 w 1865148"/>
                <a:gd name="csY36" fmla="*/ 848006 h 1871826"/>
                <a:gd name="csX37" fmla="*/ 1726414 w 1865148"/>
                <a:gd name="csY37" fmla="*/ 1007565 h 1871826"/>
                <a:gd name="csX38" fmla="*/ 1658919 w 1865148"/>
                <a:gd name="csY38" fmla="*/ 786255 h 1871826"/>
                <a:gd name="csX39" fmla="*/ 1669689 w 1865148"/>
                <a:gd name="csY39" fmla="*/ 1065418 h 1871826"/>
                <a:gd name="csX40" fmla="*/ 1506131 w 1865148"/>
                <a:gd name="csY40" fmla="*/ 901911 h 1871826"/>
                <a:gd name="csX41" fmla="*/ 1014582 w 1865148"/>
                <a:gd name="csY41" fmla="*/ 1393613 h 1871826"/>
                <a:gd name="csX42" fmla="*/ 1178141 w 1865148"/>
                <a:gd name="csY42" fmla="*/ 1557121 h 1871826"/>
                <a:gd name="csX43" fmla="*/ 1099157 w 1865148"/>
                <a:gd name="csY43" fmla="*/ 1595228 h 1871826"/>
                <a:gd name="csX44" fmla="*/ 976321 w 1865148"/>
                <a:gd name="csY44" fmla="*/ 1472392 h 1871826"/>
                <a:gd name="csX45" fmla="*/ 934059 w 1865148"/>
                <a:gd name="csY45" fmla="*/ 1637439 h 1871826"/>
                <a:gd name="csX46" fmla="*/ 1099105 w 1865148"/>
                <a:gd name="csY46" fmla="*/ 1595177 h 18718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1865148" h="1871826">
                  <a:moveTo>
                    <a:pt x="1517671" y="777536"/>
                  </a:moveTo>
                  <a:cubicBezTo>
                    <a:pt x="1694564" y="587769"/>
                    <a:pt x="1974035" y="812823"/>
                    <a:pt x="1820888" y="1025054"/>
                  </a:cubicBezTo>
                  <a:lnTo>
                    <a:pt x="1519671" y="1326579"/>
                  </a:lnTo>
                  <a:cubicBezTo>
                    <a:pt x="1510388" y="1440593"/>
                    <a:pt x="1525159" y="1560711"/>
                    <a:pt x="1517824" y="1674110"/>
                  </a:cubicBezTo>
                  <a:cubicBezTo>
                    <a:pt x="1510490" y="1787509"/>
                    <a:pt x="1432891" y="1866442"/>
                    <a:pt x="1316261" y="1871827"/>
                  </a:cubicBezTo>
                  <a:lnTo>
                    <a:pt x="206378" y="1871827"/>
                  </a:lnTo>
                  <a:cubicBezTo>
                    <a:pt x="108674" y="1870750"/>
                    <a:pt x="24766" y="1808640"/>
                    <a:pt x="5994" y="1711345"/>
                  </a:cubicBezTo>
                  <a:cubicBezTo>
                    <a:pt x="-2007" y="1197178"/>
                    <a:pt x="-2007" y="680293"/>
                    <a:pt x="6046" y="166178"/>
                  </a:cubicBezTo>
                  <a:cubicBezTo>
                    <a:pt x="27382" y="66268"/>
                    <a:pt x="102981" y="12056"/>
                    <a:pt x="202583" y="5696"/>
                  </a:cubicBezTo>
                  <a:cubicBezTo>
                    <a:pt x="486208" y="-12409"/>
                    <a:pt x="788759" y="19698"/>
                    <a:pt x="1074384" y="5696"/>
                  </a:cubicBezTo>
                  <a:cubicBezTo>
                    <a:pt x="1093259" y="5593"/>
                    <a:pt x="1110850" y="11389"/>
                    <a:pt x="1124237" y="24980"/>
                  </a:cubicBezTo>
                  <a:cubicBezTo>
                    <a:pt x="1234968" y="153663"/>
                    <a:pt x="1392527" y="269934"/>
                    <a:pt x="1498540" y="399284"/>
                  </a:cubicBezTo>
                  <a:cubicBezTo>
                    <a:pt x="1503361" y="405182"/>
                    <a:pt x="1517671" y="423902"/>
                    <a:pt x="1517671" y="430057"/>
                  </a:cubicBezTo>
                  <a:lnTo>
                    <a:pt x="1517671" y="777485"/>
                  </a:lnTo>
                  <a:close/>
                  <a:moveTo>
                    <a:pt x="1437045" y="1696984"/>
                  </a:moveTo>
                  <a:lnTo>
                    <a:pt x="1437045" y="1410949"/>
                  </a:lnTo>
                  <a:lnTo>
                    <a:pt x="1192809" y="1648517"/>
                  </a:lnTo>
                  <a:lnTo>
                    <a:pt x="885745" y="1733040"/>
                  </a:lnTo>
                  <a:cubicBezTo>
                    <a:pt x="859588" y="1738682"/>
                    <a:pt x="835790" y="1720423"/>
                    <a:pt x="835688" y="1693702"/>
                  </a:cubicBezTo>
                  <a:lnTo>
                    <a:pt x="924725" y="1372739"/>
                  </a:lnTo>
                  <a:lnTo>
                    <a:pt x="1437096" y="860059"/>
                  </a:lnTo>
                  <a:lnTo>
                    <a:pt x="1437096" y="474216"/>
                  </a:lnTo>
                  <a:lnTo>
                    <a:pt x="1220197" y="474216"/>
                  </a:lnTo>
                  <a:cubicBezTo>
                    <a:pt x="1144906" y="474216"/>
                    <a:pt x="1049356" y="374357"/>
                    <a:pt x="1049356" y="299528"/>
                  </a:cubicBezTo>
                  <a:lnTo>
                    <a:pt x="1049356" y="86475"/>
                  </a:lnTo>
                  <a:lnTo>
                    <a:pt x="175862" y="86475"/>
                  </a:lnTo>
                  <a:cubicBezTo>
                    <a:pt x="136780" y="86475"/>
                    <a:pt x="78619" y="150945"/>
                    <a:pt x="81645" y="191924"/>
                  </a:cubicBezTo>
                  <a:lnTo>
                    <a:pt x="81645" y="1685598"/>
                  </a:lnTo>
                  <a:cubicBezTo>
                    <a:pt x="86415" y="1740939"/>
                    <a:pt x="131549" y="1786380"/>
                    <a:pt x="187196" y="1791150"/>
                  </a:cubicBezTo>
                  <a:lnTo>
                    <a:pt x="1331545" y="1791150"/>
                  </a:lnTo>
                  <a:moveTo>
                    <a:pt x="1379448" y="397437"/>
                  </a:moveTo>
                  <a:lnTo>
                    <a:pt x="1129930" y="144072"/>
                  </a:lnTo>
                  <a:lnTo>
                    <a:pt x="1129930" y="303374"/>
                  </a:lnTo>
                  <a:cubicBezTo>
                    <a:pt x="1129930" y="308606"/>
                    <a:pt x="1141008" y="332404"/>
                    <a:pt x="1144547" y="338661"/>
                  </a:cubicBezTo>
                  <a:cubicBezTo>
                    <a:pt x="1163729" y="372255"/>
                    <a:pt x="1208093" y="397437"/>
                    <a:pt x="1247021" y="397437"/>
                  </a:cubicBezTo>
                  <a:moveTo>
                    <a:pt x="1658868" y="786255"/>
                  </a:moveTo>
                  <a:cubicBezTo>
                    <a:pt x="1618145" y="790153"/>
                    <a:pt x="1586295" y="814772"/>
                    <a:pt x="1564035" y="848006"/>
                  </a:cubicBezTo>
                  <a:lnTo>
                    <a:pt x="1726414" y="1007565"/>
                  </a:lnTo>
                  <a:cubicBezTo>
                    <a:pt x="1830582" y="939351"/>
                    <a:pt x="1789397" y="773690"/>
                    <a:pt x="1658919" y="786255"/>
                  </a:cubicBezTo>
                  <a:close/>
                  <a:moveTo>
                    <a:pt x="1669689" y="1065418"/>
                  </a:moveTo>
                  <a:lnTo>
                    <a:pt x="1506131" y="901911"/>
                  </a:lnTo>
                  <a:lnTo>
                    <a:pt x="1014582" y="1393613"/>
                  </a:lnTo>
                  <a:lnTo>
                    <a:pt x="1178141" y="1557121"/>
                  </a:lnTo>
                  <a:moveTo>
                    <a:pt x="1099157" y="1595228"/>
                  </a:moveTo>
                  <a:lnTo>
                    <a:pt x="976321" y="1472392"/>
                  </a:lnTo>
                  <a:lnTo>
                    <a:pt x="934059" y="1637439"/>
                  </a:lnTo>
                  <a:lnTo>
                    <a:pt x="1099105" y="1595177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igura a mano libera: forma 55">
              <a:extLst>
                <a:ext uri="{FF2B5EF4-FFF2-40B4-BE49-F238E27FC236}">
                  <a16:creationId xmlns:a16="http://schemas.microsoft.com/office/drawing/2014/main" id="{2F3EF5B1-C54B-5B87-C3D0-66ED89845B18}"/>
                </a:ext>
              </a:extLst>
            </p:cNvPr>
            <p:cNvSpPr/>
            <p:nvPr/>
          </p:nvSpPr>
          <p:spPr>
            <a:xfrm>
              <a:off x="1488546" y="1828406"/>
              <a:ext cx="235943" cy="226739"/>
            </a:xfrm>
            <a:custGeom>
              <a:avLst/>
              <a:gdLst>
                <a:gd name="csX0" fmla="*/ 36515 w 318011"/>
                <a:gd name="csY0" fmla="*/ 3834 h 316271"/>
                <a:gd name="csX1" fmla="*/ 273724 w 318011"/>
                <a:gd name="csY1" fmla="*/ 2859 h 316271"/>
                <a:gd name="csX2" fmla="*/ 314088 w 318011"/>
                <a:gd name="csY2" fmla="*/ 46967 h 316271"/>
                <a:gd name="csX3" fmla="*/ 314088 w 318011"/>
                <a:gd name="csY3" fmla="*/ 273816 h 316271"/>
                <a:gd name="csX4" fmla="*/ 281417 w 318011"/>
                <a:gd name="csY4" fmla="*/ 314078 h 316271"/>
                <a:gd name="csX5" fmla="*/ 39182 w 318011"/>
                <a:gd name="csY5" fmla="*/ 314078 h 316271"/>
                <a:gd name="csX6" fmla="*/ 2818 w 318011"/>
                <a:gd name="csY6" fmla="*/ 281356 h 316271"/>
                <a:gd name="csX7" fmla="*/ 3126 w 318011"/>
                <a:gd name="csY7" fmla="*/ 35786 h 316271"/>
                <a:gd name="csX8" fmla="*/ 36464 w 318011"/>
                <a:gd name="csY8" fmla="*/ 3834 h 316271"/>
                <a:gd name="csX9" fmla="*/ 233360 w 318011"/>
                <a:gd name="csY9" fmla="*/ 237094 h 316271"/>
                <a:gd name="csX10" fmla="*/ 233360 w 318011"/>
                <a:gd name="csY10" fmla="*/ 83536 h 316271"/>
                <a:gd name="csX11" fmla="*/ 79802 w 318011"/>
                <a:gd name="csY11" fmla="*/ 83536 h 316271"/>
                <a:gd name="csX12" fmla="*/ 79802 w 318011"/>
                <a:gd name="csY12" fmla="*/ 237094 h 316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8011" h="316271">
                  <a:moveTo>
                    <a:pt x="36515" y="3834"/>
                  </a:moveTo>
                  <a:cubicBezTo>
                    <a:pt x="110781" y="8757"/>
                    <a:pt x="201407" y="-5911"/>
                    <a:pt x="273724" y="2859"/>
                  </a:cubicBezTo>
                  <a:cubicBezTo>
                    <a:pt x="300240" y="6039"/>
                    <a:pt x="311729" y="21580"/>
                    <a:pt x="314088" y="46967"/>
                  </a:cubicBezTo>
                  <a:cubicBezTo>
                    <a:pt x="319217" y="102102"/>
                    <a:pt x="319422" y="218835"/>
                    <a:pt x="314088" y="273816"/>
                  </a:cubicBezTo>
                  <a:cubicBezTo>
                    <a:pt x="312139" y="294332"/>
                    <a:pt x="303369" y="310282"/>
                    <a:pt x="281417" y="314078"/>
                  </a:cubicBezTo>
                  <a:cubicBezTo>
                    <a:pt x="203407" y="308333"/>
                    <a:pt x="116012" y="321156"/>
                    <a:pt x="39182" y="314078"/>
                  </a:cubicBezTo>
                  <a:cubicBezTo>
                    <a:pt x="19077" y="312231"/>
                    <a:pt x="5331" y="302692"/>
                    <a:pt x="2818" y="281356"/>
                  </a:cubicBezTo>
                  <a:cubicBezTo>
                    <a:pt x="-6055" y="205808"/>
                    <a:pt x="9435" y="113232"/>
                    <a:pt x="3126" y="35786"/>
                  </a:cubicBezTo>
                  <a:cubicBezTo>
                    <a:pt x="5588" y="20451"/>
                    <a:pt x="21180" y="6501"/>
                    <a:pt x="36464" y="3834"/>
                  </a:cubicBezTo>
                  <a:close/>
                  <a:moveTo>
                    <a:pt x="233360" y="237094"/>
                  </a:moveTo>
                  <a:lnTo>
                    <a:pt x="233360" y="83536"/>
                  </a:lnTo>
                  <a:lnTo>
                    <a:pt x="79802" y="83536"/>
                  </a:lnTo>
                  <a:lnTo>
                    <a:pt x="79802" y="237094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igura a mano libera: forma 56">
              <a:extLst>
                <a:ext uri="{FF2B5EF4-FFF2-40B4-BE49-F238E27FC236}">
                  <a16:creationId xmlns:a16="http://schemas.microsoft.com/office/drawing/2014/main" id="{15FFCBEA-0F33-478C-AB59-BBF1C38D3273}"/>
                </a:ext>
              </a:extLst>
            </p:cNvPr>
            <p:cNvSpPr/>
            <p:nvPr/>
          </p:nvSpPr>
          <p:spPr>
            <a:xfrm>
              <a:off x="1488584" y="2133211"/>
              <a:ext cx="236028" cy="227456"/>
            </a:xfrm>
            <a:custGeom>
              <a:avLst/>
              <a:gdLst>
                <a:gd name="csX0" fmla="*/ 40310 w 318126"/>
                <a:gd name="csY0" fmla="*/ 4828 h 317270"/>
                <a:gd name="csX1" fmla="*/ 269724 w 318126"/>
                <a:gd name="csY1" fmla="*/ 3905 h 317270"/>
                <a:gd name="csX2" fmla="*/ 313934 w 318126"/>
                <a:gd name="csY2" fmla="*/ 44115 h 317270"/>
                <a:gd name="csX3" fmla="*/ 314037 w 318126"/>
                <a:gd name="csY3" fmla="*/ 274759 h 317270"/>
                <a:gd name="csX4" fmla="*/ 281315 w 318126"/>
                <a:gd name="csY4" fmla="*/ 314969 h 317270"/>
                <a:gd name="csX5" fmla="*/ 39182 w 318126"/>
                <a:gd name="csY5" fmla="*/ 315072 h 317270"/>
                <a:gd name="csX6" fmla="*/ 2818 w 318126"/>
                <a:gd name="csY6" fmla="*/ 282350 h 317270"/>
                <a:gd name="csX7" fmla="*/ 3126 w 318126"/>
                <a:gd name="csY7" fmla="*/ 36780 h 317270"/>
                <a:gd name="csX8" fmla="*/ 40310 w 318126"/>
                <a:gd name="csY8" fmla="*/ 4828 h 317270"/>
                <a:gd name="csX9" fmla="*/ 233309 w 318126"/>
                <a:gd name="csY9" fmla="*/ 238088 h 317270"/>
                <a:gd name="csX10" fmla="*/ 233309 w 318126"/>
                <a:gd name="csY10" fmla="*/ 84530 h 317270"/>
                <a:gd name="csX11" fmla="*/ 79751 w 318126"/>
                <a:gd name="csY11" fmla="*/ 84530 h 317270"/>
                <a:gd name="csX12" fmla="*/ 79751 w 318126"/>
                <a:gd name="csY12" fmla="*/ 238088 h 317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8126" h="317270">
                  <a:moveTo>
                    <a:pt x="40310" y="4828"/>
                  </a:moveTo>
                  <a:cubicBezTo>
                    <a:pt x="80982" y="-1994"/>
                    <a:pt x="226641" y="-917"/>
                    <a:pt x="269724" y="3905"/>
                  </a:cubicBezTo>
                  <a:cubicBezTo>
                    <a:pt x="294291" y="6674"/>
                    <a:pt x="310857" y="18317"/>
                    <a:pt x="313934" y="44115"/>
                  </a:cubicBezTo>
                  <a:cubicBezTo>
                    <a:pt x="319986" y="94275"/>
                    <a:pt x="319012" y="223419"/>
                    <a:pt x="314037" y="274759"/>
                  </a:cubicBezTo>
                  <a:cubicBezTo>
                    <a:pt x="312139" y="294249"/>
                    <a:pt x="303471" y="313584"/>
                    <a:pt x="281315" y="314969"/>
                  </a:cubicBezTo>
                  <a:cubicBezTo>
                    <a:pt x="203356" y="309379"/>
                    <a:pt x="115961" y="322149"/>
                    <a:pt x="39182" y="315072"/>
                  </a:cubicBezTo>
                  <a:cubicBezTo>
                    <a:pt x="19077" y="313225"/>
                    <a:pt x="5331" y="303686"/>
                    <a:pt x="2818" y="282350"/>
                  </a:cubicBezTo>
                  <a:cubicBezTo>
                    <a:pt x="-6055" y="206802"/>
                    <a:pt x="9435" y="114226"/>
                    <a:pt x="3126" y="36780"/>
                  </a:cubicBezTo>
                  <a:cubicBezTo>
                    <a:pt x="5947" y="19035"/>
                    <a:pt x="23949" y="7597"/>
                    <a:pt x="40310" y="4828"/>
                  </a:cubicBezTo>
                  <a:close/>
                  <a:moveTo>
                    <a:pt x="233309" y="238088"/>
                  </a:moveTo>
                  <a:lnTo>
                    <a:pt x="233309" y="84530"/>
                  </a:lnTo>
                  <a:lnTo>
                    <a:pt x="79751" y="84530"/>
                  </a:lnTo>
                  <a:lnTo>
                    <a:pt x="79751" y="238088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igura a mano libera: forma 57">
              <a:extLst>
                <a:ext uri="{FF2B5EF4-FFF2-40B4-BE49-F238E27FC236}">
                  <a16:creationId xmlns:a16="http://schemas.microsoft.com/office/drawing/2014/main" id="{8A463048-5552-94BE-513C-E766D63388D0}"/>
                </a:ext>
              </a:extLst>
            </p:cNvPr>
            <p:cNvSpPr/>
            <p:nvPr/>
          </p:nvSpPr>
          <p:spPr>
            <a:xfrm>
              <a:off x="1487479" y="1522835"/>
              <a:ext cx="236072" cy="226770"/>
            </a:xfrm>
            <a:custGeom>
              <a:avLst/>
              <a:gdLst>
                <a:gd name="csX0" fmla="*/ 34107 w 318185"/>
                <a:gd name="csY0" fmla="*/ 3856 h 316313"/>
                <a:gd name="csX1" fmla="*/ 279009 w 318185"/>
                <a:gd name="csY1" fmla="*/ 2882 h 316313"/>
                <a:gd name="csX2" fmla="*/ 315475 w 318185"/>
                <a:gd name="csY2" fmla="*/ 39348 h 316313"/>
                <a:gd name="csX3" fmla="*/ 315475 w 318185"/>
                <a:gd name="csY3" fmla="*/ 277532 h 316313"/>
                <a:gd name="csX4" fmla="*/ 279009 w 318185"/>
                <a:gd name="csY4" fmla="*/ 313998 h 316313"/>
                <a:gd name="csX5" fmla="*/ 44518 w 318185"/>
                <a:gd name="csY5" fmla="*/ 314100 h 316313"/>
                <a:gd name="csX6" fmla="*/ 4308 w 318185"/>
                <a:gd name="csY6" fmla="*/ 277532 h 316313"/>
                <a:gd name="csX7" fmla="*/ 4308 w 318185"/>
                <a:gd name="csY7" fmla="*/ 39348 h 316313"/>
                <a:gd name="csX8" fmla="*/ 34056 w 318185"/>
                <a:gd name="csY8" fmla="*/ 3856 h 316313"/>
                <a:gd name="csX9" fmla="*/ 234799 w 318185"/>
                <a:gd name="csY9" fmla="*/ 237167 h 316313"/>
                <a:gd name="csX10" fmla="*/ 234799 w 318185"/>
                <a:gd name="csY10" fmla="*/ 79763 h 316313"/>
                <a:gd name="csX11" fmla="*/ 81241 w 318185"/>
                <a:gd name="csY11" fmla="*/ 79763 h 316313"/>
                <a:gd name="csX12" fmla="*/ 81241 w 318185"/>
                <a:gd name="csY12" fmla="*/ 237167 h 3163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318185" h="316313">
                  <a:moveTo>
                    <a:pt x="34107" y="3856"/>
                  </a:moveTo>
                  <a:cubicBezTo>
                    <a:pt x="110937" y="8934"/>
                    <a:pt x="204077" y="-5991"/>
                    <a:pt x="279009" y="2882"/>
                  </a:cubicBezTo>
                  <a:cubicBezTo>
                    <a:pt x="297473" y="5087"/>
                    <a:pt x="313270" y="20576"/>
                    <a:pt x="315475" y="39348"/>
                  </a:cubicBezTo>
                  <a:cubicBezTo>
                    <a:pt x="324092" y="112742"/>
                    <a:pt x="308808" y="202343"/>
                    <a:pt x="315475" y="277532"/>
                  </a:cubicBezTo>
                  <a:cubicBezTo>
                    <a:pt x="314039" y="295277"/>
                    <a:pt x="297012" y="312510"/>
                    <a:pt x="279009" y="313998"/>
                  </a:cubicBezTo>
                  <a:cubicBezTo>
                    <a:pt x="203769" y="308356"/>
                    <a:pt x="118528" y="321229"/>
                    <a:pt x="44518" y="314100"/>
                  </a:cubicBezTo>
                  <a:cubicBezTo>
                    <a:pt x="21233" y="311843"/>
                    <a:pt x="7232" y="302047"/>
                    <a:pt x="4308" y="277532"/>
                  </a:cubicBezTo>
                  <a:cubicBezTo>
                    <a:pt x="-1436" y="229218"/>
                    <a:pt x="-1436" y="87662"/>
                    <a:pt x="4308" y="39348"/>
                  </a:cubicBezTo>
                  <a:cubicBezTo>
                    <a:pt x="6514" y="20781"/>
                    <a:pt x="16053" y="8729"/>
                    <a:pt x="34056" y="3856"/>
                  </a:cubicBezTo>
                  <a:close/>
                  <a:moveTo>
                    <a:pt x="234799" y="237167"/>
                  </a:moveTo>
                  <a:lnTo>
                    <a:pt x="234799" y="79763"/>
                  </a:lnTo>
                  <a:lnTo>
                    <a:pt x="81241" y="79763"/>
                  </a:lnTo>
                  <a:lnTo>
                    <a:pt x="81241" y="237167"/>
                  </a:lnTo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igura a mano libera: forma 58">
              <a:extLst>
                <a:ext uri="{FF2B5EF4-FFF2-40B4-BE49-F238E27FC236}">
                  <a16:creationId xmlns:a16="http://schemas.microsoft.com/office/drawing/2014/main" id="{2902F7B5-A4F5-6CBE-332C-BCB819126DB7}"/>
                </a:ext>
              </a:extLst>
            </p:cNvPr>
            <p:cNvSpPr/>
            <p:nvPr/>
          </p:nvSpPr>
          <p:spPr>
            <a:xfrm>
              <a:off x="1778193" y="1552736"/>
              <a:ext cx="316777" cy="60375"/>
            </a:xfrm>
            <a:custGeom>
              <a:avLst/>
              <a:gdLst>
                <a:gd name="csX0" fmla="*/ 33911 w 426962"/>
                <a:gd name="csY0" fmla="*/ 564 h 84215"/>
                <a:gd name="csX1" fmla="*/ 389699 w 426962"/>
                <a:gd name="csY1" fmla="*/ 0 h 84215"/>
                <a:gd name="csX2" fmla="*/ 386212 w 426962"/>
                <a:gd name="csY2" fmla="*/ 80266 h 84215"/>
                <a:gd name="csX3" fmla="*/ 37194 w 426962"/>
                <a:gd name="csY3" fmla="*/ 79907 h 84215"/>
                <a:gd name="csX4" fmla="*/ 33911 w 426962"/>
                <a:gd name="csY4" fmla="*/ 564 h 84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6962" h="84215">
                  <a:moveTo>
                    <a:pt x="33911" y="564"/>
                  </a:moveTo>
                  <a:lnTo>
                    <a:pt x="389699" y="0"/>
                  </a:lnTo>
                  <a:cubicBezTo>
                    <a:pt x="440629" y="9283"/>
                    <a:pt x="439244" y="74214"/>
                    <a:pt x="386212" y="80266"/>
                  </a:cubicBezTo>
                  <a:cubicBezTo>
                    <a:pt x="278301" y="92576"/>
                    <a:pt x="147515" y="71394"/>
                    <a:pt x="37194" y="79907"/>
                  </a:cubicBezTo>
                  <a:cubicBezTo>
                    <a:pt x="-10761" y="71188"/>
                    <a:pt x="-12864" y="12412"/>
                    <a:pt x="33911" y="56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igura a mano libera: forma 59">
              <a:extLst>
                <a:ext uri="{FF2B5EF4-FFF2-40B4-BE49-F238E27FC236}">
                  <a16:creationId xmlns:a16="http://schemas.microsoft.com/office/drawing/2014/main" id="{0C964EBA-9EF9-9E03-27DE-2F5CCFDF664C}"/>
                </a:ext>
              </a:extLst>
            </p:cNvPr>
            <p:cNvSpPr/>
            <p:nvPr/>
          </p:nvSpPr>
          <p:spPr>
            <a:xfrm>
              <a:off x="1778193" y="1858253"/>
              <a:ext cx="316777" cy="60375"/>
            </a:xfrm>
            <a:custGeom>
              <a:avLst/>
              <a:gdLst>
                <a:gd name="csX0" fmla="*/ 33911 w 426962"/>
                <a:gd name="csY0" fmla="*/ 564 h 84215"/>
                <a:gd name="csX1" fmla="*/ 389699 w 426962"/>
                <a:gd name="csY1" fmla="*/ 0 h 84215"/>
                <a:gd name="csX2" fmla="*/ 386212 w 426962"/>
                <a:gd name="csY2" fmla="*/ 80266 h 84215"/>
                <a:gd name="csX3" fmla="*/ 37194 w 426962"/>
                <a:gd name="csY3" fmla="*/ 79907 h 84215"/>
                <a:gd name="csX4" fmla="*/ 33911 w 426962"/>
                <a:gd name="csY4" fmla="*/ 564 h 842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6962" h="84215">
                  <a:moveTo>
                    <a:pt x="33911" y="564"/>
                  </a:moveTo>
                  <a:lnTo>
                    <a:pt x="389699" y="0"/>
                  </a:lnTo>
                  <a:cubicBezTo>
                    <a:pt x="440629" y="9283"/>
                    <a:pt x="439244" y="74214"/>
                    <a:pt x="386212" y="80266"/>
                  </a:cubicBezTo>
                  <a:cubicBezTo>
                    <a:pt x="278301" y="92576"/>
                    <a:pt x="147515" y="71394"/>
                    <a:pt x="37194" y="79907"/>
                  </a:cubicBezTo>
                  <a:cubicBezTo>
                    <a:pt x="-10761" y="71188"/>
                    <a:pt x="-12864" y="12412"/>
                    <a:pt x="33911" y="564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igura a mano libera: forma 60">
              <a:extLst>
                <a:ext uri="{FF2B5EF4-FFF2-40B4-BE49-F238E27FC236}">
                  <a16:creationId xmlns:a16="http://schemas.microsoft.com/office/drawing/2014/main" id="{39A0B66D-18DF-BBBC-46B4-CE0FE32F3E9D}"/>
                </a:ext>
              </a:extLst>
            </p:cNvPr>
            <p:cNvSpPr/>
            <p:nvPr/>
          </p:nvSpPr>
          <p:spPr>
            <a:xfrm>
              <a:off x="1778157" y="2166419"/>
              <a:ext cx="317180" cy="54970"/>
            </a:xfrm>
            <a:custGeom>
              <a:avLst/>
              <a:gdLst>
                <a:gd name="csX0" fmla="*/ 26163 w 427505"/>
                <a:gd name="csY0" fmla="*/ 615 h 76676"/>
                <a:gd name="csX1" fmla="*/ 397543 w 427505"/>
                <a:gd name="csY1" fmla="*/ 0 h 76676"/>
                <a:gd name="csX2" fmla="*/ 390157 w 427505"/>
                <a:gd name="csY2" fmla="*/ 76676 h 76676"/>
                <a:gd name="csX3" fmla="*/ 33292 w 427505"/>
                <a:gd name="csY3" fmla="*/ 76317 h 76676"/>
                <a:gd name="csX4" fmla="*/ 26163 w 427505"/>
                <a:gd name="csY4" fmla="*/ 615 h 76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27505" h="76676">
                  <a:moveTo>
                    <a:pt x="26163" y="615"/>
                  </a:moveTo>
                  <a:lnTo>
                    <a:pt x="397543" y="0"/>
                  </a:lnTo>
                  <a:cubicBezTo>
                    <a:pt x="440830" y="12104"/>
                    <a:pt x="436214" y="71188"/>
                    <a:pt x="390157" y="76676"/>
                  </a:cubicBezTo>
                  <a:lnTo>
                    <a:pt x="33292" y="76317"/>
                  </a:lnTo>
                  <a:cubicBezTo>
                    <a:pt x="-6302" y="70265"/>
                    <a:pt x="-12919" y="13950"/>
                    <a:pt x="26163" y="61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igura a mano libera: forma 61">
              <a:extLst>
                <a:ext uri="{FF2B5EF4-FFF2-40B4-BE49-F238E27FC236}">
                  <a16:creationId xmlns:a16="http://schemas.microsoft.com/office/drawing/2014/main" id="{884E6210-6FF7-1AA8-4678-0AF76BE3FE2A}"/>
                </a:ext>
              </a:extLst>
            </p:cNvPr>
            <p:cNvSpPr/>
            <p:nvPr/>
          </p:nvSpPr>
          <p:spPr>
            <a:xfrm>
              <a:off x="1778271" y="2276506"/>
              <a:ext cx="230803" cy="54713"/>
            </a:xfrm>
            <a:custGeom>
              <a:avLst/>
              <a:gdLst>
                <a:gd name="csX0" fmla="*/ 29908 w 311084"/>
                <a:gd name="csY0" fmla="*/ 667 h 76317"/>
                <a:gd name="csX1" fmla="*/ 278349 w 311084"/>
                <a:gd name="csY1" fmla="*/ 0 h 76317"/>
                <a:gd name="csX2" fmla="*/ 282196 w 311084"/>
                <a:gd name="csY2" fmla="*/ 76317 h 76317"/>
                <a:gd name="csX3" fmla="*/ 29241 w 311084"/>
                <a:gd name="csY3" fmla="*/ 76317 h 76317"/>
                <a:gd name="csX4" fmla="*/ 29908 w 311084"/>
                <a:gd name="csY4" fmla="*/ 667 h 76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1084" h="76317">
                  <a:moveTo>
                    <a:pt x="29908" y="667"/>
                  </a:moveTo>
                  <a:lnTo>
                    <a:pt x="278349" y="0"/>
                  </a:lnTo>
                  <a:cubicBezTo>
                    <a:pt x="319072" y="10719"/>
                    <a:pt x="323432" y="63290"/>
                    <a:pt x="282196" y="76317"/>
                  </a:cubicBezTo>
                  <a:lnTo>
                    <a:pt x="29241" y="76317"/>
                  </a:lnTo>
                  <a:cubicBezTo>
                    <a:pt x="-11174" y="68060"/>
                    <a:pt x="-8507" y="8360"/>
                    <a:pt x="29908" y="6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Figura a mano libera: forma 62">
              <a:extLst>
                <a:ext uri="{FF2B5EF4-FFF2-40B4-BE49-F238E27FC236}">
                  <a16:creationId xmlns:a16="http://schemas.microsoft.com/office/drawing/2014/main" id="{AA286A29-A55E-BA27-3E20-ED8681287158}"/>
                </a:ext>
              </a:extLst>
            </p:cNvPr>
            <p:cNvSpPr/>
            <p:nvPr/>
          </p:nvSpPr>
          <p:spPr>
            <a:xfrm>
              <a:off x="1778120" y="1665508"/>
              <a:ext cx="230713" cy="57286"/>
            </a:xfrm>
            <a:custGeom>
              <a:avLst/>
              <a:gdLst>
                <a:gd name="csX0" fmla="*/ 26215 w 310963"/>
                <a:gd name="csY0" fmla="*/ 564 h 79906"/>
                <a:gd name="csX1" fmla="*/ 282400 w 310963"/>
                <a:gd name="csY1" fmla="*/ 0 h 79906"/>
                <a:gd name="csX2" fmla="*/ 278554 w 310963"/>
                <a:gd name="csY2" fmla="*/ 76317 h 79906"/>
                <a:gd name="csX3" fmla="*/ 33292 w 310963"/>
                <a:gd name="csY3" fmla="*/ 76317 h 79906"/>
                <a:gd name="csX4" fmla="*/ 26163 w 310963"/>
                <a:gd name="csY4" fmla="*/ 615 h 799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0963" h="79906">
                  <a:moveTo>
                    <a:pt x="26215" y="564"/>
                  </a:moveTo>
                  <a:lnTo>
                    <a:pt x="282400" y="0"/>
                  </a:lnTo>
                  <a:cubicBezTo>
                    <a:pt x="323688" y="12361"/>
                    <a:pt x="318302" y="66060"/>
                    <a:pt x="278554" y="76317"/>
                  </a:cubicBezTo>
                  <a:cubicBezTo>
                    <a:pt x="203621" y="68727"/>
                    <a:pt x="105455" y="87344"/>
                    <a:pt x="33292" y="76317"/>
                  </a:cubicBezTo>
                  <a:cubicBezTo>
                    <a:pt x="-6302" y="70265"/>
                    <a:pt x="-12919" y="13950"/>
                    <a:pt x="26163" y="615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Figura a mano libera: forma 63">
              <a:extLst>
                <a:ext uri="{FF2B5EF4-FFF2-40B4-BE49-F238E27FC236}">
                  <a16:creationId xmlns:a16="http://schemas.microsoft.com/office/drawing/2014/main" id="{E6E1C80B-0236-6FA3-FE24-3D290CCFD3DD}"/>
                </a:ext>
              </a:extLst>
            </p:cNvPr>
            <p:cNvSpPr/>
            <p:nvPr/>
          </p:nvSpPr>
          <p:spPr>
            <a:xfrm>
              <a:off x="1778157" y="1970989"/>
              <a:ext cx="231000" cy="57322"/>
            </a:xfrm>
            <a:custGeom>
              <a:avLst/>
              <a:gdLst>
                <a:gd name="csX0" fmla="*/ 26163 w 311349"/>
                <a:gd name="csY0" fmla="*/ 615 h 79957"/>
                <a:gd name="csX1" fmla="*/ 282400 w 311349"/>
                <a:gd name="csY1" fmla="*/ 0 h 79957"/>
                <a:gd name="csX2" fmla="*/ 278554 w 311349"/>
                <a:gd name="csY2" fmla="*/ 76369 h 79957"/>
                <a:gd name="csX3" fmla="*/ 33292 w 311349"/>
                <a:gd name="csY3" fmla="*/ 76369 h 79957"/>
                <a:gd name="csX4" fmla="*/ 26163 w 311349"/>
                <a:gd name="csY4" fmla="*/ 667 h 799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11349" h="79957">
                  <a:moveTo>
                    <a:pt x="26163" y="615"/>
                  </a:moveTo>
                  <a:lnTo>
                    <a:pt x="282400" y="0"/>
                  </a:lnTo>
                  <a:cubicBezTo>
                    <a:pt x="323277" y="14771"/>
                    <a:pt x="319841" y="64418"/>
                    <a:pt x="278554" y="76369"/>
                  </a:cubicBezTo>
                  <a:cubicBezTo>
                    <a:pt x="203621" y="68778"/>
                    <a:pt x="105455" y="87396"/>
                    <a:pt x="33292" y="76369"/>
                  </a:cubicBezTo>
                  <a:cubicBezTo>
                    <a:pt x="-6302" y="70316"/>
                    <a:pt x="-12919" y="14002"/>
                    <a:pt x="26163" y="667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30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Elemento grafico 26" descr="Chiudi contorno">
              <a:extLst>
                <a:ext uri="{FF2B5EF4-FFF2-40B4-BE49-F238E27FC236}">
                  <a16:creationId xmlns:a16="http://schemas.microsoft.com/office/drawing/2014/main" id="{3BAEDBF1-18DC-80B5-F7EB-FE42BEFFC8F2}"/>
                </a:ext>
              </a:extLst>
            </p:cNvPr>
            <p:cNvSpPr/>
            <p:nvPr/>
          </p:nvSpPr>
          <p:spPr>
            <a:xfrm>
              <a:off x="1482349" y="1460304"/>
              <a:ext cx="1148766" cy="1127264"/>
            </a:xfrm>
            <a:custGeom>
              <a:avLst/>
              <a:gdLst>
                <a:gd name="csX0" fmla="*/ 25217 w 1148766"/>
                <a:gd name="csY0" fmla="*/ 1110032 h 1127264"/>
                <a:gd name="csX1" fmla="*/ 565466 w 1148766"/>
                <a:gd name="csY1" fmla="*/ 587999 h 1127264"/>
                <a:gd name="csX2" fmla="*/ 1123549 w 1148766"/>
                <a:gd name="csY2" fmla="*/ 1127265 h 1127264"/>
                <a:gd name="csX3" fmla="*/ 1148767 w 1148766"/>
                <a:gd name="csY3" fmla="*/ 1102897 h 1127264"/>
                <a:gd name="csX4" fmla="*/ 590684 w 1148766"/>
                <a:gd name="csY4" fmla="*/ 563632 h 1127264"/>
                <a:gd name="csX5" fmla="*/ 1148767 w 1148766"/>
                <a:gd name="csY5" fmla="*/ 24367 h 1127264"/>
                <a:gd name="csX6" fmla="*/ 1123549 w 1148766"/>
                <a:gd name="csY6" fmla="*/ 0 h 1127264"/>
                <a:gd name="csX7" fmla="*/ 565466 w 1148766"/>
                <a:gd name="csY7" fmla="*/ 539265 h 1127264"/>
                <a:gd name="csX8" fmla="*/ 25217 w 1148766"/>
                <a:gd name="csY8" fmla="*/ 17233 h 1127264"/>
                <a:gd name="csX9" fmla="*/ 0 w 1148766"/>
                <a:gd name="csY9" fmla="*/ 41600 h 1127264"/>
                <a:gd name="csX10" fmla="*/ 540249 w 1148766"/>
                <a:gd name="csY10" fmla="*/ 563632 h 1127264"/>
                <a:gd name="csX11" fmla="*/ 0 w 1148766"/>
                <a:gd name="csY11" fmla="*/ 1085665 h 1127264"/>
                <a:gd name="csX12" fmla="*/ 25217 w 1148766"/>
                <a:gd name="csY12" fmla="*/ 1110032 h 11272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48766" h="1127264">
                  <a:moveTo>
                    <a:pt x="25217" y="1110032"/>
                  </a:moveTo>
                  <a:lnTo>
                    <a:pt x="565466" y="587999"/>
                  </a:lnTo>
                  <a:lnTo>
                    <a:pt x="1123549" y="1127265"/>
                  </a:lnTo>
                  <a:lnTo>
                    <a:pt x="1148767" y="1102897"/>
                  </a:lnTo>
                  <a:lnTo>
                    <a:pt x="590684" y="563632"/>
                  </a:lnTo>
                  <a:lnTo>
                    <a:pt x="1148767" y="24367"/>
                  </a:lnTo>
                  <a:lnTo>
                    <a:pt x="1123549" y="0"/>
                  </a:lnTo>
                  <a:lnTo>
                    <a:pt x="565466" y="539265"/>
                  </a:lnTo>
                  <a:lnTo>
                    <a:pt x="25217" y="17233"/>
                  </a:lnTo>
                  <a:lnTo>
                    <a:pt x="0" y="41600"/>
                  </a:lnTo>
                  <a:lnTo>
                    <a:pt x="540249" y="563632"/>
                  </a:lnTo>
                  <a:lnTo>
                    <a:pt x="0" y="1085665"/>
                  </a:lnTo>
                  <a:lnTo>
                    <a:pt x="25217" y="1110032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19711" cap="flat">
              <a:solidFill>
                <a:schemeClr val="accent1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65E6A219-CF8B-C7C7-F1B6-9693A045A9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41568" y="373063"/>
            <a:ext cx="5112232" cy="639762"/>
          </a:xfrm>
        </p:spPr>
        <p:txBody>
          <a:bodyPr/>
          <a:lstStyle/>
          <a:p>
            <a:r>
              <a:rPr lang="it-IT" dirty="0"/>
              <a:t>Obiettivo</a:t>
            </a:r>
          </a:p>
        </p:txBody>
      </p:sp>
      <p:sp>
        <p:nvSpPr>
          <p:cNvPr id="11" name="Titolo 10">
            <a:extLst>
              <a:ext uri="{FF2B5EF4-FFF2-40B4-BE49-F238E27FC236}">
                <a16:creationId xmlns:a16="http://schemas.microsoft.com/office/drawing/2014/main" id="{E282B139-191D-B2B5-5542-3655D603D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3063"/>
            <a:ext cx="5111750" cy="639762"/>
          </a:xfrm>
        </p:spPr>
        <p:txBody>
          <a:bodyPr/>
          <a:lstStyle/>
          <a:p>
            <a:r>
              <a:rPr lang="it-IT" dirty="0"/>
              <a:t>Problema</a:t>
            </a:r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8EE248AF-358A-1840-4F21-6B4684EF6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B6EC13D8-083F-45BD-D350-EB592C81FE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4EFD7C7-456E-7074-A3BE-0B9B39AAE1D3}"/>
              </a:ext>
            </a:extLst>
          </p:cNvPr>
          <p:cNvSpPr txBox="1"/>
          <p:nvPr/>
        </p:nvSpPr>
        <p:spPr>
          <a:xfrm>
            <a:off x="6241568" y="2656620"/>
            <a:ext cx="1548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solidFill>
                  <a:srgbClr val="000000"/>
                </a:solidFill>
              </a:rPr>
              <a:t>Verificare se con lo </a:t>
            </a:r>
            <a:r>
              <a:rPr lang="it-IT" sz="1600" i="1" dirty="0">
                <a:solidFill>
                  <a:srgbClr val="000000"/>
                </a:solidFill>
              </a:rPr>
              <a:t>scaling</a:t>
            </a:r>
            <a:r>
              <a:rPr lang="it-IT" sz="1600" dirty="0">
                <a:solidFill>
                  <a:srgbClr val="000000"/>
                </a:solidFill>
              </a:rPr>
              <a:t> si rispetta il </a:t>
            </a:r>
            <a:r>
              <a:rPr lang="it-IT" sz="1600" b="1" dirty="0">
                <a:solidFill>
                  <a:srgbClr val="000000"/>
                </a:solidFill>
              </a:rPr>
              <a:t>formato</a:t>
            </a:r>
            <a:r>
              <a:rPr lang="it-IT" sz="1600" dirty="0">
                <a:solidFill>
                  <a:srgbClr val="000000"/>
                </a:solidFill>
              </a:rPr>
              <a:t> e si risolvono i </a:t>
            </a:r>
            <a:r>
              <a:rPr lang="it-IT" sz="1600" b="1" dirty="0">
                <a:solidFill>
                  <a:srgbClr val="000000"/>
                </a:solidFill>
              </a:rPr>
              <a:t>problemi strutturali</a:t>
            </a:r>
            <a:endParaRPr lang="it-IT" sz="1600" dirty="0">
              <a:solidFill>
                <a:srgbClr val="000000"/>
              </a:solidFill>
            </a:endParaRPr>
          </a:p>
        </p:txBody>
      </p:sp>
      <p:graphicFrame>
        <p:nvGraphicFramePr>
          <p:cNvPr id="19" name="Diagramma 18">
            <a:extLst>
              <a:ext uri="{FF2B5EF4-FFF2-40B4-BE49-F238E27FC236}">
                <a16:creationId xmlns:a16="http://schemas.microsoft.com/office/drawing/2014/main" id="{7E991B61-E43E-A30F-2731-E08429FA0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2395276"/>
              </p:ext>
            </p:extLst>
          </p:nvPr>
        </p:nvGraphicFramePr>
        <p:xfrm>
          <a:off x="837718" y="2989157"/>
          <a:ext cx="5112232" cy="31832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3" name="Elemento grafico 52">
            <a:extLst>
              <a:ext uri="{FF2B5EF4-FFF2-40B4-BE49-F238E27FC236}">
                <a16:creationId xmlns:a16="http://schemas.microsoft.com/office/drawing/2014/main" id="{51ABF4A2-2E6A-CF9C-399D-E721D1BE2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08803" y="1196763"/>
            <a:ext cx="1177763" cy="1181044"/>
          </a:xfrm>
          <a:prstGeom prst="rect">
            <a:avLst/>
          </a:prstGeom>
        </p:spPr>
      </p:pic>
      <p:pic>
        <p:nvPicPr>
          <p:cNvPr id="69" name="Elemento grafico 68" descr="Grafico a barre con andamento ascendente con riempimento a tinta unita">
            <a:extLst>
              <a:ext uri="{FF2B5EF4-FFF2-40B4-BE49-F238E27FC236}">
                <a16:creationId xmlns:a16="http://schemas.microsoft.com/office/drawing/2014/main" id="{149D0B12-95A3-A218-B1A0-A306F22247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5568" y="4997537"/>
            <a:ext cx="1080000" cy="1080000"/>
          </a:xfrm>
          <a:prstGeom prst="rect">
            <a:avLst/>
          </a:prstGeom>
        </p:spPr>
      </p:pic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4F2E4283-B172-1759-D943-FC60346A8E36}"/>
              </a:ext>
            </a:extLst>
          </p:cNvPr>
          <p:cNvSpPr txBox="1"/>
          <p:nvPr/>
        </p:nvSpPr>
        <p:spPr>
          <a:xfrm>
            <a:off x="8023684" y="2656620"/>
            <a:ext cx="1548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>
                <a:solidFill>
                  <a:srgbClr val="000000"/>
                </a:solidFill>
              </a:rPr>
              <a:t>Misurare la </a:t>
            </a:r>
            <a:r>
              <a:rPr lang="it-IT" sz="1600" b="1" dirty="0">
                <a:solidFill>
                  <a:srgbClr val="000000"/>
                </a:solidFill>
              </a:rPr>
              <a:t>validità</a:t>
            </a:r>
            <a:r>
              <a:rPr lang="it-IT" sz="1600" dirty="0">
                <a:solidFill>
                  <a:srgbClr val="000000"/>
                </a:solidFill>
              </a:rPr>
              <a:t> di una risposta, la </a:t>
            </a:r>
            <a:r>
              <a:rPr lang="it-IT" sz="1600" b="1" dirty="0">
                <a:solidFill>
                  <a:srgbClr val="000000"/>
                </a:solidFill>
              </a:rPr>
              <a:t>coerenza </a:t>
            </a:r>
            <a:r>
              <a:rPr lang="it-IT" sz="1600" dirty="0">
                <a:solidFill>
                  <a:srgbClr val="000000"/>
                </a:solidFill>
              </a:rPr>
              <a:t>interna, la </a:t>
            </a:r>
            <a:r>
              <a:rPr lang="it-IT" sz="1600" b="1" dirty="0">
                <a:solidFill>
                  <a:srgbClr val="000000"/>
                </a:solidFill>
              </a:rPr>
              <a:t>robustezza </a:t>
            </a:r>
            <a:r>
              <a:rPr lang="it-IT" sz="1600" dirty="0">
                <a:solidFill>
                  <a:srgbClr val="000000"/>
                </a:solidFill>
              </a:rPr>
              <a:t>a distorsioni e minacce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E7588AC3-081D-BF6B-9862-38B054968212}"/>
              </a:ext>
            </a:extLst>
          </p:cNvPr>
          <p:cNvSpPr txBox="1"/>
          <p:nvPr/>
        </p:nvSpPr>
        <p:spPr>
          <a:xfrm>
            <a:off x="9805800" y="2656620"/>
            <a:ext cx="1548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600" dirty="0"/>
              <a:t>Q</a:t>
            </a:r>
            <a:r>
              <a:rPr lang="it-IT" sz="1600" b="0" i="0" u="none" strike="noStrike" baseline="0" dirty="0"/>
              <a:t>uantificare l’allineamento delle risposte rispetto alla </a:t>
            </a:r>
            <a:r>
              <a:rPr lang="it-IT" sz="1600" b="1" i="0" u="none" strike="noStrike" baseline="0" dirty="0"/>
              <a:t>popolazione</a:t>
            </a:r>
            <a:r>
              <a:rPr lang="it-IT" sz="1600" b="0" i="0" u="none" strike="noStrike" baseline="0" dirty="0"/>
              <a:t> e agli </a:t>
            </a:r>
            <a:r>
              <a:rPr lang="it-IT" sz="1600" b="1" i="0" u="none" strike="noStrike" baseline="0" dirty="0"/>
              <a:t>orientamenti politici </a:t>
            </a:r>
            <a:r>
              <a:rPr lang="it-IT" sz="1600" i="0" u="none" strike="noStrike" baseline="0" dirty="0"/>
              <a:t>(americani)</a:t>
            </a:r>
            <a:endParaRPr lang="it-IT" sz="1600" dirty="0"/>
          </a:p>
        </p:txBody>
      </p:sp>
      <p:pic>
        <p:nvPicPr>
          <p:cNvPr id="76" name="Elemento grafico 75">
            <a:extLst>
              <a:ext uri="{FF2B5EF4-FFF2-40B4-BE49-F238E27FC236}">
                <a16:creationId xmlns:a16="http://schemas.microsoft.com/office/drawing/2014/main" id="{7CE36932-D109-1615-177C-71B9FC1035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08803" y="4997536"/>
            <a:ext cx="1068387" cy="1080000"/>
          </a:xfrm>
          <a:prstGeom prst="rect">
            <a:avLst/>
          </a:prstGeom>
        </p:spPr>
      </p:pic>
      <p:pic>
        <p:nvPicPr>
          <p:cNvPr id="78" name="Elemento grafico 77">
            <a:extLst>
              <a:ext uri="{FF2B5EF4-FFF2-40B4-BE49-F238E27FC236}">
                <a16:creationId xmlns:a16="http://schemas.microsoft.com/office/drawing/2014/main" id="{22184200-82C1-A122-7C10-4CD70F1EA7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10041244" y="4997537"/>
            <a:ext cx="1077113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67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6D0A4B0-43B5-E03F-4885-7DF3BBB0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Modelli utilizzati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93DCE61-B37B-BBE1-61B7-28C9595C2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637835-2C76-096B-37DF-97F30BADC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3</a:t>
            </a:fld>
            <a:endParaRPr lang="en-US" dirty="0"/>
          </a:p>
        </p:txBody>
      </p:sp>
      <p:graphicFrame>
        <p:nvGraphicFramePr>
          <p:cNvPr id="60" name="Diagramma 59">
            <a:extLst>
              <a:ext uri="{FF2B5EF4-FFF2-40B4-BE49-F238E27FC236}">
                <a16:creationId xmlns:a16="http://schemas.microsoft.com/office/drawing/2014/main" id="{46EF2A7A-E045-3DFD-FBDA-A94AC6064F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3290610"/>
              </p:ext>
            </p:extLst>
          </p:nvPr>
        </p:nvGraphicFramePr>
        <p:xfrm>
          <a:off x="2156021" y="1389906"/>
          <a:ext cx="7879958" cy="2063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9" name="Gruppo 58">
            <a:extLst>
              <a:ext uri="{FF2B5EF4-FFF2-40B4-BE49-F238E27FC236}">
                <a16:creationId xmlns:a16="http://schemas.microsoft.com/office/drawing/2014/main" id="{D298FB3A-4955-D33F-F6C2-67D2DBDAC2F0}"/>
              </a:ext>
            </a:extLst>
          </p:cNvPr>
          <p:cNvGrpSpPr/>
          <p:nvPr/>
        </p:nvGrpSpPr>
        <p:grpSpPr>
          <a:xfrm>
            <a:off x="838200" y="3839042"/>
            <a:ext cx="10515600" cy="2131456"/>
            <a:chOff x="838200" y="4103807"/>
            <a:chExt cx="10515600" cy="2131456"/>
          </a:xfrm>
        </p:grpSpPr>
        <p:grpSp>
          <p:nvGrpSpPr>
            <p:cNvPr id="36" name="Gruppo 35">
              <a:extLst>
                <a:ext uri="{FF2B5EF4-FFF2-40B4-BE49-F238E27FC236}">
                  <a16:creationId xmlns:a16="http://schemas.microsoft.com/office/drawing/2014/main" id="{4CE9EA22-2FFB-7788-6215-15E5F6C65D05}"/>
                </a:ext>
              </a:extLst>
            </p:cNvPr>
            <p:cNvGrpSpPr/>
            <p:nvPr/>
          </p:nvGrpSpPr>
          <p:grpSpPr>
            <a:xfrm>
              <a:off x="2631792" y="4455516"/>
              <a:ext cx="1055127" cy="1055127"/>
              <a:chOff x="2625190" y="4674998"/>
              <a:chExt cx="1055127" cy="1055127"/>
            </a:xfrm>
          </p:grpSpPr>
          <p:sp>
            <p:nvSpPr>
              <p:cNvPr id="34" name="Figura a mano libera: forma 33">
                <a:extLst>
                  <a:ext uri="{FF2B5EF4-FFF2-40B4-BE49-F238E27FC236}">
                    <a16:creationId xmlns:a16="http://schemas.microsoft.com/office/drawing/2014/main" id="{376810AC-3C47-427F-1AB8-50AC5DED8A9A}"/>
                  </a:ext>
                </a:extLst>
              </p:cNvPr>
              <p:cNvSpPr/>
              <p:nvPr/>
            </p:nvSpPr>
            <p:spPr>
              <a:xfrm>
                <a:off x="2692381" y="4765697"/>
                <a:ext cx="920628" cy="873614"/>
              </a:xfrm>
              <a:custGeom>
                <a:avLst/>
                <a:gdLst>
                  <a:gd name="csX0" fmla="*/ 426730 w 920628"/>
                  <a:gd name="csY0" fmla="*/ 24927 h 873614"/>
                  <a:gd name="csX1" fmla="*/ 515552 w 920628"/>
                  <a:gd name="csY1" fmla="*/ 28756 h 873614"/>
                  <a:gd name="csX2" fmla="*/ 534501 w 920628"/>
                  <a:gd name="csY2" fmla="*/ 7713 h 873614"/>
                  <a:gd name="csX3" fmla="*/ 583395 w 920628"/>
                  <a:gd name="csY3" fmla="*/ 17204 h 873614"/>
                  <a:gd name="csX4" fmla="*/ 595046 w 920628"/>
                  <a:gd name="csY4" fmla="*/ 44826 h 873614"/>
                  <a:gd name="csX5" fmla="*/ 689170 w 920628"/>
                  <a:gd name="csY5" fmla="*/ 80269 h 873614"/>
                  <a:gd name="csX6" fmla="*/ 719279 w 920628"/>
                  <a:gd name="csY6" fmla="*/ 67833 h 873614"/>
                  <a:gd name="csX7" fmla="*/ 768337 w 920628"/>
                  <a:gd name="csY7" fmla="*/ 100593 h 873614"/>
                  <a:gd name="csX8" fmla="*/ 767944 w 920628"/>
                  <a:gd name="csY8" fmla="*/ 131946 h 873614"/>
                  <a:gd name="csX9" fmla="*/ 809279 w 920628"/>
                  <a:gd name="csY9" fmla="*/ 171186 h 873614"/>
                  <a:gd name="csX10" fmla="*/ 842824 w 920628"/>
                  <a:gd name="csY10" fmla="*/ 170106 h 873614"/>
                  <a:gd name="csX11" fmla="*/ 871395 w 920628"/>
                  <a:gd name="csY11" fmla="*/ 207055 h 873614"/>
                  <a:gd name="csX12" fmla="*/ 858861 w 920628"/>
                  <a:gd name="csY12" fmla="*/ 248749 h 873614"/>
                  <a:gd name="csX13" fmla="*/ 888217 w 920628"/>
                  <a:gd name="csY13" fmla="*/ 334135 h 873614"/>
                  <a:gd name="csX14" fmla="*/ 919701 w 920628"/>
                  <a:gd name="csY14" fmla="*/ 376418 h 873614"/>
                  <a:gd name="csX15" fmla="*/ 880919 w 920628"/>
                  <a:gd name="csY15" fmla="*/ 406462 h 873614"/>
                  <a:gd name="csX16" fmla="*/ 846392 w 920628"/>
                  <a:gd name="csY16" fmla="*/ 463866 h 873614"/>
                  <a:gd name="csX17" fmla="*/ 847963 w 920628"/>
                  <a:gd name="csY17" fmla="*/ 507687 h 873614"/>
                  <a:gd name="csX18" fmla="*/ 819555 w 920628"/>
                  <a:gd name="csY18" fmla="*/ 528338 h 873614"/>
                  <a:gd name="csX19" fmla="*/ 808788 w 920628"/>
                  <a:gd name="csY19" fmla="*/ 573633 h 873614"/>
                  <a:gd name="csX20" fmla="*/ 822075 w 920628"/>
                  <a:gd name="csY20" fmla="*/ 596738 h 873614"/>
                  <a:gd name="csX21" fmla="*/ 778810 w 920628"/>
                  <a:gd name="csY21" fmla="*/ 636633 h 873614"/>
                  <a:gd name="csX22" fmla="*/ 756523 w 920628"/>
                  <a:gd name="csY22" fmla="*/ 625800 h 873614"/>
                  <a:gd name="csX23" fmla="*/ 663577 w 920628"/>
                  <a:gd name="csY23" fmla="*/ 657087 h 873614"/>
                  <a:gd name="csX24" fmla="*/ 658144 w 920628"/>
                  <a:gd name="csY24" fmla="*/ 671291 h 873614"/>
                  <a:gd name="csX25" fmla="*/ 645315 w 920628"/>
                  <a:gd name="csY25" fmla="*/ 691189 h 873614"/>
                  <a:gd name="csX26" fmla="*/ 651141 w 920628"/>
                  <a:gd name="csY26" fmla="*/ 721691 h 873614"/>
                  <a:gd name="csX27" fmla="*/ 676570 w 920628"/>
                  <a:gd name="csY27" fmla="*/ 748527 h 873614"/>
                  <a:gd name="csX28" fmla="*/ 670155 w 920628"/>
                  <a:gd name="csY28" fmla="*/ 784789 h 873614"/>
                  <a:gd name="csX29" fmla="*/ 624010 w 920628"/>
                  <a:gd name="csY29" fmla="*/ 797553 h 873614"/>
                  <a:gd name="csX30" fmla="*/ 600152 w 920628"/>
                  <a:gd name="csY30" fmla="*/ 823047 h 873614"/>
                  <a:gd name="csX31" fmla="*/ 601101 w 920628"/>
                  <a:gd name="csY31" fmla="*/ 840786 h 873614"/>
                  <a:gd name="csX32" fmla="*/ 532243 w 920628"/>
                  <a:gd name="csY32" fmla="*/ 830280 h 873614"/>
                  <a:gd name="csX33" fmla="*/ 545890 w 920628"/>
                  <a:gd name="csY33" fmla="*/ 807371 h 873614"/>
                  <a:gd name="csX34" fmla="*/ 494246 w 920628"/>
                  <a:gd name="csY34" fmla="*/ 621644 h 873614"/>
                  <a:gd name="csX35" fmla="*/ 447479 w 920628"/>
                  <a:gd name="csY35" fmla="*/ 594742 h 873614"/>
                  <a:gd name="csX36" fmla="*/ 372828 w 920628"/>
                  <a:gd name="csY36" fmla="*/ 611138 h 873614"/>
                  <a:gd name="csX37" fmla="*/ 333752 w 920628"/>
                  <a:gd name="csY37" fmla="*/ 640069 h 873614"/>
                  <a:gd name="csX38" fmla="*/ 295428 w 920628"/>
                  <a:gd name="csY38" fmla="*/ 593040 h 873614"/>
                  <a:gd name="csX39" fmla="*/ 252752 w 920628"/>
                  <a:gd name="csY39" fmla="*/ 560673 h 873614"/>
                  <a:gd name="csX40" fmla="*/ 231413 w 920628"/>
                  <a:gd name="csY40" fmla="*/ 565484 h 873614"/>
                  <a:gd name="csX41" fmla="*/ 196493 w 920628"/>
                  <a:gd name="csY41" fmla="*/ 513676 h 873614"/>
                  <a:gd name="csX42" fmla="*/ 85613 w 920628"/>
                  <a:gd name="csY42" fmla="*/ 426327 h 873614"/>
                  <a:gd name="csX43" fmla="*/ 24184 w 920628"/>
                  <a:gd name="csY43" fmla="*/ 395989 h 873614"/>
                  <a:gd name="csX44" fmla="*/ 45130 w 920628"/>
                  <a:gd name="csY44" fmla="*/ 354491 h 873614"/>
                  <a:gd name="csX45" fmla="*/ 36130 w 920628"/>
                  <a:gd name="csY45" fmla="*/ 287760 h 873614"/>
                  <a:gd name="csX46" fmla="*/ 13613 w 920628"/>
                  <a:gd name="csY46" fmla="*/ 275946 h 873614"/>
                  <a:gd name="csX47" fmla="*/ 66173 w 920628"/>
                  <a:gd name="csY47" fmla="*/ 210458 h 873614"/>
                  <a:gd name="csX48" fmla="*/ 183173 w 920628"/>
                  <a:gd name="csY48" fmla="*/ 108480 h 873614"/>
                  <a:gd name="csX49" fmla="*/ 250624 w 920628"/>
                  <a:gd name="csY49" fmla="*/ 45480 h 873614"/>
                  <a:gd name="csX50" fmla="*/ 276348 w 920628"/>
                  <a:gd name="csY50" fmla="*/ 60862 h 873614"/>
                  <a:gd name="csX51" fmla="*/ 355286 w 920628"/>
                  <a:gd name="csY51" fmla="*/ 35531 h 873614"/>
                  <a:gd name="csX52" fmla="*/ 367035 w 920628"/>
                  <a:gd name="csY52" fmla="*/ 10495 h 873614"/>
                  <a:gd name="csX53" fmla="*/ 426664 w 920628"/>
                  <a:gd name="csY53" fmla="*/ 24895 h 873614"/>
                  <a:gd name="csX54" fmla="*/ 405359 w 920628"/>
                  <a:gd name="csY54" fmla="*/ 37004 h 873614"/>
                  <a:gd name="csX55" fmla="*/ 393283 w 920628"/>
                  <a:gd name="csY55" fmla="*/ 24927 h 873614"/>
                  <a:gd name="csX56" fmla="*/ 381206 w 920628"/>
                  <a:gd name="csY56" fmla="*/ 37004 h 873614"/>
                  <a:gd name="csX57" fmla="*/ 393283 w 920628"/>
                  <a:gd name="csY57" fmla="*/ 49080 h 873614"/>
                  <a:gd name="csX58" fmla="*/ 405359 w 920628"/>
                  <a:gd name="csY58" fmla="*/ 37004 h 873614"/>
                  <a:gd name="csX59" fmla="*/ 566999 w 920628"/>
                  <a:gd name="csY59" fmla="*/ 41356 h 873614"/>
                  <a:gd name="csX60" fmla="*/ 553417 w 920628"/>
                  <a:gd name="csY60" fmla="*/ 27775 h 873614"/>
                  <a:gd name="csX61" fmla="*/ 539835 w 920628"/>
                  <a:gd name="csY61" fmla="*/ 41356 h 873614"/>
                  <a:gd name="csX62" fmla="*/ 553417 w 920628"/>
                  <a:gd name="csY62" fmla="*/ 54938 h 873614"/>
                  <a:gd name="csX63" fmla="*/ 566999 w 920628"/>
                  <a:gd name="csY63" fmla="*/ 41356 h 873614"/>
                  <a:gd name="csX64" fmla="*/ 517875 w 920628"/>
                  <a:gd name="csY64" fmla="*/ 51633 h 873614"/>
                  <a:gd name="csX65" fmla="*/ 436057 w 920628"/>
                  <a:gd name="csY65" fmla="*/ 51633 h 873614"/>
                  <a:gd name="csX66" fmla="*/ 522686 w 920628"/>
                  <a:gd name="csY66" fmla="*/ 116989 h 873614"/>
                  <a:gd name="csX67" fmla="*/ 537774 w 920628"/>
                  <a:gd name="csY67" fmla="*/ 79320 h 873614"/>
                  <a:gd name="csX68" fmla="*/ 522883 w 920628"/>
                  <a:gd name="csY68" fmla="*/ 64560 h 873614"/>
                  <a:gd name="csX69" fmla="*/ 517875 w 920628"/>
                  <a:gd name="csY69" fmla="*/ 51633 h 873614"/>
                  <a:gd name="csX70" fmla="*/ 301352 w 920628"/>
                  <a:gd name="csY70" fmla="*/ 175440 h 873614"/>
                  <a:gd name="csX71" fmla="*/ 364024 w 920628"/>
                  <a:gd name="csY71" fmla="*/ 58178 h 873614"/>
                  <a:gd name="csX72" fmla="*/ 276086 w 920628"/>
                  <a:gd name="csY72" fmla="*/ 84786 h 873614"/>
                  <a:gd name="csX73" fmla="*/ 260770 w 920628"/>
                  <a:gd name="csY73" fmla="*/ 127167 h 873614"/>
                  <a:gd name="csX74" fmla="*/ 282730 w 920628"/>
                  <a:gd name="csY74" fmla="*/ 175440 h 873614"/>
                  <a:gd name="csX75" fmla="*/ 301352 w 920628"/>
                  <a:gd name="csY75" fmla="*/ 175440 h 873614"/>
                  <a:gd name="csX76" fmla="*/ 251279 w 920628"/>
                  <a:gd name="csY76" fmla="*/ 87993 h 873614"/>
                  <a:gd name="csX77" fmla="*/ 227846 w 920628"/>
                  <a:gd name="csY77" fmla="*/ 64560 h 873614"/>
                  <a:gd name="csX78" fmla="*/ 204413 w 920628"/>
                  <a:gd name="csY78" fmla="*/ 87993 h 873614"/>
                  <a:gd name="csX79" fmla="*/ 227846 w 920628"/>
                  <a:gd name="csY79" fmla="*/ 111426 h 873614"/>
                  <a:gd name="csX80" fmla="*/ 251279 w 920628"/>
                  <a:gd name="csY80" fmla="*/ 87993 h 873614"/>
                  <a:gd name="csX81" fmla="*/ 504032 w 920628"/>
                  <a:gd name="csY81" fmla="*/ 152400 h 873614"/>
                  <a:gd name="csX82" fmla="*/ 506552 w 920628"/>
                  <a:gd name="csY82" fmla="*/ 136789 h 873614"/>
                  <a:gd name="csX83" fmla="*/ 412068 w 920628"/>
                  <a:gd name="csY83" fmla="*/ 68716 h 873614"/>
                  <a:gd name="csX84" fmla="*/ 384283 w 920628"/>
                  <a:gd name="csY84" fmla="*/ 75164 h 873614"/>
                  <a:gd name="csX85" fmla="*/ 322003 w 920628"/>
                  <a:gd name="csY85" fmla="*/ 190266 h 873614"/>
                  <a:gd name="csX86" fmla="*/ 332246 w 920628"/>
                  <a:gd name="csY86" fmla="*/ 198186 h 873614"/>
                  <a:gd name="csX87" fmla="*/ 503999 w 920628"/>
                  <a:gd name="csY87" fmla="*/ 152400 h 873614"/>
                  <a:gd name="csX88" fmla="*/ 674933 w 920628"/>
                  <a:gd name="csY88" fmla="*/ 100756 h 873614"/>
                  <a:gd name="csX89" fmla="*/ 587977 w 920628"/>
                  <a:gd name="csY89" fmla="*/ 68029 h 873614"/>
                  <a:gd name="csX90" fmla="*/ 564283 w 920628"/>
                  <a:gd name="csY90" fmla="*/ 111589 h 873614"/>
                  <a:gd name="csX91" fmla="*/ 582217 w 920628"/>
                  <a:gd name="csY91" fmla="*/ 130440 h 873614"/>
                  <a:gd name="csX92" fmla="*/ 670188 w 920628"/>
                  <a:gd name="csY92" fmla="*/ 107367 h 873614"/>
                  <a:gd name="csX93" fmla="*/ 674966 w 920628"/>
                  <a:gd name="csY93" fmla="*/ 100789 h 873614"/>
                  <a:gd name="csX94" fmla="*/ 745952 w 920628"/>
                  <a:gd name="csY94" fmla="*/ 116367 h 873614"/>
                  <a:gd name="csX95" fmla="*/ 722813 w 920628"/>
                  <a:gd name="csY95" fmla="*/ 93229 h 873614"/>
                  <a:gd name="csX96" fmla="*/ 699675 w 920628"/>
                  <a:gd name="csY96" fmla="*/ 116367 h 873614"/>
                  <a:gd name="csX97" fmla="*/ 722813 w 920628"/>
                  <a:gd name="csY97" fmla="*/ 139506 h 873614"/>
                  <a:gd name="csX98" fmla="*/ 745952 w 920628"/>
                  <a:gd name="csY98" fmla="*/ 116367 h 873614"/>
                  <a:gd name="csX99" fmla="*/ 82635 w 920628"/>
                  <a:gd name="csY99" fmla="*/ 231633 h 873614"/>
                  <a:gd name="csX100" fmla="*/ 239824 w 920628"/>
                  <a:gd name="csY100" fmla="*/ 217036 h 873614"/>
                  <a:gd name="csX101" fmla="*/ 255730 w 920628"/>
                  <a:gd name="csY101" fmla="*/ 184244 h 873614"/>
                  <a:gd name="csX102" fmla="*/ 238090 w 920628"/>
                  <a:gd name="csY102" fmla="*/ 139931 h 873614"/>
                  <a:gd name="csX103" fmla="*/ 198195 w 920628"/>
                  <a:gd name="csY103" fmla="*/ 129229 h 873614"/>
                  <a:gd name="csX104" fmla="*/ 102173 w 920628"/>
                  <a:gd name="csY104" fmla="*/ 210295 h 873614"/>
                  <a:gd name="csX105" fmla="*/ 82635 w 920628"/>
                  <a:gd name="csY105" fmla="*/ 231633 h 873614"/>
                  <a:gd name="csX106" fmla="*/ 678043 w 920628"/>
                  <a:gd name="csY106" fmla="*/ 130244 h 873614"/>
                  <a:gd name="csX107" fmla="*/ 592330 w 920628"/>
                  <a:gd name="csY107" fmla="*/ 153087 h 873614"/>
                  <a:gd name="csX108" fmla="*/ 586963 w 920628"/>
                  <a:gd name="csY108" fmla="*/ 164149 h 873614"/>
                  <a:gd name="csX109" fmla="*/ 676537 w 920628"/>
                  <a:gd name="csY109" fmla="*/ 228229 h 873614"/>
                  <a:gd name="csX110" fmla="*/ 697483 w 920628"/>
                  <a:gd name="csY110" fmla="*/ 221455 h 873614"/>
                  <a:gd name="csX111" fmla="*/ 701246 w 920628"/>
                  <a:gd name="csY111" fmla="*/ 184309 h 873614"/>
                  <a:gd name="csX112" fmla="*/ 701181 w 920628"/>
                  <a:gd name="csY112" fmla="*/ 158651 h 873614"/>
                  <a:gd name="csX113" fmla="*/ 678043 w 920628"/>
                  <a:gd name="csY113" fmla="*/ 130211 h 873614"/>
                  <a:gd name="csX114" fmla="*/ 564479 w 920628"/>
                  <a:gd name="csY114" fmla="*/ 152466 h 873614"/>
                  <a:gd name="csX115" fmla="*/ 547592 w 920628"/>
                  <a:gd name="csY115" fmla="*/ 135578 h 873614"/>
                  <a:gd name="csX116" fmla="*/ 530704 w 920628"/>
                  <a:gd name="csY116" fmla="*/ 152466 h 873614"/>
                  <a:gd name="csX117" fmla="*/ 547592 w 920628"/>
                  <a:gd name="csY117" fmla="*/ 169353 h 873614"/>
                  <a:gd name="csX118" fmla="*/ 564479 w 920628"/>
                  <a:gd name="csY118" fmla="*/ 152466 h 873614"/>
                  <a:gd name="csX119" fmla="*/ 727755 w 920628"/>
                  <a:gd name="csY119" fmla="*/ 163331 h 873614"/>
                  <a:gd name="csX120" fmla="*/ 721864 w 920628"/>
                  <a:gd name="csY120" fmla="*/ 220407 h 873614"/>
                  <a:gd name="csX121" fmla="*/ 744512 w 920628"/>
                  <a:gd name="csY121" fmla="*/ 234447 h 873614"/>
                  <a:gd name="csX122" fmla="*/ 794519 w 920628"/>
                  <a:gd name="csY122" fmla="*/ 189120 h 873614"/>
                  <a:gd name="csX123" fmla="*/ 759795 w 920628"/>
                  <a:gd name="csY123" fmla="*/ 158127 h 873614"/>
                  <a:gd name="csX124" fmla="*/ 751941 w 920628"/>
                  <a:gd name="csY124" fmla="*/ 154266 h 873614"/>
                  <a:gd name="csX125" fmla="*/ 727755 w 920628"/>
                  <a:gd name="csY125" fmla="*/ 163331 h 873614"/>
                  <a:gd name="csX126" fmla="*/ 530606 w 920628"/>
                  <a:gd name="csY126" fmla="*/ 189447 h 873614"/>
                  <a:gd name="csX127" fmla="*/ 512246 w 920628"/>
                  <a:gd name="csY127" fmla="*/ 176455 h 873614"/>
                  <a:gd name="csX128" fmla="*/ 339152 w 920628"/>
                  <a:gd name="csY128" fmla="*/ 221487 h 873614"/>
                  <a:gd name="csX129" fmla="*/ 334603 w 920628"/>
                  <a:gd name="csY129" fmla="*/ 228327 h 873614"/>
                  <a:gd name="csX130" fmla="*/ 473235 w 920628"/>
                  <a:gd name="csY130" fmla="*/ 280069 h 873614"/>
                  <a:gd name="csX131" fmla="*/ 520526 w 920628"/>
                  <a:gd name="csY131" fmla="*/ 253953 h 873614"/>
                  <a:gd name="csX132" fmla="*/ 530573 w 920628"/>
                  <a:gd name="csY132" fmla="*/ 189480 h 873614"/>
                  <a:gd name="csX133" fmla="*/ 554366 w 920628"/>
                  <a:gd name="csY133" fmla="*/ 192851 h 873614"/>
                  <a:gd name="csX134" fmla="*/ 545137 w 920628"/>
                  <a:gd name="csY134" fmla="*/ 256407 h 873614"/>
                  <a:gd name="csX135" fmla="*/ 563824 w 920628"/>
                  <a:gd name="csY135" fmla="*/ 269171 h 873614"/>
                  <a:gd name="csX136" fmla="*/ 579893 w 920628"/>
                  <a:gd name="csY136" fmla="*/ 288938 h 873614"/>
                  <a:gd name="csX137" fmla="*/ 656999 w 920628"/>
                  <a:gd name="csY137" fmla="*/ 270971 h 873614"/>
                  <a:gd name="csX138" fmla="*/ 661744 w 920628"/>
                  <a:gd name="csY138" fmla="*/ 252644 h 873614"/>
                  <a:gd name="csX139" fmla="*/ 576653 w 920628"/>
                  <a:gd name="csY139" fmla="*/ 187353 h 873614"/>
                  <a:gd name="csX140" fmla="*/ 554399 w 920628"/>
                  <a:gd name="csY140" fmla="*/ 192884 h 873614"/>
                  <a:gd name="csX141" fmla="*/ 845934 w 920628"/>
                  <a:gd name="csY141" fmla="*/ 207611 h 873614"/>
                  <a:gd name="csX142" fmla="*/ 832221 w 920628"/>
                  <a:gd name="csY142" fmla="*/ 193898 h 873614"/>
                  <a:gd name="csX143" fmla="*/ 818508 w 920628"/>
                  <a:gd name="csY143" fmla="*/ 207611 h 873614"/>
                  <a:gd name="csX144" fmla="*/ 832221 w 920628"/>
                  <a:gd name="csY144" fmla="*/ 221324 h 873614"/>
                  <a:gd name="csX145" fmla="*/ 845934 w 920628"/>
                  <a:gd name="csY145" fmla="*/ 207611 h 873614"/>
                  <a:gd name="csX146" fmla="*/ 309468 w 920628"/>
                  <a:gd name="csY146" fmla="*/ 222895 h 873614"/>
                  <a:gd name="csX147" fmla="*/ 287672 w 920628"/>
                  <a:gd name="csY147" fmla="*/ 201098 h 873614"/>
                  <a:gd name="csX148" fmla="*/ 265875 w 920628"/>
                  <a:gd name="csY148" fmla="*/ 222895 h 873614"/>
                  <a:gd name="csX149" fmla="*/ 287672 w 920628"/>
                  <a:gd name="csY149" fmla="*/ 244691 h 873614"/>
                  <a:gd name="csX150" fmla="*/ 309468 w 920628"/>
                  <a:gd name="csY150" fmla="*/ 222895 h 873614"/>
                  <a:gd name="csX151" fmla="*/ 58810 w 920628"/>
                  <a:gd name="csY151" fmla="*/ 245509 h 873614"/>
                  <a:gd name="csX152" fmla="*/ 42152 w 920628"/>
                  <a:gd name="csY152" fmla="*/ 228851 h 873614"/>
                  <a:gd name="csX153" fmla="*/ 25493 w 920628"/>
                  <a:gd name="csY153" fmla="*/ 245509 h 873614"/>
                  <a:gd name="csX154" fmla="*/ 42152 w 920628"/>
                  <a:gd name="csY154" fmla="*/ 262167 h 873614"/>
                  <a:gd name="csX155" fmla="*/ 58810 w 920628"/>
                  <a:gd name="csY155" fmla="*/ 245509 h 873614"/>
                  <a:gd name="csX156" fmla="*/ 864752 w 920628"/>
                  <a:gd name="csY156" fmla="*/ 349418 h 873614"/>
                  <a:gd name="csX157" fmla="*/ 832024 w 920628"/>
                  <a:gd name="csY157" fmla="*/ 246360 h 873614"/>
                  <a:gd name="csX158" fmla="*/ 801752 w 920628"/>
                  <a:gd name="csY158" fmla="*/ 235331 h 873614"/>
                  <a:gd name="csX159" fmla="*/ 753381 w 920628"/>
                  <a:gd name="csY159" fmla="*/ 282295 h 873614"/>
                  <a:gd name="csX160" fmla="*/ 864784 w 920628"/>
                  <a:gd name="csY160" fmla="*/ 349418 h 873614"/>
                  <a:gd name="csX161" fmla="*/ 245552 w 920628"/>
                  <a:gd name="csY161" fmla="*/ 242106 h 873614"/>
                  <a:gd name="csX162" fmla="*/ 82603 w 920628"/>
                  <a:gd name="csY162" fmla="*/ 256146 h 873614"/>
                  <a:gd name="csX163" fmla="*/ 185104 w 920628"/>
                  <a:gd name="csY163" fmla="*/ 319473 h 873614"/>
                  <a:gd name="csX164" fmla="*/ 231577 w 920628"/>
                  <a:gd name="csY164" fmla="*/ 303666 h 873614"/>
                  <a:gd name="csX165" fmla="*/ 255566 w 920628"/>
                  <a:gd name="csY165" fmla="*/ 258796 h 873614"/>
                  <a:gd name="csX166" fmla="*/ 245584 w 920628"/>
                  <a:gd name="csY166" fmla="*/ 242073 h 873614"/>
                  <a:gd name="csX167" fmla="*/ 727886 w 920628"/>
                  <a:gd name="csY167" fmla="*/ 266062 h 873614"/>
                  <a:gd name="csX168" fmla="*/ 706188 w 920628"/>
                  <a:gd name="csY168" fmla="*/ 244364 h 873614"/>
                  <a:gd name="csX169" fmla="*/ 684490 w 920628"/>
                  <a:gd name="csY169" fmla="*/ 266062 h 873614"/>
                  <a:gd name="csX170" fmla="*/ 706188 w 920628"/>
                  <a:gd name="csY170" fmla="*/ 287760 h 873614"/>
                  <a:gd name="csX171" fmla="*/ 727886 w 920628"/>
                  <a:gd name="csY171" fmla="*/ 266062 h 873614"/>
                  <a:gd name="csX172" fmla="*/ 465086 w 920628"/>
                  <a:gd name="csY172" fmla="*/ 304058 h 873614"/>
                  <a:gd name="csX173" fmla="*/ 321512 w 920628"/>
                  <a:gd name="csY173" fmla="*/ 251302 h 873614"/>
                  <a:gd name="csX174" fmla="*/ 372501 w 920628"/>
                  <a:gd name="csY174" fmla="*/ 355440 h 873614"/>
                  <a:gd name="csX175" fmla="*/ 421919 w 920628"/>
                  <a:gd name="csY175" fmla="*/ 368662 h 873614"/>
                  <a:gd name="csX176" fmla="*/ 467312 w 920628"/>
                  <a:gd name="csY176" fmla="*/ 336327 h 873614"/>
                  <a:gd name="csX177" fmla="*/ 465053 w 920628"/>
                  <a:gd name="csY177" fmla="*/ 304026 h 873614"/>
                  <a:gd name="csX178" fmla="*/ 301352 w 920628"/>
                  <a:gd name="csY178" fmla="*/ 268189 h 873614"/>
                  <a:gd name="csX179" fmla="*/ 253210 w 920628"/>
                  <a:gd name="csY179" fmla="*/ 320946 h 873614"/>
                  <a:gd name="csX180" fmla="*/ 272421 w 920628"/>
                  <a:gd name="csY180" fmla="*/ 360873 h 873614"/>
                  <a:gd name="csX181" fmla="*/ 332508 w 920628"/>
                  <a:gd name="csY181" fmla="*/ 381524 h 873614"/>
                  <a:gd name="csX182" fmla="*/ 347170 w 920628"/>
                  <a:gd name="csY182" fmla="*/ 364767 h 873614"/>
                  <a:gd name="csX183" fmla="*/ 301352 w 920628"/>
                  <a:gd name="csY183" fmla="*/ 268156 h 873614"/>
                  <a:gd name="csX184" fmla="*/ 68301 w 920628"/>
                  <a:gd name="csY184" fmla="*/ 277746 h 873614"/>
                  <a:gd name="csX185" fmla="*/ 59988 w 920628"/>
                  <a:gd name="csY185" fmla="*/ 288644 h 873614"/>
                  <a:gd name="csX186" fmla="*/ 72883 w 920628"/>
                  <a:gd name="csY186" fmla="*/ 354262 h 873614"/>
                  <a:gd name="csX187" fmla="*/ 97232 w 920628"/>
                  <a:gd name="csY187" fmla="*/ 371149 h 873614"/>
                  <a:gd name="csX188" fmla="*/ 169526 w 920628"/>
                  <a:gd name="csY188" fmla="*/ 352920 h 873614"/>
                  <a:gd name="csX189" fmla="*/ 167726 w 920628"/>
                  <a:gd name="csY189" fmla="*/ 337996 h 873614"/>
                  <a:gd name="csX190" fmla="*/ 68333 w 920628"/>
                  <a:gd name="csY190" fmla="*/ 277778 h 873614"/>
                  <a:gd name="csX191" fmla="*/ 559799 w 920628"/>
                  <a:gd name="csY191" fmla="*/ 314793 h 873614"/>
                  <a:gd name="csX192" fmla="*/ 524781 w 920628"/>
                  <a:gd name="csY192" fmla="*/ 279775 h 873614"/>
                  <a:gd name="csX193" fmla="*/ 489763 w 920628"/>
                  <a:gd name="csY193" fmla="*/ 314793 h 873614"/>
                  <a:gd name="csX194" fmla="*/ 524781 w 920628"/>
                  <a:gd name="csY194" fmla="*/ 349811 h 873614"/>
                  <a:gd name="csX195" fmla="*/ 559799 w 920628"/>
                  <a:gd name="csY195" fmla="*/ 314793 h 873614"/>
                  <a:gd name="csX196" fmla="*/ 671694 w 920628"/>
                  <a:gd name="csY196" fmla="*/ 297120 h 873614"/>
                  <a:gd name="csX197" fmla="*/ 583657 w 920628"/>
                  <a:gd name="csY197" fmla="*/ 313778 h 873614"/>
                  <a:gd name="csX198" fmla="*/ 571777 w 920628"/>
                  <a:gd name="csY198" fmla="*/ 356062 h 873614"/>
                  <a:gd name="csX199" fmla="*/ 627970 w 920628"/>
                  <a:gd name="csY199" fmla="*/ 424167 h 873614"/>
                  <a:gd name="csX200" fmla="*/ 638999 w 920628"/>
                  <a:gd name="csY200" fmla="*/ 419029 h 873614"/>
                  <a:gd name="csX201" fmla="*/ 671694 w 920628"/>
                  <a:gd name="csY201" fmla="*/ 297153 h 873614"/>
                  <a:gd name="csX202" fmla="*/ 848388 w 920628"/>
                  <a:gd name="csY202" fmla="*/ 372327 h 873614"/>
                  <a:gd name="csX203" fmla="*/ 740388 w 920628"/>
                  <a:gd name="csY203" fmla="*/ 302095 h 873614"/>
                  <a:gd name="csX204" fmla="*/ 691330 w 920628"/>
                  <a:gd name="csY204" fmla="*/ 310178 h 873614"/>
                  <a:gd name="csX205" fmla="*/ 661613 w 920628"/>
                  <a:gd name="csY205" fmla="*/ 429109 h 873614"/>
                  <a:gd name="csX206" fmla="*/ 675064 w 920628"/>
                  <a:gd name="csY206" fmla="*/ 436309 h 873614"/>
                  <a:gd name="csX207" fmla="*/ 848355 w 920628"/>
                  <a:gd name="csY207" fmla="*/ 372327 h 873614"/>
                  <a:gd name="csX208" fmla="*/ 243195 w 920628"/>
                  <a:gd name="csY208" fmla="*/ 355964 h 873614"/>
                  <a:gd name="csX209" fmla="*/ 219010 w 920628"/>
                  <a:gd name="csY209" fmla="*/ 331778 h 873614"/>
                  <a:gd name="csX210" fmla="*/ 194824 w 920628"/>
                  <a:gd name="csY210" fmla="*/ 355964 h 873614"/>
                  <a:gd name="csX211" fmla="*/ 219010 w 920628"/>
                  <a:gd name="csY211" fmla="*/ 380149 h 873614"/>
                  <a:gd name="csX212" fmla="*/ 243195 w 920628"/>
                  <a:gd name="csY212" fmla="*/ 355964 h 873614"/>
                  <a:gd name="csX213" fmla="*/ 606239 w 920628"/>
                  <a:gd name="csY213" fmla="*/ 441055 h 873614"/>
                  <a:gd name="csX214" fmla="*/ 551748 w 920628"/>
                  <a:gd name="csY214" fmla="*/ 369447 h 873614"/>
                  <a:gd name="csX215" fmla="*/ 520461 w 920628"/>
                  <a:gd name="csY215" fmla="*/ 374946 h 873614"/>
                  <a:gd name="csX216" fmla="*/ 480501 w 920628"/>
                  <a:gd name="csY216" fmla="*/ 359171 h 873614"/>
                  <a:gd name="csX217" fmla="*/ 439133 w 920628"/>
                  <a:gd name="csY217" fmla="*/ 387709 h 873614"/>
                  <a:gd name="csX218" fmla="*/ 444763 w 920628"/>
                  <a:gd name="csY218" fmla="*/ 411796 h 873614"/>
                  <a:gd name="csX219" fmla="*/ 606239 w 920628"/>
                  <a:gd name="csY219" fmla="*/ 441055 h 873614"/>
                  <a:gd name="csX220" fmla="*/ 76941 w 920628"/>
                  <a:gd name="csY220" fmla="*/ 391604 h 873614"/>
                  <a:gd name="csX221" fmla="*/ 63392 w 920628"/>
                  <a:gd name="csY221" fmla="*/ 378055 h 873614"/>
                  <a:gd name="csX222" fmla="*/ 49843 w 920628"/>
                  <a:gd name="csY222" fmla="*/ 391604 h 873614"/>
                  <a:gd name="csX223" fmla="*/ 63392 w 920628"/>
                  <a:gd name="csY223" fmla="*/ 405153 h 873614"/>
                  <a:gd name="csX224" fmla="*/ 76941 w 920628"/>
                  <a:gd name="csY224" fmla="*/ 391604 h 873614"/>
                  <a:gd name="csX225" fmla="*/ 176923 w 920628"/>
                  <a:gd name="csY225" fmla="*/ 379331 h 873614"/>
                  <a:gd name="csX226" fmla="*/ 108719 w 920628"/>
                  <a:gd name="csY226" fmla="*/ 393567 h 873614"/>
                  <a:gd name="csX227" fmla="*/ 99097 w 920628"/>
                  <a:gd name="csY227" fmla="*/ 403189 h 873614"/>
                  <a:gd name="csX228" fmla="*/ 216752 w 920628"/>
                  <a:gd name="csY228" fmla="*/ 496691 h 873614"/>
                  <a:gd name="csX229" fmla="*/ 209683 w 920628"/>
                  <a:gd name="csY229" fmla="*/ 407247 h 873614"/>
                  <a:gd name="csX230" fmla="*/ 188901 w 920628"/>
                  <a:gd name="csY230" fmla="*/ 395302 h 873614"/>
                  <a:gd name="csX231" fmla="*/ 176923 w 920628"/>
                  <a:gd name="csY231" fmla="*/ 379331 h 873614"/>
                  <a:gd name="csX232" fmla="*/ 417959 w 920628"/>
                  <a:gd name="csY232" fmla="*/ 412615 h 873614"/>
                  <a:gd name="csX233" fmla="*/ 383988 w 920628"/>
                  <a:gd name="csY233" fmla="*/ 378644 h 873614"/>
                  <a:gd name="csX234" fmla="*/ 350017 w 920628"/>
                  <a:gd name="csY234" fmla="*/ 412615 h 873614"/>
                  <a:gd name="csX235" fmla="*/ 383988 w 920628"/>
                  <a:gd name="csY235" fmla="*/ 446586 h 873614"/>
                  <a:gd name="csX236" fmla="*/ 417959 w 920628"/>
                  <a:gd name="csY236" fmla="*/ 412615 h 873614"/>
                  <a:gd name="csX237" fmla="*/ 324326 w 920628"/>
                  <a:gd name="csY237" fmla="*/ 405546 h 873614"/>
                  <a:gd name="csX238" fmla="*/ 260901 w 920628"/>
                  <a:gd name="csY238" fmla="*/ 383258 h 873614"/>
                  <a:gd name="csX239" fmla="*/ 238090 w 920628"/>
                  <a:gd name="csY239" fmla="*/ 401815 h 873614"/>
                  <a:gd name="csX240" fmla="*/ 239628 w 920628"/>
                  <a:gd name="csY240" fmla="*/ 478789 h 873614"/>
                  <a:gd name="csX241" fmla="*/ 255959 w 920628"/>
                  <a:gd name="csY241" fmla="*/ 495087 h 873614"/>
                  <a:gd name="csX242" fmla="*/ 329792 w 920628"/>
                  <a:gd name="csY242" fmla="*/ 437946 h 873614"/>
                  <a:gd name="csX243" fmla="*/ 324293 w 920628"/>
                  <a:gd name="csY243" fmla="*/ 405546 h 873614"/>
                  <a:gd name="csX244" fmla="*/ 858239 w 920628"/>
                  <a:gd name="csY244" fmla="*/ 395302 h 873614"/>
                  <a:gd name="csX245" fmla="*/ 691363 w 920628"/>
                  <a:gd name="csY245" fmla="*/ 457418 h 873614"/>
                  <a:gd name="csX246" fmla="*/ 774948 w 920628"/>
                  <a:gd name="csY246" fmla="*/ 470607 h 873614"/>
                  <a:gd name="csX247" fmla="*/ 801686 w 920628"/>
                  <a:gd name="csY247" fmla="*/ 458171 h 873614"/>
                  <a:gd name="csX248" fmla="*/ 824759 w 920628"/>
                  <a:gd name="csY248" fmla="*/ 453393 h 873614"/>
                  <a:gd name="csX249" fmla="*/ 858239 w 920628"/>
                  <a:gd name="csY249" fmla="*/ 395269 h 873614"/>
                  <a:gd name="csX250" fmla="*/ 475755 w 920628"/>
                  <a:gd name="csY250" fmla="*/ 525916 h 873614"/>
                  <a:gd name="csX251" fmla="*/ 525468 w 920628"/>
                  <a:gd name="csY251" fmla="*/ 532036 h 873614"/>
                  <a:gd name="csX252" fmla="*/ 602901 w 920628"/>
                  <a:gd name="csY252" fmla="*/ 472178 h 873614"/>
                  <a:gd name="csX253" fmla="*/ 593999 w 920628"/>
                  <a:gd name="csY253" fmla="*/ 464782 h 873614"/>
                  <a:gd name="csX254" fmla="*/ 453632 w 920628"/>
                  <a:gd name="csY254" fmla="*/ 438175 h 873614"/>
                  <a:gd name="csX255" fmla="*/ 427613 w 920628"/>
                  <a:gd name="csY255" fmla="*/ 454375 h 873614"/>
                  <a:gd name="csX256" fmla="*/ 475755 w 920628"/>
                  <a:gd name="csY256" fmla="*/ 525916 h 873614"/>
                  <a:gd name="csX257" fmla="*/ 655494 w 920628"/>
                  <a:gd name="csY257" fmla="*/ 461935 h 873614"/>
                  <a:gd name="csX258" fmla="*/ 640439 w 920628"/>
                  <a:gd name="csY258" fmla="*/ 446880 h 873614"/>
                  <a:gd name="csX259" fmla="*/ 625384 w 920628"/>
                  <a:gd name="csY259" fmla="*/ 461935 h 873614"/>
                  <a:gd name="csX260" fmla="*/ 640439 w 920628"/>
                  <a:gd name="csY260" fmla="*/ 476989 h 873614"/>
                  <a:gd name="csX261" fmla="*/ 655494 w 920628"/>
                  <a:gd name="csY261" fmla="*/ 461935 h 873614"/>
                  <a:gd name="csX262" fmla="*/ 269115 w 920628"/>
                  <a:gd name="csY262" fmla="*/ 522873 h 873614"/>
                  <a:gd name="csX263" fmla="*/ 445024 w 920628"/>
                  <a:gd name="csY263" fmla="*/ 551640 h 873614"/>
                  <a:gd name="csX264" fmla="*/ 454973 w 920628"/>
                  <a:gd name="csY264" fmla="*/ 540316 h 873614"/>
                  <a:gd name="csX265" fmla="*/ 406603 w 920628"/>
                  <a:gd name="csY265" fmla="*/ 468676 h 873614"/>
                  <a:gd name="csX266" fmla="*/ 346057 w 920628"/>
                  <a:gd name="csY266" fmla="*/ 458466 h 873614"/>
                  <a:gd name="csX267" fmla="*/ 271373 w 920628"/>
                  <a:gd name="csY267" fmla="*/ 512924 h 873614"/>
                  <a:gd name="csX268" fmla="*/ 269148 w 920628"/>
                  <a:gd name="csY268" fmla="*/ 522873 h 873614"/>
                  <a:gd name="csX269" fmla="*/ 678239 w 920628"/>
                  <a:gd name="csY269" fmla="*/ 480393 h 873614"/>
                  <a:gd name="csX270" fmla="*/ 769973 w 920628"/>
                  <a:gd name="csY270" fmla="*/ 570524 h 873614"/>
                  <a:gd name="csX271" fmla="*/ 796024 w 920628"/>
                  <a:gd name="csY271" fmla="*/ 521400 h 873614"/>
                  <a:gd name="csX272" fmla="*/ 782835 w 920628"/>
                  <a:gd name="csY272" fmla="*/ 498524 h 873614"/>
                  <a:gd name="csX273" fmla="*/ 678272 w 920628"/>
                  <a:gd name="csY273" fmla="*/ 480393 h 873614"/>
                  <a:gd name="csX274" fmla="*/ 824988 w 920628"/>
                  <a:gd name="csY274" fmla="*/ 480818 h 873614"/>
                  <a:gd name="csX275" fmla="*/ 809115 w 920628"/>
                  <a:gd name="csY275" fmla="*/ 480360 h 873614"/>
                  <a:gd name="csX276" fmla="*/ 814123 w 920628"/>
                  <a:gd name="csY276" fmla="*/ 499964 h 873614"/>
                  <a:gd name="csX277" fmla="*/ 824988 w 920628"/>
                  <a:gd name="csY277" fmla="*/ 480818 h 873614"/>
                  <a:gd name="csX278" fmla="*/ 750239 w 920628"/>
                  <a:gd name="csY278" fmla="*/ 585055 h 873614"/>
                  <a:gd name="csX279" fmla="*/ 659846 w 920628"/>
                  <a:gd name="csY279" fmla="*/ 497509 h 873614"/>
                  <a:gd name="csX280" fmla="*/ 612981 w 920628"/>
                  <a:gd name="csY280" fmla="*/ 498360 h 873614"/>
                  <a:gd name="csX281" fmla="*/ 547199 w 920628"/>
                  <a:gd name="csY281" fmla="*/ 547353 h 873614"/>
                  <a:gd name="csX282" fmla="*/ 549064 w 920628"/>
                  <a:gd name="csY282" fmla="*/ 565353 h 873614"/>
                  <a:gd name="csX283" fmla="*/ 750239 w 920628"/>
                  <a:gd name="csY283" fmla="*/ 585055 h 873614"/>
                  <a:gd name="csX284" fmla="*/ 244177 w 920628"/>
                  <a:gd name="csY284" fmla="*/ 528306 h 873614"/>
                  <a:gd name="csX285" fmla="*/ 232068 w 920628"/>
                  <a:gd name="csY285" fmla="*/ 516196 h 873614"/>
                  <a:gd name="csX286" fmla="*/ 219959 w 920628"/>
                  <a:gd name="csY286" fmla="*/ 528306 h 873614"/>
                  <a:gd name="csX287" fmla="*/ 232068 w 920628"/>
                  <a:gd name="csY287" fmla="*/ 540415 h 873614"/>
                  <a:gd name="csX288" fmla="*/ 244177 w 920628"/>
                  <a:gd name="csY288" fmla="*/ 528306 h 873614"/>
                  <a:gd name="csX289" fmla="*/ 518497 w 920628"/>
                  <a:gd name="csY289" fmla="*/ 571833 h 873614"/>
                  <a:gd name="csX290" fmla="*/ 494312 w 920628"/>
                  <a:gd name="csY290" fmla="*/ 547647 h 873614"/>
                  <a:gd name="csX291" fmla="*/ 470126 w 920628"/>
                  <a:gd name="csY291" fmla="*/ 571833 h 873614"/>
                  <a:gd name="csX292" fmla="*/ 494312 w 920628"/>
                  <a:gd name="csY292" fmla="*/ 596018 h 873614"/>
                  <a:gd name="csX293" fmla="*/ 518497 w 920628"/>
                  <a:gd name="csY293" fmla="*/ 571833 h 873614"/>
                  <a:gd name="csX294" fmla="*/ 422933 w 920628"/>
                  <a:gd name="csY294" fmla="*/ 572029 h 873614"/>
                  <a:gd name="csX295" fmla="*/ 282239 w 920628"/>
                  <a:gd name="csY295" fmla="*/ 549120 h 873614"/>
                  <a:gd name="csX296" fmla="*/ 314737 w 920628"/>
                  <a:gd name="csY296" fmla="*/ 577135 h 873614"/>
                  <a:gd name="csX297" fmla="*/ 354010 w 920628"/>
                  <a:gd name="csY297" fmla="*/ 573895 h 873614"/>
                  <a:gd name="csX298" fmla="*/ 375315 w 920628"/>
                  <a:gd name="csY298" fmla="*/ 585284 h 873614"/>
                  <a:gd name="csX299" fmla="*/ 422933 w 920628"/>
                  <a:gd name="csY299" fmla="*/ 572062 h 873614"/>
                  <a:gd name="csX300" fmla="*/ 724024 w 920628"/>
                  <a:gd name="csY300" fmla="*/ 608029 h 873614"/>
                  <a:gd name="csX301" fmla="*/ 553875 w 920628"/>
                  <a:gd name="csY301" fmla="*/ 591666 h 873614"/>
                  <a:gd name="csX302" fmla="*/ 599628 w 920628"/>
                  <a:gd name="csY302" fmla="*/ 623018 h 873614"/>
                  <a:gd name="csX303" fmla="*/ 657097 w 920628"/>
                  <a:gd name="csY303" fmla="*/ 630906 h 873614"/>
                  <a:gd name="csX304" fmla="*/ 724024 w 920628"/>
                  <a:gd name="csY304" fmla="*/ 608029 h 873614"/>
                  <a:gd name="csX305" fmla="*/ 797923 w 920628"/>
                  <a:gd name="csY305" fmla="*/ 603055 h 873614"/>
                  <a:gd name="csX306" fmla="*/ 787483 w 920628"/>
                  <a:gd name="csY306" fmla="*/ 592615 h 873614"/>
                  <a:gd name="csX307" fmla="*/ 777043 w 920628"/>
                  <a:gd name="csY307" fmla="*/ 603055 h 873614"/>
                  <a:gd name="csX308" fmla="*/ 787483 w 920628"/>
                  <a:gd name="csY308" fmla="*/ 613495 h 873614"/>
                  <a:gd name="csX309" fmla="*/ 797923 w 920628"/>
                  <a:gd name="csY309" fmla="*/ 603055 h 873614"/>
                  <a:gd name="csX310" fmla="*/ 348348 w 920628"/>
                  <a:gd name="csY310" fmla="*/ 604724 h 873614"/>
                  <a:gd name="csX311" fmla="*/ 337875 w 920628"/>
                  <a:gd name="csY311" fmla="*/ 594251 h 873614"/>
                  <a:gd name="csX312" fmla="*/ 327403 w 920628"/>
                  <a:gd name="csY312" fmla="*/ 604724 h 873614"/>
                  <a:gd name="csX313" fmla="*/ 337875 w 920628"/>
                  <a:gd name="csY313" fmla="*/ 615196 h 873614"/>
                  <a:gd name="csX314" fmla="*/ 348348 w 920628"/>
                  <a:gd name="csY314" fmla="*/ 604724 h 873614"/>
                  <a:gd name="csX315" fmla="*/ 618414 w 920628"/>
                  <a:gd name="csY315" fmla="*/ 687393 h 873614"/>
                  <a:gd name="csX316" fmla="*/ 596813 w 920628"/>
                  <a:gd name="csY316" fmla="*/ 671389 h 873614"/>
                  <a:gd name="csX317" fmla="*/ 589843 w 920628"/>
                  <a:gd name="csY317" fmla="*/ 645633 h 873614"/>
                  <a:gd name="csX318" fmla="*/ 526483 w 920628"/>
                  <a:gd name="csY318" fmla="*/ 608520 h 873614"/>
                  <a:gd name="csX319" fmla="*/ 519512 w 920628"/>
                  <a:gd name="csY319" fmla="*/ 614411 h 873614"/>
                  <a:gd name="csX320" fmla="*/ 567621 w 920628"/>
                  <a:gd name="csY320" fmla="*/ 798731 h 873614"/>
                  <a:gd name="csX321" fmla="*/ 611966 w 920628"/>
                  <a:gd name="csY321" fmla="*/ 776182 h 873614"/>
                  <a:gd name="csX322" fmla="*/ 610821 w 920628"/>
                  <a:gd name="csY322" fmla="*/ 751800 h 873614"/>
                  <a:gd name="csX323" fmla="*/ 626104 w 920628"/>
                  <a:gd name="csY323" fmla="*/ 724244 h 873614"/>
                  <a:gd name="csX324" fmla="*/ 618348 w 920628"/>
                  <a:gd name="csY324" fmla="*/ 687426 h 873614"/>
                  <a:gd name="csX325" fmla="*/ 627544 w 920628"/>
                  <a:gd name="csY325" fmla="*/ 640331 h 873614"/>
                  <a:gd name="csX326" fmla="*/ 614028 w 920628"/>
                  <a:gd name="csY326" fmla="*/ 653782 h 873614"/>
                  <a:gd name="csX327" fmla="*/ 627479 w 920628"/>
                  <a:gd name="csY327" fmla="*/ 667298 h 873614"/>
                  <a:gd name="csX328" fmla="*/ 640995 w 920628"/>
                  <a:gd name="csY328" fmla="*/ 653847 h 873614"/>
                  <a:gd name="csX329" fmla="*/ 627544 w 920628"/>
                  <a:gd name="csY329" fmla="*/ 640331 h 873614"/>
                  <a:gd name="csX330" fmla="*/ 655134 w 920628"/>
                  <a:gd name="csY330" fmla="*/ 761356 h 873614"/>
                  <a:gd name="csX331" fmla="*/ 645021 w 920628"/>
                  <a:gd name="csY331" fmla="*/ 751244 h 873614"/>
                  <a:gd name="csX332" fmla="*/ 634908 w 920628"/>
                  <a:gd name="csY332" fmla="*/ 761356 h 873614"/>
                  <a:gd name="csX333" fmla="*/ 645021 w 920628"/>
                  <a:gd name="csY333" fmla="*/ 771469 h 873614"/>
                  <a:gd name="csX334" fmla="*/ 655134 w 920628"/>
                  <a:gd name="csY334" fmla="*/ 761356 h 873614"/>
                  <a:gd name="csX335" fmla="*/ 576457 w 920628"/>
                  <a:gd name="csY335" fmla="*/ 839706 h 873614"/>
                  <a:gd name="csX336" fmla="*/ 566377 w 920628"/>
                  <a:gd name="csY336" fmla="*/ 829626 h 873614"/>
                  <a:gd name="csX337" fmla="*/ 556297 w 920628"/>
                  <a:gd name="csY337" fmla="*/ 839706 h 873614"/>
                  <a:gd name="csX338" fmla="*/ 566377 w 920628"/>
                  <a:gd name="csY338" fmla="*/ 849786 h 873614"/>
                  <a:gd name="csX339" fmla="*/ 576457 w 920628"/>
                  <a:gd name="csY339" fmla="*/ 839706 h 873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</a:cxnLst>
                <a:rect l="l" t="t" r="r" b="b"/>
                <a:pathLst>
                  <a:path w="920628" h="873614">
                    <a:moveTo>
                      <a:pt x="426730" y="24927"/>
                    </a:moveTo>
                    <a:cubicBezTo>
                      <a:pt x="448624" y="19691"/>
                      <a:pt x="498239" y="33502"/>
                      <a:pt x="515552" y="28756"/>
                    </a:cubicBezTo>
                    <a:cubicBezTo>
                      <a:pt x="517352" y="28266"/>
                      <a:pt x="527170" y="11804"/>
                      <a:pt x="534501" y="7713"/>
                    </a:cubicBezTo>
                    <a:cubicBezTo>
                      <a:pt x="550864" y="-1451"/>
                      <a:pt x="571843" y="2247"/>
                      <a:pt x="583395" y="17204"/>
                    </a:cubicBezTo>
                    <a:cubicBezTo>
                      <a:pt x="591086" y="27186"/>
                      <a:pt x="587617" y="39360"/>
                      <a:pt x="595046" y="44826"/>
                    </a:cubicBezTo>
                    <a:cubicBezTo>
                      <a:pt x="599628" y="48196"/>
                      <a:pt x="684195" y="81120"/>
                      <a:pt x="689170" y="80269"/>
                    </a:cubicBezTo>
                    <a:cubicBezTo>
                      <a:pt x="695650" y="79189"/>
                      <a:pt x="705043" y="68586"/>
                      <a:pt x="719279" y="67833"/>
                    </a:cubicBezTo>
                    <a:cubicBezTo>
                      <a:pt x="739472" y="66786"/>
                      <a:pt x="763068" y="80466"/>
                      <a:pt x="768337" y="100593"/>
                    </a:cubicBezTo>
                    <a:cubicBezTo>
                      <a:pt x="771904" y="114142"/>
                      <a:pt x="766799" y="123829"/>
                      <a:pt x="767944" y="131946"/>
                    </a:cubicBezTo>
                    <a:cubicBezTo>
                      <a:pt x="768337" y="134760"/>
                      <a:pt x="806661" y="170040"/>
                      <a:pt x="809279" y="171186"/>
                    </a:cubicBezTo>
                    <a:cubicBezTo>
                      <a:pt x="815759" y="174066"/>
                      <a:pt x="830715" y="167389"/>
                      <a:pt x="842824" y="170106"/>
                    </a:cubicBezTo>
                    <a:cubicBezTo>
                      <a:pt x="857977" y="173476"/>
                      <a:pt x="871363" y="191640"/>
                      <a:pt x="871395" y="207055"/>
                    </a:cubicBezTo>
                    <a:cubicBezTo>
                      <a:pt x="871428" y="223549"/>
                      <a:pt x="855883" y="233171"/>
                      <a:pt x="858861" y="248749"/>
                    </a:cubicBezTo>
                    <a:cubicBezTo>
                      <a:pt x="860334" y="256407"/>
                      <a:pt x="885075" y="328898"/>
                      <a:pt x="888217" y="334135"/>
                    </a:cubicBezTo>
                    <a:cubicBezTo>
                      <a:pt x="895057" y="345589"/>
                      <a:pt x="926377" y="342447"/>
                      <a:pt x="919701" y="376418"/>
                    </a:cubicBezTo>
                    <a:cubicBezTo>
                      <a:pt x="914137" y="404760"/>
                      <a:pt x="892177" y="395695"/>
                      <a:pt x="880919" y="406462"/>
                    </a:cubicBezTo>
                    <a:cubicBezTo>
                      <a:pt x="878497" y="408786"/>
                      <a:pt x="847308" y="460626"/>
                      <a:pt x="846392" y="463866"/>
                    </a:cubicBezTo>
                    <a:cubicBezTo>
                      <a:pt x="843904" y="472702"/>
                      <a:pt x="858861" y="486513"/>
                      <a:pt x="847963" y="507687"/>
                    </a:cubicBezTo>
                    <a:cubicBezTo>
                      <a:pt x="840828" y="521531"/>
                      <a:pt x="823515" y="520549"/>
                      <a:pt x="819555" y="528338"/>
                    </a:cubicBezTo>
                    <a:cubicBezTo>
                      <a:pt x="817853" y="531709"/>
                      <a:pt x="808624" y="569640"/>
                      <a:pt x="808788" y="573633"/>
                    </a:cubicBezTo>
                    <a:cubicBezTo>
                      <a:pt x="808919" y="577135"/>
                      <a:pt x="820472" y="584564"/>
                      <a:pt x="822075" y="596738"/>
                    </a:cubicBezTo>
                    <a:cubicBezTo>
                      <a:pt x="825479" y="622396"/>
                      <a:pt x="803781" y="641902"/>
                      <a:pt x="778810" y="636633"/>
                    </a:cubicBezTo>
                    <a:cubicBezTo>
                      <a:pt x="770628" y="634898"/>
                      <a:pt x="762872" y="625702"/>
                      <a:pt x="756523" y="625800"/>
                    </a:cubicBezTo>
                    <a:cubicBezTo>
                      <a:pt x="749584" y="625898"/>
                      <a:pt x="666719" y="653324"/>
                      <a:pt x="663577" y="657087"/>
                    </a:cubicBezTo>
                    <a:cubicBezTo>
                      <a:pt x="660926" y="660262"/>
                      <a:pt x="660893" y="667200"/>
                      <a:pt x="658144" y="671291"/>
                    </a:cubicBezTo>
                    <a:cubicBezTo>
                      <a:pt x="653072" y="678916"/>
                      <a:pt x="645610" y="680586"/>
                      <a:pt x="645315" y="691189"/>
                    </a:cubicBezTo>
                    <a:cubicBezTo>
                      <a:pt x="645217" y="695280"/>
                      <a:pt x="649472" y="718058"/>
                      <a:pt x="651141" y="721691"/>
                    </a:cubicBezTo>
                    <a:cubicBezTo>
                      <a:pt x="656344" y="732851"/>
                      <a:pt x="672348" y="730822"/>
                      <a:pt x="676570" y="748527"/>
                    </a:cubicBezTo>
                    <a:cubicBezTo>
                      <a:pt x="679908" y="762600"/>
                      <a:pt x="680104" y="773858"/>
                      <a:pt x="670155" y="784789"/>
                    </a:cubicBezTo>
                    <a:cubicBezTo>
                      <a:pt x="654806" y="801676"/>
                      <a:pt x="638672" y="789175"/>
                      <a:pt x="624010" y="797553"/>
                    </a:cubicBezTo>
                    <a:cubicBezTo>
                      <a:pt x="621424" y="799025"/>
                      <a:pt x="600872" y="820626"/>
                      <a:pt x="600152" y="823047"/>
                    </a:cubicBezTo>
                    <a:cubicBezTo>
                      <a:pt x="598319" y="829396"/>
                      <a:pt x="601853" y="835320"/>
                      <a:pt x="601101" y="840786"/>
                    </a:cubicBezTo>
                    <a:cubicBezTo>
                      <a:pt x="593573" y="894687"/>
                      <a:pt x="521933" y="875804"/>
                      <a:pt x="532243" y="830280"/>
                    </a:cubicBezTo>
                    <a:cubicBezTo>
                      <a:pt x="534632" y="819676"/>
                      <a:pt x="546381" y="812738"/>
                      <a:pt x="545890" y="807371"/>
                    </a:cubicBezTo>
                    <a:lnTo>
                      <a:pt x="494246" y="621644"/>
                    </a:lnTo>
                    <a:cubicBezTo>
                      <a:pt x="472188" y="621316"/>
                      <a:pt x="462239" y="607735"/>
                      <a:pt x="447479" y="594742"/>
                    </a:cubicBezTo>
                    <a:cubicBezTo>
                      <a:pt x="443584" y="594415"/>
                      <a:pt x="376133" y="609207"/>
                      <a:pt x="372828" y="611138"/>
                    </a:cubicBezTo>
                    <a:cubicBezTo>
                      <a:pt x="365759" y="615262"/>
                      <a:pt x="365824" y="643636"/>
                      <a:pt x="333752" y="640069"/>
                    </a:cubicBezTo>
                    <a:cubicBezTo>
                      <a:pt x="299879" y="636273"/>
                      <a:pt x="309435" y="607996"/>
                      <a:pt x="295428" y="593040"/>
                    </a:cubicBezTo>
                    <a:cubicBezTo>
                      <a:pt x="292123" y="589506"/>
                      <a:pt x="255370" y="561458"/>
                      <a:pt x="252752" y="560673"/>
                    </a:cubicBezTo>
                    <a:cubicBezTo>
                      <a:pt x="247515" y="559102"/>
                      <a:pt x="239072" y="565418"/>
                      <a:pt x="231413" y="565484"/>
                    </a:cubicBezTo>
                    <a:cubicBezTo>
                      <a:pt x="204839" y="565713"/>
                      <a:pt x="191453" y="536880"/>
                      <a:pt x="196493" y="513676"/>
                    </a:cubicBezTo>
                    <a:lnTo>
                      <a:pt x="85613" y="426327"/>
                    </a:lnTo>
                    <a:cubicBezTo>
                      <a:pt x="59464" y="434084"/>
                      <a:pt x="27752" y="427735"/>
                      <a:pt x="24184" y="395989"/>
                    </a:cubicBezTo>
                    <a:cubicBezTo>
                      <a:pt x="21468" y="371967"/>
                      <a:pt x="44083" y="361462"/>
                      <a:pt x="45130" y="354491"/>
                    </a:cubicBezTo>
                    <a:cubicBezTo>
                      <a:pt x="45653" y="351153"/>
                      <a:pt x="37864" y="290640"/>
                      <a:pt x="36130" y="287760"/>
                    </a:cubicBezTo>
                    <a:cubicBezTo>
                      <a:pt x="35475" y="286680"/>
                      <a:pt x="19275" y="281247"/>
                      <a:pt x="13613" y="275946"/>
                    </a:cubicBezTo>
                    <a:cubicBezTo>
                      <a:pt x="-23467" y="241287"/>
                      <a:pt x="22286" y="185749"/>
                      <a:pt x="66173" y="210458"/>
                    </a:cubicBezTo>
                    <a:lnTo>
                      <a:pt x="183173" y="108480"/>
                    </a:lnTo>
                    <a:cubicBezTo>
                      <a:pt x="166384" y="66295"/>
                      <a:pt x="210206" y="22702"/>
                      <a:pt x="250624" y="45480"/>
                    </a:cubicBezTo>
                    <a:cubicBezTo>
                      <a:pt x="260999" y="51338"/>
                      <a:pt x="261195" y="62760"/>
                      <a:pt x="276348" y="60862"/>
                    </a:cubicBezTo>
                    <a:cubicBezTo>
                      <a:pt x="282533" y="60076"/>
                      <a:pt x="351981" y="38018"/>
                      <a:pt x="355286" y="35531"/>
                    </a:cubicBezTo>
                    <a:cubicBezTo>
                      <a:pt x="359377" y="32422"/>
                      <a:pt x="358592" y="18775"/>
                      <a:pt x="367035" y="10495"/>
                    </a:cubicBezTo>
                    <a:cubicBezTo>
                      <a:pt x="385624" y="-7767"/>
                      <a:pt x="420413" y="-1713"/>
                      <a:pt x="426664" y="24895"/>
                    </a:cubicBezTo>
                    <a:close/>
                    <a:moveTo>
                      <a:pt x="405359" y="37004"/>
                    </a:moveTo>
                    <a:cubicBezTo>
                      <a:pt x="405359" y="30327"/>
                      <a:pt x="399959" y="24927"/>
                      <a:pt x="393283" y="24927"/>
                    </a:cubicBezTo>
                    <a:cubicBezTo>
                      <a:pt x="386606" y="24927"/>
                      <a:pt x="381206" y="30327"/>
                      <a:pt x="381206" y="37004"/>
                    </a:cubicBezTo>
                    <a:cubicBezTo>
                      <a:pt x="381206" y="43680"/>
                      <a:pt x="386606" y="49080"/>
                      <a:pt x="393283" y="49080"/>
                    </a:cubicBezTo>
                    <a:cubicBezTo>
                      <a:pt x="399959" y="49080"/>
                      <a:pt x="405359" y="43680"/>
                      <a:pt x="405359" y="37004"/>
                    </a:cubicBezTo>
                    <a:close/>
                    <a:moveTo>
                      <a:pt x="566999" y="41356"/>
                    </a:moveTo>
                    <a:cubicBezTo>
                      <a:pt x="566999" y="33862"/>
                      <a:pt x="560912" y="27775"/>
                      <a:pt x="553417" y="27775"/>
                    </a:cubicBezTo>
                    <a:cubicBezTo>
                      <a:pt x="545923" y="27775"/>
                      <a:pt x="539835" y="33862"/>
                      <a:pt x="539835" y="41356"/>
                    </a:cubicBezTo>
                    <a:cubicBezTo>
                      <a:pt x="539835" y="48851"/>
                      <a:pt x="545923" y="54938"/>
                      <a:pt x="553417" y="54938"/>
                    </a:cubicBezTo>
                    <a:cubicBezTo>
                      <a:pt x="560912" y="54938"/>
                      <a:pt x="566999" y="48851"/>
                      <a:pt x="566999" y="41356"/>
                    </a:cubicBezTo>
                    <a:close/>
                    <a:moveTo>
                      <a:pt x="517875" y="51633"/>
                    </a:moveTo>
                    <a:lnTo>
                      <a:pt x="436057" y="51633"/>
                    </a:lnTo>
                    <a:cubicBezTo>
                      <a:pt x="447872" y="60469"/>
                      <a:pt x="514930" y="116760"/>
                      <a:pt x="522686" y="116989"/>
                    </a:cubicBezTo>
                    <a:cubicBezTo>
                      <a:pt x="540850" y="117611"/>
                      <a:pt x="539279" y="91986"/>
                      <a:pt x="537774" y="79320"/>
                    </a:cubicBezTo>
                    <a:cubicBezTo>
                      <a:pt x="537086" y="73527"/>
                      <a:pt x="527792" y="70549"/>
                      <a:pt x="522883" y="64560"/>
                    </a:cubicBezTo>
                    <a:cubicBezTo>
                      <a:pt x="519413" y="60338"/>
                      <a:pt x="518464" y="52026"/>
                      <a:pt x="517875" y="51633"/>
                    </a:cubicBezTo>
                    <a:close/>
                    <a:moveTo>
                      <a:pt x="301352" y="175440"/>
                    </a:moveTo>
                    <a:lnTo>
                      <a:pt x="364024" y="58178"/>
                    </a:lnTo>
                    <a:lnTo>
                      <a:pt x="276086" y="84786"/>
                    </a:lnTo>
                    <a:cubicBezTo>
                      <a:pt x="281715" y="98400"/>
                      <a:pt x="260181" y="120786"/>
                      <a:pt x="260770" y="127167"/>
                    </a:cubicBezTo>
                    <a:cubicBezTo>
                      <a:pt x="261981" y="140520"/>
                      <a:pt x="279588" y="161073"/>
                      <a:pt x="282730" y="175440"/>
                    </a:cubicBezTo>
                    <a:cubicBezTo>
                      <a:pt x="285119" y="176880"/>
                      <a:pt x="298963" y="176880"/>
                      <a:pt x="301352" y="175440"/>
                    </a:cubicBezTo>
                    <a:close/>
                    <a:moveTo>
                      <a:pt x="251279" y="87993"/>
                    </a:moveTo>
                    <a:cubicBezTo>
                      <a:pt x="251279" y="75033"/>
                      <a:pt x="240773" y="64560"/>
                      <a:pt x="227846" y="64560"/>
                    </a:cubicBezTo>
                    <a:cubicBezTo>
                      <a:pt x="214919" y="64560"/>
                      <a:pt x="204413" y="75066"/>
                      <a:pt x="204413" y="87993"/>
                    </a:cubicBezTo>
                    <a:cubicBezTo>
                      <a:pt x="204413" y="100920"/>
                      <a:pt x="214919" y="111426"/>
                      <a:pt x="227846" y="111426"/>
                    </a:cubicBezTo>
                    <a:cubicBezTo>
                      <a:pt x="240773" y="111426"/>
                      <a:pt x="251279" y="100920"/>
                      <a:pt x="251279" y="87993"/>
                    </a:cubicBezTo>
                    <a:close/>
                    <a:moveTo>
                      <a:pt x="504032" y="152400"/>
                    </a:moveTo>
                    <a:lnTo>
                      <a:pt x="506552" y="136789"/>
                    </a:lnTo>
                    <a:lnTo>
                      <a:pt x="412068" y="68716"/>
                    </a:lnTo>
                    <a:lnTo>
                      <a:pt x="384283" y="75164"/>
                    </a:lnTo>
                    <a:lnTo>
                      <a:pt x="322003" y="190266"/>
                    </a:lnTo>
                    <a:lnTo>
                      <a:pt x="332246" y="198186"/>
                    </a:lnTo>
                    <a:lnTo>
                      <a:pt x="503999" y="152400"/>
                    </a:lnTo>
                    <a:close/>
                    <a:moveTo>
                      <a:pt x="674933" y="100756"/>
                    </a:moveTo>
                    <a:cubicBezTo>
                      <a:pt x="650912" y="99284"/>
                      <a:pt x="608039" y="69175"/>
                      <a:pt x="587977" y="68029"/>
                    </a:cubicBezTo>
                    <a:cubicBezTo>
                      <a:pt x="563661" y="66622"/>
                      <a:pt x="558424" y="92607"/>
                      <a:pt x="564283" y="111589"/>
                    </a:cubicBezTo>
                    <a:cubicBezTo>
                      <a:pt x="564675" y="112833"/>
                      <a:pt x="580941" y="130211"/>
                      <a:pt x="582217" y="130440"/>
                    </a:cubicBezTo>
                    <a:cubicBezTo>
                      <a:pt x="586701" y="131160"/>
                      <a:pt x="658930" y="110706"/>
                      <a:pt x="670188" y="107367"/>
                    </a:cubicBezTo>
                    <a:cubicBezTo>
                      <a:pt x="674933" y="105960"/>
                      <a:pt x="675915" y="109266"/>
                      <a:pt x="674966" y="100789"/>
                    </a:cubicBezTo>
                    <a:close/>
                    <a:moveTo>
                      <a:pt x="745952" y="116367"/>
                    </a:moveTo>
                    <a:cubicBezTo>
                      <a:pt x="745952" y="103571"/>
                      <a:pt x="735577" y="93229"/>
                      <a:pt x="722813" y="93229"/>
                    </a:cubicBezTo>
                    <a:cubicBezTo>
                      <a:pt x="710050" y="93229"/>
                      <a:pt x="699675" y="103604"/>
                      <a:pt x="699675" y="116367"/>
                    </a:cubicBezTo>
                    <a:cubicBezTo>
                      <a:pt x="699675" y="129131"/>
                      <a:pt x="710050" y="139506"/>
                      <a:pt x="722813" y="139506"/>
                    </a:cubicBezTo>
                    <a:cubicBezTo>
                      <a:pt x="735577" y="139506"/>
                      <a:pt x="745952" y="129131"/>
                      <a:pt x="745952" y="116367"/>
                    </a:cubicBezTo>
                    <a:close/>
                    <a:moveTo>
                      <a:pt x="82635" y="231633"/>
                    </a:moveTo>
                    <a:lnTo>
                      <a:pt x="239824" y="217036"/>
                    </a:lnTo>
                    <a:cubicBezTo>
                      <a:pt x="241592" y="207120"/>
                      <a:pt x="255599" y="192327"/>
                      <a:pt x="255730" y="184244"/>
                    </a:cubicBezTo>
                    <a:cubicBezTo>
                      <a:pt x="255959" y="171611"/>
                      <a:pt x="240217" y="153316"/>
                      <a:pt x="238090" y="139931"/>
                    </a:cubicBezTo>
                    <a:lnTo>
                      <a:pt x="198195" y="129229"/>
                    </a:lnTo>
                    <a:lnTo>
                      <a:pt x="102173" y="210295"/>
                    </a:lnTo>
                    <a:lnTo>
                      <a:pt x="82635" y="231633"/>
                    </a:lnTo>
                    <a:close/>
                    <a:moveTo>
                      <a:pt x="678043" y="130244"/>
                    </a:moveTo>
                    <a:cubicBezTo>
                      <a:pt x="655723" y="139571"/>
                      <a:pt x="611737" y="142418"/>
                      <a:pt x="592330" y="153087"/>
                    </a:cubicBezTo>
                    <a:cubicBezTo>
                      <a:pt x="589188" y="154822"/>
                      <a:pt x="586210" y="161171"/>
                      <a:pt x="586963" y="164149"/>
                    </a:cubicBezTo>
                    <a:cubicBezTo>
                      <a:pt x="588337" y="169484"/>
                      <a:pt x="671039" y="228131"/>
                      <a:pt x="676537" y="228229"/>
                    </a:cubicBezTo>
                    <a:cubicBezTo>
                      <a:pt x="682035" y="228327"/>
                      <a:pt x="690348" y="220931"/>
                      <a:pt x="697483" y="221455"/>
                    </a:cubicBezTo>
                    <a:cubicBezTo>
                      <a:pt x="696010" y="208560"/>
                      <a:pt x="700657" y="196418"/>
                      <a:pt x="701246" y="184309"/>
                    </a:cubicBezTo>
                    <a:cubicBezTo>
                      <a:pt x="701573" y="178091"/>
                      <a:pt x="702457" y="163396"/>
                      <a:pt x="701181" y="158651"/>
                    </a:cubicBezTo>
                    <a:cubicBezTo>
                      <a:pt x="700461" y="155935"/>
                      <a:pt x="675261" y="142484"/>
                      <a:pt x="678043" y="130211"/>
                    </a:cubicBezTo>
                    <a:close/>
                    <a:moveTo>
                      <a:pt x="564479" y="152466"/>
                    </a:moveTo>
                    <a:cubicBezTo>
                      <a:pt x="564479" y="143138"/>
                      <a:pt x="556919" y="135578"/>
                      <a:pt x="547592" y="135578"/>
                    </a:cubicBezTo>
                    <a:cubicBezTo>
                      <a:pt x="538264" y="135578"/>
                      <a:pt x="530704" y="143138"/>
                      <a:pt x="530704" y="152466"/>
                    </a:cubicBezTo>
                    <a:cubicBezTo>
                      <a:pt x="530704" y="161793"/>
                      <a:pt x="538264" y="169353"/>
                      <a:pt x="547592" y="169353"/>
                    </a:cubicBezTo>
                    <a:cubicBezTo>
                      <a:pt x="556919" y="169353"/>
                      <a:pt x="564479" y="161793"/>
                      <a:pt x="564479" y="152466"/>
                    </a:cubicBezTo>
                    <a:close/>
                    <a:moveTo>
                      <a:pt x="727755" y="163331"/>
                    </a:moveTo>
                    <a:lnTo>
                      <a:pt x="721864" y="220407"/>
                    </a:lnTo>
                    <a:cubicBezTo>
                      <a:pt x="727657" y="225316"/>
                      <a:pt x="736788" y="235527"/>
                      <a:pt x="744512" y="234447"/>
                    </a:cubicBezTo>
                    <a:cubicBezTo>
                      <a:pt x="759337" y="232386"/>
                      <a:pt x="807413" y="209706"/>
                      <a:pt x="794519" y="189120"/>
                    </a:cubicBezTo>
                    <a:cubicBezTo>
                      <a:pt x="793275" y="187156"/>
                      <a:pt x="762512" y="159895"/>
                      <a:pt x="759795" y="158127"/>
                    </a:cubicBezTo>
                    <a:cubicBezTo>
                      <a:pt x="757439" y="156622"/>
                      <a:pt x="754755" y="154102"/>
                      <a:pt x="751941" y="154266"/>
                    </a:cubicBezTo>
                    <a:lnTo>
                      <a:pt x="727755" y="163331"/>
                    </a:lnTo>
                    <a:close/>
                    <a:moveTo>
                      <a:pt x="530606" y="189447"/>
                    </a:moveTo>
                    <a:lnTo>
                      <a:pt x="512246" y="176455"/>
                    </a:lnTo>
                    <a:cubicBezTo>
                      <a:pt x="457363" y="191738"/>
                      <a:pt x="392530" y="202080"/>
                      <a:pt x="339152" y="221487"/>
                    </a:cubicBezTo>
                    <a:cubicBezTo>
                      <a:pt x="334603" y="223124"/>
                      <a:pt x="333588" y="220375"/>
                      <a:pt x="334603" y="228327"/>
                    </a:cubicBezTo>
                    <a:lnTo>
                      <a:pt x="473235" y="280069"/>
                    </a:lnTo>
                    <a:cubicBezTo>
                      <a:pt x="486948" y="266258"/>
                      <a:pt x="500759" y="256964"/>
                      <a:pt x="520526" y="253953"/>
                    </a:cubicBezTo>
                    <a:lnTo>
                      <a:pt x="530573" y="189480"/>
                    </a:lnTo>
                    <a:close/>
                    <a:moveTo>
                      <a:pt x="554366" y="192851"/>
                    </a:moveTo>
                    <a:lnTo>
                      <a:pt x="545137" y="256407"/>
                    </a:lnTo>
                    <a:cubicBezTo>
                      <a:pt x="545759" y="260204"/>
                      <a:pt x="559112" y="264884"/>
                      <a:pt x="563824" y="269171"/>
                    </a:cubicBezTo>
                    <a:cubicBezTo>
                      <a:pt x="569028" y="273949"/>
                      <a:pt x="576850" y="287498"/>
                      <a:pt x="579893" y="288938"/>
                    </a:cubicBezTo>
                    <a:cubicBezTo>
                      <a:pt x="583461" y="290640"/>
                      <a:pt x="654643" y="274113"/>
                      <a:pt x="656999" y="270971"/>
                    </a:cubicBezTo>
                    <a:cubicBezTo>
                      <a:pt x="659715" y="267371"/>
                      <a:pt x="659813" y="257553"/>
                      <a:pt x="661744" y="252644"/>
                    </a:cubicBezTo>
                    <a:lnTo>
                      <a:pt x="576653" y="187353"/>
                    </a:lnTo>
                    <a:lnTo>
                      <a:pt x="554399" y="192884"/>
                    </a:lnTo>
                    <a:close/>
                    <a:moveTo>
                      <a:pt x="845934" y="207611"/>
                    </a:moveTo>
                    <a:cubicBezTo>
                      <a:pt x="845934" y="200018"/>
                      <a:pt x="839781" y="193898"/>
                      <a:pt x="832221" y="193898"/>
                    </a:cubicBezTo>
                    <a:cubicBezTo>
                      <a:pt x="824661" y="193898"/>
                      <a:pt x="818508" y="200051"/>
                      <a:pt x="818508" y="207611"/>
                    </a:cubicBezTo>
                    <a:cubicBezTo>
                      <a:pt x="818508" y="215171"/>
                      <a:pt x="824661" y="221324"/>
                      <a:pt x="832221" y="221324"/>
                    </a:cubicBezTo>
                    <a:cubicBezTo>
                      <a:pt x="839781" y="221324"/>
                      <a:pt x="845934" y="215171"/>
                      <a:pt x="845934" y="207611"/>
                    </a:cubicBezTo>
                    <a:close/>
                    <a:moveTo>
                      <a:pt x="309468" y="222895"/>
                    </a:moveTo>
                    <a:cubicBezTo>
                      <a:pt x="309468" y="210851"/>
                      <a:pt x="299715" y="201098"/>
                      <a:pt x="287672" y="201098"/>
                    </a:cubicBezTo>
                    <a:cubicBezTo>
                      <a:pt x="275628" y="201098"/>
                      <a:pt x="265875" y="210851"/>
                      <a:pt x="265875" y="222895"/>
                    </a:cubicBezTo>
                    <a:cubicBezTo>
                      <a:pt x="265875" y="234938"/>
                      <a:pt x="275628" y="244691"/>
                      <a:pt x="287672" y="244691"/>
                    </a:cubicBezTo>
                    <a:cubicBezTo>
                      <a:pt x="299715" y="244691"/>
                      <a:pt x="309468" y="234938"/>
                      <a:pt x="309468" y="222895"/>
                    </a:cubicBezTo>
                    <a:close/>
                    <a:moveTo>
                      <a:pt x="58810" y="245509"/>
                    </a:moveTo>
                    <a:cubicBezTo>
                      <a:pt x="58810" y="236313"/>
                      <a:pt x="51348" y="228851"/>
                      <a:pt x="42152" y="228851"/>
                    </a:cubicBezTo>
                    <a:cubicBezTo>
                      <a:pt x="32955" y="228851"/>
                      <a:pt x="25493" y="236313"/>
                      <a:pt x="25493" y="245509"/>
                    </a:cubicBezTo>
                    <a:cubicBezTo>
                      <a:pt x="25493" y="254706"/>
                      <a:pt x="32955" y="262167"/>
                      <a:pt x="42152" y="262167"/>
                    </a:cubicBezTo>
                    <a:cubicBezTo>
                      <a:pt x="51348" y="262167"/>
                      <a:pt x="58810" y="254706"/>
                      <a:pt x="58810" y="245509"/>
                    </a:cubicBezTo>
                    <a:close/>
                    <a:moveTo>
                      <a:pt x="864752" y="349418"/>
                    </a:moveTo>
                    <a:lnTo>
                      <a:pt x="832024" y="246360"/>
                    </a:lnTo>
                    <a:lnTo>
                      <a:pt x="801752" y="235331"/>
                    </a:lnTo>
                    <a:cubicBezTo>
                      <a:pt x="780381" y="248389"/>
                      <a:pt x="743006" y="249076"/>
                      <a:pt x="753381" y="282295"/>
                    </a:cubicBezTo>
                    <a:lnTo>
                      <a:pt x="864784" y="349418"/>
                    </a:lnTo>
                    <a:close/>
                    <a:moveTo>
                      <a:pt x="245552" y="242106"/>
                    </a:moveTo>
                    <a:lnTo>
                      <a:pt x="82603" y="256146"/>
                    </a:lnTo>
                    <a:lnTo>
                      <a:pt x="185104" y="319473"/>
                    </a:lnTo>
                    <a:cubicBezTo>
                      <a:pt x="193810" y="306022"/>
                      <a:pt x="225686" y="309524"/>
                      <a:pt x="231577" y="303666"/>
                    </a:cubicBezTo>
                    <a:cubicBezTo>
                      <a:pt x="233377" y="301866"/>
                      <a:pt x="255370" y="261349"/>
                      <a:pt x="255566" y="258796"/>
                    </a:cubicBezTo>
                    <a:cubicBezTo>
                      <a:pt x="255730" y="256931"/>
                      <a:pt x="246435" y="242564"/>
                      <a:pt x="245584" y="242073"/>
                    </a:cubicBezTo>
                    <a:close/>
                    <a:moveTo>
                      <a:pt x="727886" y="266062"/>
                    </a:moveTo>
                    <a:cubicBezTo>
                      <a:pt x="727886" y="254084"/>
                      <a:pt x="718166" y="244364"/>
                      <a:pt x="706188" y="244364"/>
                    </a:cubicBezTo>
                    <a:cubicBezTo>
                      <a:pt x="694210" y="244364"/>
                      <a:pt x="684490" y="254084"/>
                      <a:pt x="684490" y="266062"/>
                    </a:cubicBezTo>
                    <a:cubicBezTo>
                      <a:pt x="684490" y="278040"/>
                      <a:pt x="694210" y="287760"/>
                      <a:pt x="706188" y="287760"/>
                    </a:cubicBezTo>
                    <a:cubicBezTo>
                      <a:pt x="718166" y="287760"/>
                      <a:pt x="727886" y="278040"/>
                      <a:pt x="727886" y="266062"/>
                    </a:cubicBezTo>
                    <a:close/>
                    <a:moveTo>
                      <a:pt x="465086" y="304058"/>
                    </a:moveTo>
                    <a:lnTo>
                      <a:pt x="321512" y="251302"/>
                    </a:lnTo>
                    <a:lnTo>
                      <a:pt x="372501" y="355440"/>
                    </a:lnTo>
                    <a:cubicBezTo>
                      <a:pt x="390010" y="349680"/>
                      <a:pt x="408043" y="358222"/>
                      <a:pt x="421919" y="368662"/>
                    </a:cubicBezTo>
                    <a:lnTo>
                      <a:pt x="467312" y="336327"/>
                    </a:lnTo>
                    <a:lnTo>
                      <a:pt x="465053" y="304026"/>
                    </a:lnTo>
                    <a:close/>
                    <a:moveTo>
                      <a:pt x="301352" y="268189"/>
                    </a:moveTo>
                    <a:cubicBezTo>
                      <a:pt x="277166" y="253167"/>
                      <a:pt x="257333" y="304058"/>
                      <a:pt x="253210" y="320946"/>
                    </a:cubicBezTo>
                    <a:cubicBezTo>
                      <a:pt x="265515" y="329062"/>
                      <a:pt x="264664" y="353346"/>
                      <a:pt x="272421" y="360873"/>
                    </a:cubicBezTo>
                    <a:cubicBezTo>
                      <a:pt x="275333" y="363687"/>
                      <a:pt x="329366" y="382113"/>
                      <a:pt x="332508" y="381524"/>
                    </a:cubicBezTo>
                    <a:cubicBezTo>
                      <a:pt x="336043" y="380836"/>
                      <a:pt x="347563" y="369153"/>
                      <a:pt x="347170" y="364767"/>
                    </a:cubicBezTo>
                    <a:lnTo>
                      <a:pt x="301352" y="268156"/>
                    </a:lnTo>
                    <a:close/>
                    <a:moveTo>
                      <a:pt x="68301" y="277746"/>
                    </a:moveTo>
                    <a:cubicBezTo>
                      <a:pt x="64635" y="278367"/>
                      <a:pt x="60250" y="284455"/>
                      <a:pt x="59988" y="288644"/>
                    </a:cubicBezTo>
                    <a:cubicBezTo>
                      <a:pt x="59595" y="294895"/>
                      <a:pt x="69675" y="351316"/>
                      <a:pt x="72883" y="354262"/>
                    </a:cubicBezTo>
                    <a:cubicBezTo>
                      <a:pt x="77137" y="358156"/>
                      <a:pt x="91963" y="362673"/>
                      <a:pt x="97232" y="371149"/>
                    </a:cubicBezTo>
                    <a:lnTo>
                      <a:pt x="169526" y="352920"/>
                    </a:lnTo>
                    <a:lnTo>
                      <a:pt x="167726" y="337996"/>
                    </a:lnTo>
                    <a:cubicBezTo>
                      <a:pt x="153523" y="333513"/>
                      <a:pt x="74061" y="276796"/>
                      <a:pt x="68333" y="277778"/>
                    </a:cubicBezTo>
                    <a:close/>
                    <a:moveTo>
                      <a:pt x="559799" y="314793"/>
                    </a:moveTo>
                    <a:cubicBezTo>
                      <a:pt x="559799" y="295451"/>
                      <a:pt x="544123" y="279775"/>
                      <a:pt x="524781" y="279775"/>
                    </a:cubicBezTo>
                    <a:cubicBezTo>
                      <a:pt x="505439" y="279775"/>
                      <a:pt x="489763" y="295451"/>
                      <a:pt x="489763" y="314793"/>
                    </a:cubicBezTo>
                    <a:cubicBezTo>
                      <a:pt x="489763" y="334135"/>
                      <a:pt x="505439" y="349811"/>
                      <a:pt x="524781" y="349811"/>
                    </a:cubicBezTo>
                    <a:cubicBezTo>
                      <a:pt x="544123" y="349811"/>
                      <a:pt x="559799" y="334135"/>
                      <a:pt x="559799" y="314793"/>
                    </a:cubicBezTo>
                    <a:close/>
                    <a:moveTo>
                      <a:pt x="671694" y="297120"/>
                    </a:moveTo>
                    <a:lnTo>
                      <a:pt x="583657" y="313778"/>
                    </a:lnTo>
                    <a:cubicBezTo>
                      <a:pt x="586406" y="330927"/>
                      <a:pt x="575573" y="340975"/>
                      <a:pt x="571777" y="356062"/>
                    </a:cubicBezTo>
                    <a:lnTo>
                      <a:pt x="627970" y="424167"/>
                    </a:lnTo>
                    <a:lnTo>
                      <a:pt x="638999" y="419029"/>
                    </a:lnTo>
                    <a:lnTo>
                      <a:pt x="671694" y="297153"/>
                    </a:lnTo>
                    <a:close/>
                    <a:moveTo>
                      <a:pt x="848388" y="372327"/>
                    </a:moveTo>
                    <a:lnTo>
                      <a:pt x="740388" y="302095"/>
                    </a:lnTo>
                    <a:cubicBezTo>
                      <a:pt x="723010" y="306807"/>
                      <a:pt x="710377" y="318884"/>
                      <a:pt x="691330" y="310178"/>
                    </a:cubicBezTo>
                    <a:lnTo>
                      <a:pt x="661613" y="429109"/>
                    </a:lnTo>
                    <a:lnTo>
                      <a:pt x="675064" y="436309"/>
                    </a:lnTo>
                    <a:lnTo>
                      <a:pt x="848355" y="372327"/>
                    </a:lnTo>
                    <a:close/>
                    <a:moveTo>
                      <a:pt x="243195" y="355964"/>
                    </a:moveTo>
                    <a:cubicBezTo>
                      <a:pt x="243195" y="342611"/>
                      <a:pt x="232363" y="331778"/>
                      <a:pt x="219010" y="331778"/>
                    </a:cubicBezTo>
                    <a:cubicBezTo>
                      <a:pt x="205657" y="331778"/>
                      <a:pt x="194824" y="342611"/>
                      <a:pt x="194824" y="355964"/>
                    </a:cubicBezTo>
                    <a:cubicBezTo>
                      <a:pt x="194824" y="369316"/>
                      <a:pt x="205657" y="380149"/>
                      <a:pt x="219010" y="380149"/>
                    </a:cubicBezTo>
                    <a:cubicBezTo>
                      <a:pt x="232363" y="380149"/>
                      <a:pt x="243195" y="369316"/>
                      <a:pt x="243195" y="355964"/>
                    </a:cubicBezTo>
                    <a:close/>
                    <a:moveTo>
                      <a:pt x="606239" y="441055"/>
                    </a:moveTo>
                    <a:lnTo>
                      <a:pt x="551748" y="369447"/>
                    </a:lnTo>
                    <a:cubicBezTo>
                      <a:pt x="540555" y="369840"/>
                      <a:pt x="532243" y="375862"/>
                      <a:pt x="520461" y="374946"/>
                    </a:cubicBezTo>
                    <a:cubicBezTo>
                      <a:pt x="506126" y="373833"/>
                      <a:pt x="487832" y="358549"/>
                      <a:pt x="480501" y="359171"/>
                    </a:cubicBezTo>
                    <a:cubicBezTo>
                      <a:pt x="477359" y="359433"/>
                      <a:pt x="439592" y="385222"/>
                      <a:pt x="439133" y="387709"/>
                    </a:cubicBezTo>
                    <a:cubicBezTo>
                      <a:pt x="438544" y="390818"/>
                      <a:pt x="442308" y="410487"/>
                      <a:pt x="444763" y="411796"/>
                    </a:cubicBezTo>
                    <a:lnTo>
                      <a:pt x="606239" y="441055"/>
                    </a:lnTo>
                    <a:close/>
                    <a:moveTo>
                      <a:pt x="76941" y="391604"/>
                    </a:moveTo>
                    <a:cubicBezTo>
                      <a:pt x="76941" y="384109"/>
                      <a:pt x="70886" y="378055"/>
                      <a:pt x="63392" y="378055"/>
                    </a:cubicBezTo>
                    <a:cubicBezTo>
                      <a:pt x="55897" y="378055"/>
                      <a:pt x="49843" y="384109"/>
                      <a:pt x="49843" y="391604"/>
                    </a:cubicBezTo>
                    <a:cubicBezTo>
                      <a:pt x="49843" y="399098"/>
                      <a:pt x="55897" y="405153"/>
                      <a:pt x="63392" y="405153"/>
                    </a:cubicBezTo>
                    <a:cubicBezTo>
                      <a:pt x="70886" y="405153"/>
                      <a:pt x="76941" y="399098"/>
                      <a:pt x="76941" y="391604"/>
                    </a:cubicBezTo>
                    <a:close/>
                    <a:moveTo>
                      <a:pt x="176923" y="379331"/>
                    </a:moveTo>
                    <a:cubicBezTo>
                      <a:pt x="173912" y="377564"/>
                      <a:pt x="115264" y="391015"/>
                      <a:pt x="108719" y="393567"/>
                    </a:cubicBezTo>
                    <a:cubicBezTo>
                      <a:pt x="104923" y="395073"/>
                      <a:pt x="97919" y="397822"/>
                      <a:pt x="99097" y="403189"/>
                    </a:cubicBezTo>
                    <a:lnTo>
                      <a:pt x="216752" y="496691"/>
                    </a:lnTo>
                    <a:lnTo>
                      <a:pt x="209683" y="407247"/>
                    </a:lnTo>
                    <a:cubicBezTo>
                      <a:pt x="207752" y="401716"/>
                      <a:pt x="195217" y="399949"/>
                      <a:pt x="188901" y="395302"/>
                    </a:cubicBezTo>
                    <a:cubicBezTo>
                      <a:pt x="182944" y="390916"/>
                      <a:pt x="177773" y="379855"/>
                      <a:pt x="176923" y="379331"/>
                    </a:cubicBezTo>
                    <a:close/>
                    <a:moveTo>
                      <a:pt x="417959" y="412615"/>
                    </a:moveTo>
                    <a:cubicBezTo>
                      <a:pt x="417959" y="393862"/>
                      <a:pt x="402741" y="378644"/>
                      <a:pt x="383988" y="378644"/>
                    </a:cubicBezTo>
                    <a:cubicBezTo>
                      <a:pt x="365235" y="378644"/>
                      <a:pt x="350017" y="393862"/>
                      <a:pt x="350017" y="412615"/>
                    </a:cubicBezTo>
                    <a:cubicBezTo>
                      <a:pt x="350017" y="431367"/>
                      <a:pt x="365235" y="446586"/>
                      <a:pt x="383988" y="446586"/>
                    </a:cubicBezTo>
                    <a:cubicBezTo>
                      <a:pt x="402741" y="446586"/>
                      <a:pt x="417959" y="431367"/>
                      <a:pt x="417959" y="412615"/>
                    </a:cubicBezTo>
                    <a:close/>
                    <a:moveTo>
                      <a:pt x="324326" y="405546"/>
                    </a:moveTo>
                    <a:lnTo>
                      <a:pt x="260901" y="383258"/>
                    </a:lnTo>
                    <a:cubicBezTo>
                      <a:pt x="256941" y="388920"/>
                      <a:pt x="240184" y="398346"/>
                      <a:pt x="238090" y="401815"/>
                    </a:cubicBezTo>
                    <a:cubicBezTo>
                      <a:pt x="233901" y="408687"/>
                      <a:pt x="238221" y="466418"/>
                      <a:pt x="239628" y="478789"/>
                    </a:cubicBezTo>
                    <a:cubicBezTo>
                      <a:pt x="240741" y="488575"/>
                      <a:pt x="244079" y="500422"/>
                      <a:pt x="255959" y="495087"/>
                    </a:cubicBezTo>
                    <a:cubicBezTo>
                      <a:pt x="261097" y="492764"/>
                      <a:pt x="327763" y="442167"/>
                      <a:pt x="329792" y="437946"/>
                    </a:cubicBezTo>
                    <a:lnTo>
                      <a:pt x="324293" y="405546"/>
                    </a:lnTo>
                    <a:close/>
                    <a:moveTo>
                      <a:pt x="858239" y="395302"/>
                    </a:moveTo>
                    <a:lnTo>
                      <a:pt x="691363" y="457418"/>
                    </a:lnTo>
                    <a:cubicBezTo>
                      <a:pt x="717774" y="459055"/>
                      <a:pt x="749126" y="469953"/>
                      <a:pt x="774948" y="470607"/>
                    </a:cubicBezTo>
                    <a:cubicBezTo>
                      <a:pt x="794519" y="471131"/>
                      <a:pt x="790068" y="463767"/>
                      <a:pt x="801686" y="458171"/>
                    </a:cubicBezTo>
                    <a:cubicBezTo>
                      <a:pt x="809508" y="454407"/>
                      <a:pt x="820864" y="455716"/>
                      <a:pt x="824759" y="453393"/>
                    </a:cubicBezTo>
                    <a:cubicBezTo>
                      <a:pt x="829406" y="450644"/>
                      <a:pt x="852217" y="403516"/>
                      <a:pt x="858239" y="395269"/>
                    </a:cubicBezTo>
                    <a:close/>
                    <a:moveTo>
                      <a:pt x="475755" y="525916"/>
                    </a:moveTo>
                    <a:cubicBezTo>
                      <a:pt x="495163" y="518946"/>
                      <a:pt x="508090" y="524084"/>
                      <a:pt x="525468" y="532036"/>
                    </a:cubicBezTo>
                    <a:lnTo>
                      <a:pt x="602901" y="472178"/>
                    </a:lnTo>
                    <a:lnTo>
                      <a:pt x="593999" y="464782"/>
                    </a:lnTo>
                    <a:cubicBezTo>
                      <a:pt x="548410" y="461476"/>
                      <a:pt x="498141" y="441807"/>
                      <a:pt x="453632" y="438175"/>
                    </a:cubicBezTo>
                    <a:cubicBezTo>
                      <a:pt x="438217" y="436898"/>
                      <a:pt x="432228" y="438109"/>
                      <a:pt x="427613" y="454375"/>
                    </a:cubicBezTo>
                    <a:lnTo>
                      <a:pt x="475755" y="525916"/>
                    </a:lnTo>
                    <a:close/>
                    <a:moveTo>
                      <a:pt x="655494" y="461935"/>
                    </a:moveTo>
                    <a:cubicBezTo>
                      <a:pt x="655494" y="453622"/>
                      <a:pt x="648752" y="446880"/>
                      <a:pt x="640439" y="446880"/>
                    </a:cubicBezTo>
                    <a:cubicBezTo>
                      <a:pt x="632126" y="446880"/>
                      <a:pt x="625384" y="453622"/>
                      <a:pt x="625384" y="461935"/>
                    </a:cubicBezTo>
                    <a:cubicBezTo>
                      <a:pt x="625384" y="470247"/>
                      <a:pt x="632126" y="476989"/>
                      <a:pt x="640439" y="476989"/>
                    </a:cubicBezTo>
                    <a:cubicBezTo>
                      <a:pt x="648752" y="476989"/>
                      <a:pt x="655494" y="470247"/>
                      <a:pt x="655494" y="461935"/>
                    </a:cubicBezTo>
                    <a:close/>
                    <a:moveTo>
                      <a:pt x="269115" y="522873"/>
                    </a:moveTo>
                    <a:lnTo>
                      <a:pt x="445024" y="551640"/>
                    </a:lnTo>
                    <a:lnTo>
                      <a:pt x="454973" y="540316"/>
                    </a:lnTo>
                    <a:cubicBezTo>
                      <a:pt x="455366" y="535996"/>
                      <a:pt x="410988" y="470935"/>
                      <a:pt x="406603" y="468676"/>
                    </a:cubicBezTo>
                    <a:cubicBezTo>
                      <a:pt x="401268" y="465927"/>
                      <a:pt x="357675" y="477186"/>
                      <a:pt x="346057" y="458466"/>
                    </a:cubicBezTo>
                    <a:lnTo>
                      <a:pt x="271373" y="512924"/>
                    </a:lnTo>
                    <a:lnTo>
                      <a:pt x="269148" y="522873"/>
                    </a:lnTo>
                    <a:close/>
                    <a:moveTo>
                      <a:pt x="678239" y="480393"/>
                    </a:moveTo>
                    <a:lnTo>
                      <a:pt x="769973" y="570524"/>
                    </a:lnTo>
                    <a:cubicBezTo>
                      <a:pt x="785453" y="578640"/>
                      <a:pt x="796810" y="529484"/>
                      <a:pt x="796024" y="521400"/>
                    </a:cubicBezTo>
                    <a:cubicBezTo>
                      <a:pt x="795697" y="518291"/>
                      <a:pt x="785323" y="500455"/>
                      <a:pt x="782835" y="498524"/>
                    </a:cubicBezTo>
                    <a:cubicBezTo>
                      <a:pt x="769450" y="488247"/>
                      <a:pt x="698595" y="487069"/>
                      <a:pt x="678272" y="480393"/>
                    </a:cubicBezTo>
                    <a:close/>
                    <a:moveTo>
                      <a:pt x="824988" y="480818"/>
                    </a:moveTo>
                    <a:lnTo>
                      <a:pt x="809115" y="480360"/>
                    </a:lnTo>
                    <a:lnTo>
                      <a:pt x="814123" y="499964"/>
                    </a:lnTo>
                    <a:cubicBezTo>
                      <a:pt x="826690" y="500127"/>
                      <a:pt x="831337" y="490996"/>
                      <a:pt x="824988" y="480818"/>
                    </a:cubicBezTo>
                    <a:close/>
                    <a:moveTo>
                      <a:pt x="750239" y="585055"/>
                    </a:moveTo>
                    <a:lnTo>
                      <a:pt x="659846" y="497509"/>
                    </a:lnTo>
                    <a:cubicBezTo>
                      <a:pt x="645479" y="505102"/>
                      <a:pt x="624664" y="494302"/>
                      <a:pt x="612981" y="498360"/>
                    </a:cubicBezTo>
                    <a:cubicBezTo>
                      <a:pt x="609119" y="499702"/>
                      <a:pt x="551715" y="542607"/>
                      <a:pt x="547199" y="547353"/>
                    </a:cubicBezTo>
                    <a:cubicBezTo>
                      <a:pt x="540163" y="554749"/>
                      <a:pt x="535548" y="562047"/>
                      <a:pt x="549064" y="565353"/>
                    </a:cubicBezTo>
                    <a:lnTo>
                      <a:pt x="750239" y="585055"/>
                    </a:lnTo>
                    <a:close/>
                    <a:moveTo>
                      <a:pt x="244177" y="528306"/>
                    </a:moveTo>
                    <a:cubicBezTo>
                      <a:pt x="244177" y="521629"/>
                      <a:pt x="238744" y="516196"/>
                      <a:pt x="232068" y="516196"/>
                    </a:cubicBezTo>
                    <a:cubicBezTo>
                      <a:pt x="225392" y="516196"/>
                      <a:pt x="219959" y="521629"/>
                      <a:pt x="219959" y="528306"/>
                    </a:cubicBezTo>
                    <a:cubicBezTo>
                      <a:pt x="219959" y="534982"/>
                      <a:pt x="225392" y="540415"/>
                      <a:pt x="232068" y="540415"/>
                    </a:cubicBezTo>
                    <a:cubicBezTo>
                      <a:pt x="238744" y="540415"/>
                      <a:pt x="244177" y="534982"/>
                      <a:pt x="244177" y="528306"/>
                    </a:cubicBezTo>
                    <a:close/>
                    <a:moveTo>
                      <a:pt x="518497" y="571833"/>
                    </a:moveTo>
                    <a:cubicBezTo>
                      <a:pt x="518497" y="558480"/>
                      <a:pt x="507664" y="547647"/>
                      <a:pt x="494312" y="547647"/>
                    </a:cubicBezTo>
                    <a:cubicBezTo>
                      <a:pt x="480959" y="547647"/>
                      <a:pt x="470126" y="558480"/>
                      <a:pt x="470126" y="571833"/>
                    </a:cubicBezTo>
                    <a:cubicBezTo>
                      <a:pt x="470126" y="585186"/>
                      <a:pt x="480959" y="596018"/>
                      <a:pt x="494312" y="596018"/>
                    </a:cubicBezTo>
                    <a:cubicBezTo>
                      <a:pt x="507664" y="596018"/>
                      <a:pt x="518497" y="585186"/>
                      <a:pt x="518497" y="571833"/>
                    </a:cubicBezTo>
                    <a:close/>
                    <a:moveTo>
                      <a:pt x="422933" y="572029"/>
                    </a:moveTo>
                    <a:lnTo>
                      <a:pt x="282239" y="549120"/>
                    </a:lnTo>
                    <a:lnTo>
                      <a:pt x="314737" y="577135"/>
                    </a:lnTo>
                    <a:cubicBezTo>
                      <a:pt x="328188" y="571407"/>
                      <a:pt x="339741" y="566236"/>
                      <a:pt x="354010" y="573895"/>
                    </a:cubicBezTo>
                    <a:cubicBezTo>
                      <a:pt x="360850" y="577560"/>
                      <a:pt x="363893" y="588262"/>
                      <a:pt x="375315" y="585284"/>
                    </a:cubicBezTo>
                    <a:lnTo>
                      <a:pt x="422933" y="572062"/>
                    </a:lnTo>
                    <a:close/>
                    <a:moveTo>
                      <a:pt x="724024" y="608029"/>
                    </a:moveTo>
                    <a:lnTo>
                      <a:pt x="553875" y="591666"/>
                    </a:lnTo>
                    <a:cubicBezTo>
                      <a:pt x="563399" y="599258"/>
                      <a:pt x="589646" y="620073"/>
                      <a:pt x="599628" y="623018"/>
                    </a:cubicBezTo>
                    <a:cubicBezTo>
                      <a:pt x="614748" y="627469"/>
                      <a:pt x="638377" y="610942"/>
                      <a:pt x="657097" y="630906"/>
                    </a:cubicBezTo>
                    <a:lnTo>
                      <a:pt x="724024" y="608029"/>
                    </a:lnTo>
                    <a:close/>
                    <a:moveTo>
                      <a:pt x="797923" y="603055"/>
                    </a:moveTo>
                    <a:cubicBezTo>
                      <a:pt x="797923" y="597295"/>
                      <a:pt x="793243" y="592615"/>
                      <a:pt x="787483" y="592615"/>
                    </a:cubicBezTo>
                    <a:cubicBezTo>
                      <a:pt x="781723" y="592615"/>
                      <a:pt x="777043" y="597295"/>
                      <a:pt x="777043" y="603055"/>
                    </a:cubicBezTo>
                    <a:cubicBezTo>
                      <a:pt x="777043" y="608815"/>
                      <a:pt x="781723" y="613495"/>
                      <a:pt x="787483" y="613495"/>
                    </a:cubicBezTo>
                    <a:cubicBezTo>
                      <a:pt x="793243" y="613495"/>
                      <a:pt x="797923" y="608815"/>
                      <a:pt x="797923" y="603055"/>
                    </a:cubicBezTo>
                    <a:close/>
                    <a:moveTo>
                      <a:pt x="348348" y="604724"/>
                    </a:moveTo>
                    <a:cubicBezTo>
                      <a:pt x="348348" y="598931"/>
                      <a:pt x="343668" y="594251"/>
                      <a:pt x="337875" y="594251"/>
                    </a:cubicBezTo>
                    <a:cubicBezTo>
                      <a:pt x="332083" y="594251"/>
                      <a:pt x="327403" y="598931"/>
                      <a:pt x="327403" y="604724"/>
                    </a:cubicBezTo>
                    <a:cubicBezTo>
                      <a:pt x="327403" y="610516"/>
                      <a:pt x="332083" y="615196"/>
                      <a:pt x="337875" y="615196"/>
                    </a:cubicBezTo>
                    <a:cubicBezTo>
                      <a:pt x="343668" y="615196"/>
                      <a:pt x="348348" y="610516"/>
                      <a:pt x="348348" y="604724"/>
                    </a:cubicBezTo>
                    <a:close/>
                    <a:moveTo>
                      <a:pt x="618414" y="687393"/>
                    </a:moveTo>
                    <a:cubicBezTo>
                      <a:pt x="613733" y="683138"/>
                      <a:pt x="602803" y="683466"/>
                      <a:pt x="596813" y="671389"/>
                    </a:cubicBezTo>
                    <a:cubicBezTo>
                      <a:pt x="592166" y="662029"/>
                      <a:pt x="595079" y="652015"/>
                      <a:pt x="589843" y="645633"/>
                    </a:cubicBezTo>
                    <a:cubicBezTo>
                      <a:pt x="586472" y="641542"/>
                      <a:pt x="530115" y="607833"/>
                      <a:pt x="526483" y="608520"/>
                    </a:cubicBezTo>
                    <a:lnTo>
                      <a:pt x="519512" y="614411"/>
                    </a:lnTo>
                    <a:lnTo>
                      <a:pt x="567621" y="798731"/>
                    </a:lnTo>
                    <a:cubicBezTo>
                      <a:pt x="574068" y="823146"/>
                      <a:pt x="611213" y="780404"/>
                      <a:pt x="611966" y="776182"/>
                    </a:cubicBezTo>
                    <a:cubicBezTo>
                      <a:pt x="612915" y="770913"/>
                      <a:pt x="608235" y="763124"/>
                      <a:pt x="610821" y="751800"/>
                    </a:cubicBezTo>
                    <a:cubicBezTo>
                      <a:pt x="613766" y="738906"/>
                      <a:pt x="625417" y="735927"/>
                      <a:pt x="626104" y="724244"/>
                    </a:cubicBezTo>
                    <a:cubicBezTo>
                      <a:pt x="626399" y="719236"/>
                      <a:pt x="621163" y="689978"/>
                      <a:pt x="618348" y="687426"/>
                    </a:cubicBezTo>
                    <a:close/>
                    <a:moveTo>
                      <a:pt x="627544" y="640331"/>
                    </a:moveTo>
                    <a:lnTo>
                      <a:pt x="614028" y="653782"/>
                    </a:lnTo>
                    <a:lnTo>
                      <a:pt x="627479" y="667298"/>
                    </a:lnTo>
                    <a:lnTo>
                      <a:pt x="640995" y="653847"/>
                    </a:lnTo>
                    <a:lnTo>
                      <a:pt x="627544" y="640331"/>
                    </a:lnTo>
                    <a:close/>
                    <a:moveTo>
                      <a:pt x="655134" y="761356"/>
                    </a:moveTo>
                    <a:cubicBezTo>
                      <a:pt x="655134" y="755760"/>
                      <a:pt x="650617" y="751244"/>
                      <a:pt x="645021" y="751244"/>
                    </a:cubicBezTo>
                    <a:cubicBezTo>
                      <a:pt x="639424" y="751244"/>
                      <a:pt x="634908" y="755760"/>
                      <a:pt x="634908" y="761356"/>
                    </a:cubicBezTo>
                    <a:cubicBezTo>
                      <a:pt x="634908" y="766953"/>
                      <a:pt x="639424" y="771469"/>
                      <a:pt x="645021" y="771469"/>
                    </a:cubicBezTo>
                    <a:cubicBezTo>
                      <a:pt x="650617" y="771469"/>
                      <a:pt x="655134" y="766953"/>
                      <a:pt x="655134" y="761356"/>
                    </a:cubicBezTo>
                    <a:close/>
                    <a:moveTo>
                      <a:pt x="576457" y="839706"/>
                    </a:moveTo>
                    <a:cubicBezTo>
                      <a:pt x="576457" y="834142"/>
                      <a:pt x="571941" y="829626"/>
                      <a:pt x="566377" y="829626"/>
                    </a:cubicBezTo>
                    <a:cubicBezTo>
                      <a:pt x="560813" y="829626"/>
                      <a:pt x="556297" y="834142"/>
                      <a:pt x="556297" y="839706"/>
                    </a:cubicBezTo>
                    <a:cubicBezTo>
                      <a:pt x="556297" y="845269"/>
                      <a:pt x="560813" y="849786"/>
                      <a:pt x="566377" y="849786"/>
                    </a:cubicBezTo>
                    <a:cubicBezTo>
                      <a:pt x="571941" y="849786"/>
                      <a:pt x="576457" y="845269"/>
                      <a:pt x="576457" y="839706"/>
                    </a:cubicBezTo>
                    <a:close/>
                  </a:path>
                </a:pathLst>
              </a:custGeom>
              <a:solidFill>
                <a:schemeClr val="accent4">
                  <a:lumMod val="40000"/>
                  <a:lumOff val="60000"/>
                </a:schemeClr>
              </a:solidFill>
              <a:ln w="9525" cap="flat">
                <a:solidFill>
                  <a:schemeClr val="accent4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0BA5AB34-F5B3-3DC2-C1F8-A6570E90BEE0}"/>
                  </a:ext>
                </a:extLst>
              </p:cNvPr>
              <p:cNvSpPr/>
              <p:nvPr/>
            </p:nvSpPr>
            <p:spPr>
              <a:xfrm>
                <a:off x="2625190" y="4674998"/>
                <a:ext cx="1055127" cy="1055127"/>
              </a:xfrm>
              <a:prstGeom prst="ellipse">
                <a:avLst/>
              </a:prstGeom>
              <a:noFill/>
              <a:ln w="26093" cap="flat">
                <a:solidFill>
                  <a:schemeClr val="accent4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259B9F46-5683-9F5F-69C0-78CA10035188}"/>
                </a:ext>
              </a:extLst>
            </p:cNvPr>
            <p:cNvGrpSpPr/>
            <p:nvPr/>
          </p:nvGrpSpPr>
          <p:grpSpPr>
            <a:xfrm>
              <a:off x="838200" y="4631370"/>
              <a:ext cx="703418" cy="703418"/>
              <a:chOff x="846927" y="4850635"/>
              <a:chExt cx="703418" cy="703418"/>
            </a:xfrm>
          </p:grpSpPr>
          <p:sp>
            <p:nvSpPr>
              <p:cNvPr id="30" name="Figura a mano libera: forma 29">
                <a:extLst>
                  <a:ext uri="{FF2B5EF4-FFF2-40B4-BE49-F238E27FC236}">
                    <a16:creationId xmlns:a16="http://schemas.microsoft.com/office/drawing/2014/main" id="{ABE2173F-746E-6085-0D91-0C8CE90E534D}"/>
                  </a:ext>
                </a:extLst>
              </p:cNvPr>
              <p:cNvSpPr/>
              <p:nvPr/>
            </p:nvSpPr>
            <p:spPr>
              <a:xfrm>
                <a:off x="891720" y="4911100"/>
                <a:ext cx="613752" cy="582409"/>
              </a:xfrm>
              <a:custGeom>
                <a:avLst/>
                <a:gdLst>
                  <a:gd name="csX0" fmla="*/ 284487 w 613752"/>
                  <a:gd name="csY0" fmla="*/ 16618 h 582409"/>
                  <a:gd name="csX1" fmla="*/ 343701 w 613752"/>
                  <a:gd name="csY1" fmla="*/ 19171 h 582409"/>
                  <a:gd name="csX2" fmla="*/ 356334 w 613752"/>
                  <a:gd name="csY2" fmla="*/ 5142 h 582409"/>
                  <a:gd name="csX3" fmla="*/ 388930 w 613752"/>
                  <a:gd name="csY3" fmla="*/ 11469 h 582409"/>
                  <a:gd name="csX4" fmla="*/ 396697 w 613752"/>
                  <a:gd name="csY4" fmla="*/ 29884 h 582409"/>
                  <a:gd name="csX5" fmla="*/ 459447 w 613752"/>
                  <a:gd name="csY5" fmla="*/ 53513 h 582409"/>
                  <a:gd name="csX6" fmla="*/ 479519 w 613752"/>
                  <a:gd name="csY6" fmla="*/ 45222 h 582409"/>
                  <a:gd name="csX7" fmla="*/ 512225 w 613752"/>
                  <a:gd name="csY7" fmla="*/ 67062 h 582409"/>
                  <a:gd name="csX8" fmla="*/ 511963 w 613752"/>
                  <a:gd name="csY8" fmla="*/ 87964 h 582409"/>
                  <a:gd name="csX9" fmla="*/ 539519 w 613752"/>
                  <a:gd name="csY9" fmla="*/ 114124 h 582409"/>
                  <a:gd name="csX10" fmla="*/ 561883 w 613752"/>
                  <a:gd name="csY10" fmla="*/ 113404 h 582409"/>
                  <a:gd name="csX11" fmla="*/ 580930 w 613752"/>
                  <a:gd name="csY11" fmla="*/ 138036 h 582409"/>
                  <a:gd name="csX12" fmla="*/ 572574 w 613752"/>
                  <a:gd name="csY12" fmla="*/ 165833 h 582409"/>
                  <a:gd name="csX13" fmla="*/ 592145 w 613752"/>
                  <a:gd name="csY13" fmla="*/ 222756 h 582409"/>
                  <a:gd name="csX14" fmla="*/ 613134 w 613752"/>
                  <a:gd name="csY14" fmla="*/ 250945 h 582409"/>
                  <a:gd name="csX15" fmla="*/ 587279 w 613752"/>
                  <a:gd name="csY15" fmla="*/ 270975 h 582409"/>
                  <a:gd name="csX16" fmla="*/ 564261 w 613752"/>
                  <a:gd name="csY16" fmla="*/ 309244 h 582409"/>
                  <a:gd name="csX17" fmla="*/ 565308 w 613752"/>
                  <a:gd name="csY17" fmla="*/ 338458 h 582409"/>
                  <a:gd name="csX18" fmla="*/ 546370 w 613752"/>
                  <a:gd name="csY18" fmla="*/ 352225 h 582409"/>
                  <a:gd name="csX19" fmla="*/ 539192 w 613752"/>
                  <a:gd name="csY19" fmla="*/ 382422 h 582409"/>
                  <a:gd name="csX20" fmla="*/ 548050 w 613752"/>
                  <a:gd name="csY20" fmla="*/ 397826 h 582409"/>
                  <a:gd name="csX21" fmla="*/ 519207 w 613752"/>
                  <a:gd name="csY21" fmla="*/ 424422 h 582409"/>
                  <a:gd name="csX22" fmla="*/ 504348 w 613752"/>
                  <a:gd name="csY22" fmla="*/ 417200 h 582409"/>
                  <a:gd name="csX23" fmla="*/ 442385 w 613752"/>
                  <a:gd name="csY23" fmla="*/ 438058 h 582409"/>
                  <a:gd name="csX24" fmla="*/ 438763 w 613752"/>
                  <a:gd name="csY24" fmla="*/ 447527 h 582409"/>
                  <a:gd name="csX25" fmla="*/ 430210 w 613752"/>
                  <a:gd name="csY25" fmla="*/ 460793 h 582409"/>
                  <a:gd name="csX26" fmla="*/ 434094 w 613752"/>
                  <a:gd name="csY26" fmla="*/ 481127 h 582409"/>
                  <a:gd name="csX27" fmla="*/ 451047 w 613752"/>
                  <a:gd name="csY27" fmla="*/ 499018 h 582409"/>
                  <a:gd name="csX28" fmla="*/ 446770 w 613752"/>
                  <a:gd name="csY28" fmla="*/ 523193 h 582409"/>
                  <a:gd name="csX29" fmla="*/ 416007 w 613752"/>
                  <a:gd name="csY29" fmla="*/ 531702 h 582409"/>
                  <a:gd name="csX30" fmla="*/ 400101 w 613752"/>
                  <a:gd name="csY30" fmla="*/ 548698 h 582409"/>
                  <a:gd name="csX31" fmla="*/ 400734 w 613752"/>
                  <a:gd name="csY31" fmla="*/ 560524 h 582409"/>
                  <a:gd name="csX32" fmla="*/ 354828 w 613752"/>
                  <a:gd name="csY32" fmla="*/ 553520 h 582409"/>
                  <a:gd name="csX33" fmla="*/ 363927 w 613752"/>
                  <a:gd name="csY33" fmla="*/ 538247 h 582409"/>
                  <a:gd name="csX34" fmla="*/ 329497 w 613752"/>
                  <a:gd name="csY34" fmla="*/ 414429 h 582409"/>
                  <a:gd name="csX35" fmla="*/ 298319 w 613752"/>
                  <a:gd name="csY35" fmla="*/ 396495 h 582409"/>
                  <a:gd name="csX36" fmla="*/ 248552 w 613752"/>
                  <a:gd name="csY36" fmla="*/ 407426 h 582409"/>
                  <a:gd name="csX37" fmla="*/ 222501 w 613752"/>
                  <a:gd name="csY37" fmla="*/ 426713 h 582409"/>
                  <a:gd name="csX38" fmla="*/ 196952 w 613752"/>
                  <a:gd name="csY38" fmla="*/ 395360 h 582409"/>
                  <a:gd name="csX39" fmla="*/ 168501 w 613752"/>
                  <a:gd name="csY39" fmla="*/ 373782 h 582409"/>
                  <a:gd name="csX40" fmla="*/ 154276 w 613752"/>
                  <a:gd name="csY40" fmla="*/ 376989 h 582409"/>
                  <a:gd name="csX41" fmla="*/ 130996 w 613752"/>
                  <a:gd name="csY41" fmla="*/ 342451 h 582409"/>
                  <a:gd name="csX42" fmla="*/ 57076 w 613752"/>
                  <a:gd name="csY42" fmla="*/ 284218 h 582409"/>
                  <a:gd name="csX43" fmla="*/ 16123 w 613752"/>
                  <a:gd name="csY43" fmla="*/ 263993 h 582409"/>
                  <a:gd name="csX44" fmla="*/ 30087 w 613752"/>
                  <a:gd name="csY44" fmla="*/ 236327 h 582409"/>
                  <a:gd name="csX45" fmla="*/ 24087 w 613752"/>
                  <a:gd name="csY45" fmla="*/ 191840 h 582409"/>
                  <a:gd name="csX46" fmla="*/ 9076 w 613752"/>
                  <a:gd name="csY46" fmla="*/ 183964 h 582409"/>
                  <a:gd name="csX47" fmla="*/ 44116 w 613752"/>
                  <a:gd name="csY47" fmla="*/ 140305 h 582409"/>
                  <a:gd name="csX48" fmla="*/ 122116 w 613752"/>
                  <a:gd name="csY48" fmla="*/ 72320 h 582409"/>
                  <a:gd name="csX49" fmla="*/ 167083 w 613752"/>
                  <a:gd name="csY49" fmla="*/ 30320 h 582409"/>
                  <a:gd name="csX50" fmla="*/ 184232 w 613752"/>
                  <a:gd name="csY50" fmla="*/ 40575 h 582409"/>
                  <a:gd name="csX51" fmla="*/ 236857 w 613752"/>
                  <a:gd name="csY51" fmla="*/ 23687 h 582409"/>
                  <a:gd name="csX52" fmla="*/ 244690 w 613752"/>
                  <a:gd name="csY52" fmla="*/ 6996 h 582409"/>
                  <a:gd name="csX53" fmla="*/ 284443 w 613752"/>
                  <a:gd name="csY53" fmla="*/ 16596 h 582409"/>
                  <a:gd name="csX54" fmla="*/ 270239 w 613752"/>
                  <a:gd name="csY54" fmla="*/ 24669 h 582409"/>
                  <a:gd name="csX55" fmla="*/ 262188 w 613752"/>
                  <a:gd name="csY55" fmla="*/ 16618 h 582409"/>
                  <a:gd name="csX56" fmla="*/ 254137 w 613752"/>
                  <a:gd name="csY56" fmla="*/ 24669 h 582409"/>
                  <a:gd name="csX57" fmla="*/ 262188 w 613752"/>
                  <a:gd name="csY57" fmla="*/ 32720 h 582409"/>
                  <a:gd name="csX58" fmla="*/ 270239 w 613752"/>
                  <a:gd name="csY58" fmla="*/ 24669 h 582409"/>
                  <a:gd name="csX59" fmla="*/ 377999 w 613752"/>
                  <a:gd name="csY59" fmla="*/ 27571 h 582409"/>
                  <a:gd name="csX60" fmla="*/ 368945 w 613752"/>
                  <a:gd name="csY60" fmla="*/ 18516 h 582409"/>
                  <a:gd name="csX61" fmla="*/ 359890 w 613752"/>
                  <a:gd name="csY61" fmla="*/ 27571 h 582409"/>
                  <a:gd name="csX62" fmla="*/ 368945 w 613752"/>
                  <a:gd name="csY62" fmla="*/ 36625 h 582409"/>
                  <a:gd name="csX63" fmla="*/ 377999 w 613752"/>
                  <a:gd name="csY63" fmla="*/ 27571 h 582409"/>
                  <a:gd name="csX64" fmla="*/ 345250 w 613752"/>
                  <a:gd name="csY64" fmla="*/ 34422 h 582409"/>
                  <a:gd name="csX65" fmla="*/ 290705 w 613752"/>
                  <a:gd name="csY65" fmla="*/ 34422 h 582409"/>
                  <a:gd name="csX66" fmla="*/ 348457 w 613752"/>
                  <a:gd name="csY66" fmla="*/ 77993 h 582409"/>
                  <a:gd name="csX67" fmla="*/ 358516 w 613752"/>
                  <a:gd name="csY67" fmla="*/ 52880 h 582409"/>
                  <a:gd name="csX68" fmla="*/ 348588 w 613752"/>
                  <a:gd name="csY68" fmla="*/ 43040 h 582409"/>
                  <a:gd name="csX69" fmla="*/ 345250 w 613752"/>
                  <a:gd name="csY69" fmla="*/ 34422 h 582409"/>
                  <a:gd name="csX70" fmla="*/ 200901 w 613752"/>
                  <a:gd name="csY70" fmla="*/ 116960 h 582409"/>
                  <a:gd name="csX71" fmla="*/ 242683 w 613752"/>
                  <a:gd name="csY71" fmla="*/ 38785 h 582409"/>
                  <a:gd name="csX72" fmla="*/ 184057 w 613752"/>
                  <a:gd name="csY72" fmla="*/ 56524 h 582409"/>
                  <a:gd name="csX73" fmla="*/ 173847 w 613752"/>
                  <a:gd name="csY73" fmla="*/ 84778 h 582409"/>
                  <a:gd name="csX74" fmla="*/ 188487 w 613752"/>
                  <a:gd name="csY74" fmla="*/ 116960 h 582409"/>
                  <a:gd name="csX75" fmla="*/ 200901 w 613752"/>
                  <a:gd name="csY75" fmla="*/ 116960 h 582409"/>
                  <a:gd name="csX76" fmla="*/ 167519 w 613752"/>
                  <a:gd name="csY76" fmla="*/ 58662 h 582409"/>
                  <a:gd name="csX77" fmla="*/ 151897 w 613752"/>
                  <a:gd name="csY77" fmla="*/ 43040 h 582409"/>
                  <a:gd name="csX78" fmla="*/ 136276 w 613752"/>
                  <a:gd name="csY78" fmla="*/ 58662 h 582409"/>
                  <a:gd name="csX79" fmla="*/ 151897 w 613752"/>
                  <a:gd name="csY79" fmla="*/ 74284 h 582409"/>
                  <a:gd name="csX80" fmla="*/ 167519 w 613752"/>
                  <a:gd name="csY80" fmla="*/ 58662 h 582409"/>
                  <a:gd name="csX81" fmla="*/ 336021 w 613752"/>
                  <a:gd name="csY81" fmla="*/ 101600 h 582409"/>
                  <a:gd name="csX82" fmla="*/ 337701 w 613752"/>
                  <a:gd name="csY82" fmla="*/ 91193 h 582409"/>
                  <a:gd name="csX83" fmla="*/ 274712 w 613752"/>
                  <a:gd name="csY83" fmla="*/ 45811 h 582409"/>
                  <a:gd name="csX84" fmla="*/ 256188 w 613752"/>
                  <a:gd name="csY84" fmla="*/ 50109 h 582409"/>
                  <a:gd name="csX85" fmla="*/ 214668 w 613752"/>
                  <a:gd name="csY85" fmla="*/ 126844 h 582409"/>
                  <a:gd name="csX86" fmla="*/ 221497 w 613752"/>
                  <a:gd name="csY86" fmla="*/ 132124 h 582409"/>
                  <a:gd name="csX87" fmla="*/ 335999 w 613752"/>
                  <a:gd name="csY87" fmla="*/ 101600 h 582409"/>
                  <a:gd name="csX88" fmla="*/ 449956 w 613752"/>
                  <a:gd name="csY88" fmla="*/ 67171 h 582409"/>
                  <a:gd name="csX89" fmla="*/ 391985 w 613752"/>
                  <a:gd name="csY89" fmla="*/ 45353 h 582409"/>
                  <a:gd name="csX90" fmla="*/ 376188 w 613752"/>
                  <a:gd name="csY90" fmla="*/ 74393 h 582409"/>
                  <a:gd name="csX91" fmla="*/ 388145 w 613752"/>
                  <a:gd name="csY91" fmla="*/ 86960 h 582409"/>
                  <a:gd name="csX92" fmla="*/ 446792 w 613752"/>
                  <a:gd name="csY92" fmla="*/ 71578 h 582409"/>
                  <a:gd name="csX93" fmla="*/ 449977 w 613752"/>
                  <a:gd name="csY93" fmla="*/ 67193 h 582409"/>
                  <a:gd name="csX94" fmla="*/ 497301 w 613752"/>
                  <a:gd name="csY94" fmla="*/ 77578 h 582409"/>
                  <a:gd name="csX95" fmla="*/ 481876 w 613752"/>
                  <a:gd name="csY95" fmla="*/ 62153 h 582409"/>
                  <a:gd name="csX96" fmla="*/ 466450 w 613752"/>
                  <a:gd name="csY96" fmla="*/ 77578 h 582409"/>
                  <a:gd name="csX97" fmla="*/ 481876 w 613752"/>
                  <a:gd name="csY97" fmla="*/ 93004 h 582409"/>
                  <a:gd name="csX98" fmla="*/ 497301 w 613752"/>
                  <a:gd name="csY98" fmla="*/ 77578 h 582409"/>
                  <a:gd name="csX99" fmla="*/ 55090 w 613752"/>
                  <a:gd name="csY99" fmla="*/ 154422 h 582409"/>
                  <a:gd name="csX100" fmla="*/ 159883 w 613752"/>
                  <a:gd name="csY100" fmla="*/ 144691 h 582409"/>
                  <a:gd name="csX101" fmla="*/ 170487 w 613752"/>
                  <a:gd name="csY101" fmla="*/ 122829 h 582409"/>
                  <a:gd name="csX102" fmla="*/ 158727 w 613752"/>
                  <a:gd name="csY102" fmla="*/ 93287 h 582409"/>
                  <a:gd name="csX103" fmla="*/ 132130 w 613752"/>
                  <a:gd name="csY103" fmla="*/ 86153 h 582409"/>
                  <a:gd name="csX104" fmla="*/ 68116 w 613752"/>
                  <a:gd name="csY104" fmla="*/ 140196 h 582409"/>
                  <a:gd name="csX105" fmla="*/ 55090 w 613752"/>
                  <a:gd name="csY105" fmla="*/ 154422 h 582409"/>
                  <a:gd name="csX106" fmla="*/ 452028 w 613752"/>
                  <a:gd name="csY106" fmla="*/ 86829 h 582409"/>
                  <a:gd name="csX107" fmla="*/ 394887 w 613752"/>
                  <a:gd name="csY107" fmla="*/ 102058 h 582409"/>
                  <a:gd name="csX108" fmla="*/ 391308 w 613752"/>
                  <a:gd name="csY108" fmla="*/ 109433 h 582409"/>
                  <a:gd name="csX109" fmla="*/ 451025 w 613752"/>
                  <a:gd name="csY109" fmla="*/ 152153 h 582409"/>
                  <a:gd name="csX110" fmla="*/ 464988 w 613752"/>
                  <a:gd name="csY110" fmla="*/ 147636 h 582409"/>
                  <a:gd name="csX111" fmla="*/ 467497 w 613752"/>
                  <a:gd name="csY111" fmla="*/ 122873 h 582409"/>
                  <a:gd name="csX112" fmla="*/ 467454 w 613752"/>
                  <a:gd name="csY112" fmla="*/ 105767 h 582409"/>
                  <a:gd name="csX113" fmla="*/ 452028 w 613752"/>
                  <a:gd name="csY113" fmla="*/ 86807 h 582409"/>
                  <a:gd name="csX114" fmla="*/ 376319 w 613752"/>
                  <a:gd name="csY114" fmla="*/ 101644 h 582409"/>
                  <a:gd name="csX115" fmla="*/ 365061 w 613752"/>
                  <a:gd name="csY115" fmla="*/ 90385 h 582409"/>
                  <a:gd name="csX116" fmla="*/ 353803 w 613752"/>
                  <a:gd name="csY116" fmla="*/ 101644 h 582409"/>
                  <a:gd name="csX117" fmla="*/ 365061 w 613752"/>
                  <a:gd name="csY117" fmla="*/ 112902 h 582409"/>
                  <a:gd name="csX118" fmla="*/ 376319 w 613752"/>
                  <a:gd name="csY118" fmla="*/ 101644 h 582409"/>
                  <a:gd name="csX119" fmla="*/ 485170 w 613752"/>
                  <a:gd name="csY119" fmla="*/ 108887 h 582409"/>
                  <a:gd name="csX120" fmla="*/ 481243 w 613752"/>
                  <a:gd name="csY120" fmla="*/ 146938 h 582409"/>
                  <a:gd name="csX121" fmla="*/ 496341 w 613752"/>
                  <a:gd name="csY121" fmla="*/ 156298 h 582409"/>
                  <a:gd name="csX122" fmla="*/ 529679 w 613752"/>
                  <a:gd name="csY122" fmla="*/ 126080 h 582409"/>
                  <a:gd name="csX123" fmla="*/ 506530 w 613752"/>
                  <a:gd name="csY123" fmla="*/ 105418 h 582409"/>
                  <a:gd name="csX124" fmla="*/ 501294 w 613752"/>
                  <a:gd name="csY124" fmla="*/ 102844 h 582409"/>
                  <a:gd name="csX125" fmla="*/ 485170 w 613752"/>
                  <a:gd name="csY125" fmla="*/ 108887 h 582409"/>
                  <a:gd name="csX126" fmla="*/ 353737 w 613752"/>
                  <a:gd name="csY126" fmla="*/ 126298 h 582409"/>
                  <a:gd name="csX127" fmla="*/ 341497 w 613752"/>
                  <a:gd name="csY127" fmla="*/ 117636 h 582409"/>
                  <a:gd name="csX128" fmla="*/ 226101 w 613752"/>
                  <a:gd name="csY128" fmla="*/ 147658 h 582409"/>
                  <a:gd name="csX129" fmla="*/ 223068 w 613752"/>
                  <a:gd name="csY129" fmla="*/ 152218 h 582409"/>
                  <a:gd name="csX130" fmla="*/ 315490 w 613752"/>
                  <a:gd name="csY130" fmla="*/ 186713 h 582409"/>
                  <a:gd name="csX131" fmla="*/ 347017 w 613752"/>
                  <a:gd name="csY131" fmla="*/ 169302 h 582409"/>
                  <a:gd name="csX132" fmla="*/ 353716 w 613752"/>
                  <a:gd name="csY132" fmla="*/ 126320 h 582409"/>
                  <a:gd name="csX133" fmla="*/ 369577 w 613752"/>
                  <a:gd name="csY133" fmla="*/ 128567 h 582409"/>
                  <a:gd name="csX134" fmla="*/ 363425 w 613752"/>
                  <a:gd name="csY134" fmla="*/ 170938 h 582409"/>
                  <a:gd name="csX135" fmla="*/ 375883 w 613752"/>
                  <a:gd name="csY135" fmla="*/ 179447 h 582409"/>
                  <a:gd name="csX136" fmla="*/ 386596 w 613752"/>
                  <a:gd name="csY136" fmla="*/ 192626 h 582409"/>
                  <a:gd name="csX137" fmla="*/ 437999 w 613752"/>
                  <a:gd name="csY137" fmla="*/ 180647 h 582409"/>
                  <a:gd name="csX138" fmla="*/ 441163 w 613752"/>
                  <a:gd name="csY138" fmla="*/ 168429 h 582409"/>
                  <a:gd name="csX139" fmla="*/ 384436 w 613752"/>
                  <a:gd name="csY139" fmla="*/ 124902 h 582409"/>
                  <a:gd name="csX140" fmla="*/ 369599 w 613752"/>
                  <a:gd name="csY140" fmla="*/ 128589 h 582409"/>
                  <a:gd name="csX141" fmla="*/ 563956 w 613752"/>
                  <a:gd name="csY141" fmla="*/ 138407 h 582409"/>
                  <a:gd name="csX142" fmla="*/ 554814 w 613752"/>
                  <a:gd name="csY142" fmla="*/ 129265 h 582409"/>
                  <a:gd name="csX143" fmla="*/ 545672 w 613752"/>
                  <a:gd name="csY143" fmla="*/ 138407 h 582409"/>
                  <a:gd name="csX144" fmla="*/ 554814 w 613752"/>
                  <a:gd name="csY144" fmla="*/ 147549 h 582409"/>
                  <a:gd name="csX145" fmla="*/ 563956 w 613752"/>
                  <a:gd name="csY145" fmla="*/ 138407 h 582409"/>
                  <a:gd name="csX146" fmla="*/ 206312 w 613752"/>
                  <a:gd name="csY146" fmla="*/ 148596 h 582409"/>
                  <a:gd name="csX147" fmla="*/ 191781 w 613752"/>
                  <a:gd name="csY147" fmla="*/ 134066 h 582409"/>
                  <a:gd name="csX148" fmla="*/ 177250 w 613752"/>
                  <a:gd name="csY148" fmla="*/ 148596 h 582409"/>
                  <a:gd name="csX149" fmla="*/ 191781 w 613752"/>
                  <a:gd name="csY149" fmla="*/ 163127 h 582409"/>
                  <a:gd name="csX150" fmla="*/ 206312 w 613752"/>
                  <a:gd name="csY150" fmla="*/ 148596 h 582409"/>
                  <a:gd name="csX151" fmla="*/ 39207 w 613752"/>
                  <a:gd name="csY151" fmla="*/ 163673 h 582409"/>
                  <a:gd name="csX152" fmla="*/ 28101 w 613752"/>
                  <a:gd name="csY152" fmla="*/ 152567 h 582409"/>
                  <a:gd name="csX153" fmla="*/ 16996 w 613752"/>
                  <a:gd name="csY153" fmla="*/ 163673 h 582409"/>
                  <a:gd name="csX154" fmla="*/ 28101 w 613752"/>
                  <a:gd name="csY154" fmla="*/ 174778 h 582409"/>
                  <a:gd name="csX155" fmla="*/ 39207 w 613752"/>
                  <a:gd name="csY155" fmla="*/ 163673 h 582409"/>
                  <a:gd name="csX156" fmla="*/ 576501 w 613752"/>
                  <a:gd name="csY156" fmla="*/ 232945 h 582409"/>
                  <a:gd name="csX157" fmla="*/ 554683 w 613752"/>
                  <a:gd name="csY157" fmla="*/ 164240 h 582409"/>
                  <a:gd name="csX158" fmla="*/ 534501 w 613752"/>
                  <a:gd name="csY158" fmla="*/ 156887 h 582409"/>
                  <a:gd name="csX159" fmla="*/ 502254 w 613752"/>
                  <a:gd name="csY159" fmla="*/ 188196 h 582409"/>
                  <a:gd name="csX160" fmla="*/ 576523 w 613752"/>
                  <a:gd name="csY160" fmla="*/ 232945 h 582409"/>
                  <a:gd name="csX161" fmla="*/ 163701 w 613752"/>
                  <a:gd name="csY161" fmla="*/ 161404 h 582409"/>
                  <a:gd name="csX162" fmla="*/ 55068 w 613752"/>
                  <a:gd name="csY162" fmla="*/ 170764 h 582409"/>
                  <a:gd name="csX163" fmla="*/ 123403 w 613752"/>
                  <a:gd name="csY163" fmla="*/ 212982 h 582409"/>
                  <a:gd name="csX164" fmla="*/ 154385 w 613752"/>
                  <a:gd name="csY164" fmla="*/ 202444 h 582409"/>
                  <a:gd name="csX165" fmla="*/ 170377 w 613752"/>
                  <a:gd name="csY165" fmla="*/ 172531 h 582409"/>
                  <a:gd name="csX166" fmla="*/ 163723 w 613752"/>
                  <a:gd name="csY166" fmla="*/ 161382 h 582409"/>
                  <a:gd name="csX167" fmla="*/ 485257 w 613752"/>
                  <a:gd name="csY167" fmla="*/ 177375 h 582409"/>
                  <a:gd name="csX168" fmla="*/ 470792 w 613752"/>
                  <a:gd name="csY168" fmla="*/ 162909 h 582409"/>
                  <a:gd name="csX169" fmla="*/ 456327 w 613752"/>
                  <a:gd name="csY169" fmla="*/ 177375 h 582409"/>
                  <a:gd name="csX170" fmla="*/ 470792 w 613752"/>
                  <a:gd name="csY170" fmla="*/ 191840 h 582409"/>
                  <a:gd name="csX171" fmla="*/ 485257 w 613752"/>
                  <a:gd name="csY171" fmla="*/ 177375 h 582409"/>
                  <a:gd name="csX172" fmla="*/ 310057 w 613752"/>
                  <a:gd name="csY172" fmla="*/ 202706 h 582409"/>
                  <a:gd name="csX173" fmla="*/ 214341 w 613752"/>
                  <a:gd name="csY173" fmla="*/ 167535 h 582409"/>
                  <a:gd name="csX174" fmla="*/ 248334 w 613752"/>
                  <a:gd name="csY174" fmla="*/ 236960 h 582409"/>
                  <a:gd name="csX175" fmla="*/ 281279 w 613752"/>
                  <a:gd name="csY175" fmla="*/ 245775 h 582409"/>
                  <a:gd name="csX176" fmla="*/ 311541 w 613752"/>
                  <a:gd name="csY176" fmla="*/ 224218 h 582409"/>
                  <a:gd name="csX177" fmla="*/ 310036 w 613752"/>
                  <a:gd name="csY177" fmla="*/ 202684 h 582409"/>
                  <a:gd name="csX178" fmla="*/ 200901 w 613752"/>
                  <a:gd name="csY178" fmla="*/ 178793 h 582409"/>
                  <a:gd name="csX179" fmla="*/ 168807 w 613752"/>
                  <a:gd name="csY179" fmla="*/ 213964 h 582409"/>
                  <a:gd name="csX180" fmla="*/ 181614 w 613752"/>
                  <a:gd name="csY180" fmla="*/ 240582 h 582409"/>
                  <a:gd name="csX181" fmla="*/ 221672 w 613752"/>
                  <a:gd name="csY181" fmla="*/ 254349 h 582409"/>
                  <a:gd name="csX182" fmla="*/ 231447 w 613752"/>
                  <a:gd name="csY182" fmla="*/ 243178 h 582409"/>
                  <a:gd name="csX183" fmla="*/ 200901 w 613752"/>
                  <a:gd name="csY183" fmla="*/ 178771 h 582409"/>
                  <a:gd name="csX184" fmla="*/ 45534 w 613752"/>
                  <a:gd name="csY184" fmla="*/ 185164 h 582409"/>
                  <a:gd name="csX185" fmla="*/ 39992 w 613752"/>
                  <a:gd name="csY185" fmla="*/ 192429 h 582409"/>
                  <a:gd name="csX186" fmla="*/ 48588 w 613752"/>
                  <a:gd name="csY186" fmla="*/ 236175 h 582409"/>
                  <a:gd name="csX187" fmla="*/ 64821 w 613752"/>
                  <a:gd name="csY187" fmla="*/ 247433 h 582409"/>
                  <a:gd name="csX188" fmla="*/ 113017 w 613752"/>
                  <a:gd name="csY188" fmla="*/ 235280 h 582409"/>
                  <a:gd name="csX189" fmla="*/ 111817 w 613752"/>
                  <a:gd name="csY189" fmla="*/ 225331 h 582409"/>
                  <a:gd name="csX190" fmla="*/ 45556 w 613752"/>
                  <a:gd name="csY190" fmla="*/ 185185 h 582409"/>
                  <a:gd name="csX191" fmla="*/ 373199 w 613752"/>
                  <a:gd name="csY191" fmla="*/ 209862 h 582409"/>
                  <a:gd name="csX192" fmla="*/ 349854 w 613752"/>
                  <a:gd name="csY192" fmla="*/ 186516 h 582409"/>
                  <a:gd name="csX193" fmla="*/ 326508 w 613752"/>
                  <a:gd name="csY193" fmla="*/ 209862 h 582409"/>
                  <a:gd name="csX194" fmla="*/ 349854 w 613752"/>
                  <a:gd name="csY194" fmla="*/ 233207 h 582409"/>
                  <a:gd name="csX195" fmla="*/ 373199 w 613752"/>
                  <a:gd name="csY195" fmla="*/ 209862 h 582409"/>
                  <a:gd name="csX196" fmla="*/ 447796 w 613752"/>
                  <a:gd name="csY196" fmla="*/ 198080 h 582409"/>
                  <a:gd name="csX197" fmla="*/ 389105 w 613752"/>
                  <a:gd name="csY197" fmla="*/ 209185 h 582409"/>
                  <a:gd name="csX198" fmla="*/ 381185 w 613752"/>
                  <a:gd name="csY198" fmla="*/ 237375 h 582409"/>
                  <a:gd name="csX199" fmla="*/ 418647 w 613752"/>
                  <a:gd name="csY199" fmla="*/ 282778 h 582409"/>
                  <a:gd name="csX200" fmla="*/ 425999 w 613752"/>
                  <a:gd name="csY200" fmla="*/ 279353 h 582409"/>
                  <a:gd name="csX201" fmla="*/ 447796 w 613752"/>
                  <a:gd name="csY201" fmla="*/ 198102 h 582409"/>
                  <a:gd name="csX202" fmla="*/ 565592 w 613752"/>
                  <a:gd name="csY202" fmla="*/ 248218 h 582409"/>
                  <a:gd name="csX203" fmla="*/ 493592 w 613752"/>
                  <a:gd name="csY203" fmla="*/ 201396 h 582409"/>
                  <a:gd name="csX204" fmla="*/ 460887 w 613752"/>
                  <a:gd name="csY204" fmla="*/ 206785 h 582409"/>
                  <a:gd name="csX205" fmla="*/ 441076 w 613752"/>
                  <a:gd name="csY205" fmla="*/ 286073 h 582409"/>
                  <a:gd name="csX206" fmla="*/ 450043 w 613752"/>
                  <a:gd name="csY206" fmla="*/ 290873 h 582409"/>
                  <a:gd name="csX207" fmla="*/ 565570 w 613752"/>
                  <a:gd name="csY207" fmla="*/ 248218 h 582409"/>
                  <a:gd name="csX208" fmla="*/ 162130 w 613752"/>
                  <a:gd name="csY208" fmla="*/ 237309 h 582409"/>
                  <a:gd name="csX209" fmla="*/ 146007 w 613752"/>
                  <a:gd name="csY209" fmla="*/ 221185 h 582409"/>
                  <a:gd name="csX210" fmla="*/ 129883 w 613752"/>
                  <a:gd name="csY210" fmla="*/ 237309 h 582409"/>
                  <a:gd name="csX211" fmla="*/ 146007 w 613752"/>
                  <a:gd name="csY211" fmla="*/ 253433 h 582409"/>
                  <a:gd name="csX212" fmla="*/ 162130 w 613752"/>
                  <a:gd name="csY212" fmla="*/ 237309 h 582409"/>
                  <a:gd name="csX213" fmla="*/ 404159 w 613752"/>
                  <a:gd name="csY213" fmla="*/ 294036 h 582409"/>
                  <a:gd name="csX214" fmla="*/ 367832 w 613752"/>
                  <a:gd name="csY214" fmla="*/ 246298 h 582409"/>
                  <a:gd name="csX215" fmla="*/ 346974 w 613752"/>
                  <a:gd name="csY215" fmla="*/ 249964 h 582409"/>
                  <a:gd name="csX216" fmla="*/ 320334 w 613752"/>
                  <a:gd name="csY216" fmla="*/ 239447 h 582409"/>
                  <a:gd name="csX217" fmla="*/ 292756 w 613752"/>
                  <a:gd name="csY217" fmla="*/ 258473 h 582409"/>
                  <a:gd name="csX218" fmla="*/ 296508 w 613752"/>
                  <a:gd name="csY218" fmla="*/ 274531 h 582409"/>
                  <a:gd name="csX219" fmla="*/ 404159 w 613752"/>
                  <a:gd name="csY219" fmla="*/ 294036 h 582409"/>
                  <a:gd name="csX220" fmla="*/ 51294 w 613752"/>
                  <a:gd name="csY220" fmla="*/ 261069 h 582409"/>
                  <a:gd name="csX221" fmla="*/ 42261 w 613752"/>
                  <a:gd name="csY221" fmla="*/ 252036 h 582409"/>
                  <a:gd name="csX222" fmla="*/ 33228 w 613752"/>
                  <a:gd name="csY222" fmla="*/ 261069 h 582409"/>
                  <a:gd name="csX223" fmla="*/ 42261 w 613752"/>
                  <a:gd name="csY223" fmla="*/ 270102 h 582409"/>
                  <a:gd name="csX224" fmla="*/ 51294 w 613752"/>
                  <a:gd name="csY224" fmla="*/ 261069 h 582409"/>
                  <a:gd name="csX225" fmla="*/ 117948 w 613752"/>
                  <a:gd name="csY225" fmla="*/ 252887 h 582409"/>
                  <a:gd name="csX226" fmla="*/ 72479 w 613752"/>
                  <a:gd name="csY226" fmla="*/ 262378 h 582409"/>
                  <a:gd name="csX227" fmla="*/ 66065 w 613752"/>
                  <a:gd name="csY227" fmla="*/ 268793 h 582409"/>
                  <a:gd name="csX228" fmla="*/ 144501 w 613752"/>
                  <a:gd name="csY228" fmla="*/ 331127 h 582409"/>
                  <a:gd name="csX229" fmla="*/ 139788 w 613752"/>
                  <a:gd name="csY229" fmla="*/ 271498 h 582409"/>
                  <a:gd name="csX230" fmla="*/ 125934 w 613752"/>
                  <a:gd name="csY230" fmla="*/ 263535 h 582409"/>
                  <a:gd name="csX231" fmla="*/ 117948 w 613752"/>
                  <a:gd name="csY231" fmla="*/ 252887 h 582409"/>
                  <a:gd name="csX232" fmla="*/ 278639 w 613752"/>
                  <a:gd name="csY232" fmla="*/ 275076 h 582409"/>
                  <a:gd name="csX233" fmla="*/ 255992 w 613752"/>
                  <a:gd name="csY233" fmla="*/ 252429 h 582409"/>
                  <a:gd name="csX234" fmla="*/ 233345 w 613752"/>
                  <a:gd name="csY234" fmla="*/ 275076 h 582409"/>
                  <a:gd name="csX235" fmla="*/ 255992 w 613752"/>
                  <a:gd name="csY235" fmla="*/ 297724 h 582409"/>
                  <a:gd name="csX236" fmla="*/ 278639 w 613752"/>
                  <a:gd name="csY236" fmla="*/ 275076 h 582409"/>
                  <a:gd name="csX237" fmla="*/ 216217 w 613752"/>
                  <a:gd name="csY237" fmla="*/ 270364 h 582409"/>
                  <a:gd name="csX238" fmla="*/ 173934 w 613752"/>
                  <a:gd name="csY238" fmla="*/ 255506 h 582409"/>
                  <a:gd name="csX239" fmla="*/ 158727 w 613752"/>
                  <a:gd name="csY239" fmla="*/ 267876 h 582409"/>
                  <a:gd name="csX240" fmla="*/ 159752 w 613752"/>
                  <a:gd name="csY240" fmla="*/ 319193 h 582409"/>
                  <a:gd name="csX241" fmla="*/ 170639 w 613752"/>
                  <a:gd name="csY241" fmla="*/ 330058 h 582409"/>
                  <a:gd name="csX242" fmla="*/ 219861 w 613752"/>
                  <a:gd name="csY242" fmla="*/ 291964 h 582409"/>
                  <a:gd name="csX243" fmla="*/ 216196 w 613752"/>
                  <a:gd name="csY243" fmla="*/ 270364 h 582409"/>
                  <a:gd name="csX244" fmla="*/ 572159 w 613752"/>
                  <a:gd name="csY244" fmla="*/ 263535 h 582409"/>
                  <a:gd name="csX245" fmla="*/ 460908 w 613752"/>
                  <a:gd name="csY245" fmla="*/ 304945 h 582409"/>
                  <a:gd name="csX246" fmla="*/ 516632 w 613752"/>
                  <a:gd name="csY246" fmla="*/ 313738 h 582409"/>
                  <a:gd name="csX247" fmla="*/ 534457 w 613752"/>
                  <a:gd name="csY247" fmla="*/ 305447 h 582409"/>
                  <a:gd name="csX248" fmla="*/ 549839 w 613752"/>
                  <a:gd name="csY248" fmla="*/ 302262 h 582409"/>
                  <a:gd name="csX249" fmla="*/ 572159 w 613752"/>
                  <a:gd name="csY249" fmla="*/ 263513 h 582409"/>
                  <a:gd name="csX250" fmla="*/ 317170 w 613752"/>
                  <a:gd name="csY250" fmla="*/ 350611 h 582409"/>
                  <a:gd name="csX251" fmla="*/ 350312 w 613752"/>
                  <a:gd name="csY251" fmla="*/ 354691 h 582409"/>
                  <a:gd name="csX252" fmla="*/ 401934 w 613752"/>
                  <a:gd name="csY252" fmla="*/ 314786 h 582409"/>
                  <a:gd name="csX253" fmla="*/ 395999 w 613752"/>
                  <a:gd name="csY253" fmla="*/ 309855 h 582409"/>
                  <a:gd name="csX254" fmla="*/ 302421 w 613752"/>
                  <a:gd name="csY254" fmla="*/ 292116 h 582409"/>
                  <a:gd name="csX255" fmla="*/ 285076 w 613752"/>
                  <a:gd name="csY255" fmla="*/ 302916 h 582409"/>
                  <a:gd name="csX256" fmla="*/ 317170 w 613752"/>
                  <a:gd name="csY256" fmla="*/ 350611 h 582409"/>
                  <a:gd name="csX257" fmla="*/ 436996 w 613752"/>
                  <a:gd name="csY257" fmla="*/ 307956 h 582409"/>
                  <a:gd name="csX258" fmla="*/ 426959 w 613752"/>
                  <a:gd name="csY258" fmla="*/ 297920 h 582409"/>
                  <a:gd name="csX259" fmla="*/ 416923 w 613752"/>
                  <a:gd name="csY259" fmla="*/ 307956 h 582409"/>
                  <a:gd name="csX260" fmla="*/ 426959 w 613752"/>
                  <a:gd name="csY260" fmla="*/ 317993 h 582409"/>
                  <a:gd name="csX261" fmla="*/ 436996 w 613752"/>
                  <a:gd name="csY261" fmla="*/ 307956 h 582409"/>
                  <a:gd name="csX262" fmla="*/ 179410 w 613752"/>
                  <a:gd name="csY262" fmla="*/ 348582 h 582409"/>
                  <a:gd name="csX263" fmla="*/ 296683 w 613752"/>
                  <a:gd name="csY263" fmla="*/ 367760 h 582409"/>
                  <a:gd name="csX264" fmla="*/ 303316 w 613752"/>
                  <a:gd name="csY264" fmla="*/ 360211 h 582409"/>
                  <a:gd name="csX265" fmla="*/ 271068 w 613752"/>
                  <a:gd name="csY265" fmla="*/ 312451 h 582409"/>
                  <a:gd name="csX266" fmla="*/ 230705 w 613752"/>
                  <a:gd name="csY266" fmla="*/ 305644 h 582409"/>
                  <a:gd name="csX267" fmla="*/ 180916 w 613752"/>
                  <a:gd name="csY267" fmla="*/ 341949 h 582409"/>
                  <a:gd name="csX268" fmla="*/ 179432 w 613752"/>
                  <a:gd name="csY268" fmla="*/ 348582 h 582409"/>
                  <a:gd name="csX269" fmla="*/ 452159 w 613752"/>
                  <a:gd name="csY269" fmla="*/ 320262 h 582409"/>
                  <a:gd name="csX270" fmla="*/ 513316 w 613752"/>
                  <a:gd name="csY270" fmla="*/ 380349 h 582409"/>
                  <a:gd name="csX271" fmla="*/ 530683 w 613752"/>
                  <a:gd name="csY271" fmla="*/ 347600 h 582409"/>
                  <a:gd name="csX272" fmla="*/ 521890 w 613752"/>
                  <a:gd name="csY272" fmla="*/ 332349 h 582409"/>
                  <a:gd name="csX273" fmla="*/ 452181 w 613752"/>
                  <a:gd name="csY273" fmla="*/ 320262 h 582409"/>
                  <a:gd name="csX274" fmla="*/ 549992 w 613752"/>
                  <a:gd name="csY274" fmla="*/ 320546 h 582409"/>
                  <a:gd name="csX275" fmla="*/ 539410 w 613752"/>
                  <a:gd name="csY275" fmla="*/ 320240 h 582409"/>
                  <a:gd name="csX276" fmla="*/ 542748 w 613752"/>
                  <a:gd name="csY276" fmla="*/ 333309 h 582409"/>
                  <a:gd name="csX277" fmla="*/ 549992 w 613752"/>
                  <a:gd name="csY277" fmla="*/ 320546 h 582409"/>
                  <a:gd name="csX278" fmla="*/ 500159 w 613752"/>
                  <a:gd name="csY278" fmla="*/ 390036 h 582409"/>
                  <a:gd name="csX279" fmla="*/ 439897 w 613752"/>
                  <a:gd name="csY279" fmla="*/ 331673 h 582409"/>
                  <a:gd name="csX280" fmla="*/ 408654 w 613752"/>
                  <a:gd name="csY280" fmla="*/ 332240 h 582409"/>
                  <a:gd name="csX281" fmla="*/ 364799 w 613752"/>
                  <a:gd name="csY281" fmla="*/ 364902 h 582409"/>
                  <a:gd name="csX282" fmla="*/ 366043 w 613752"/>
                  <a:gd name="csY282" fmla="*/ 376902 h 582409"/>
                  <a:gd name="csX283" fmla="*/ 500159 w 613752"/>
                  <a:gd name="csY283" fmla="*/ 390036 h 582409"/>
                  <a:gd name="csX284" fmla="*/ 162785 w 613752"/>
                  <a:gd name="csY284" fmla="*/ 352204 h 582409"/>
                  <a:gd name="csX285" fmla="*/ 154712 w 613752"/>
                  <a:gd name="csY285" fmla="*/ 344131 h 582409"/>
                  <a:gd name="csX286" fmla="*/ 146639 w 613752"/>
                  <a:gd name="csY286" fmla="*/ 352204 h 582409"/>
                  <a:gd name="csX287" fmla="*/ 154712 w 613752"/>
                  <a:gd name="csY287" fmla="*/ 360276 h 582409"/>
                  <a:gd name="csX288" fmla="*/ 162785 w 613752"/>
                  <a:gd name="csY288" fmla="*/ 352204 h 582409"/>
                  <a:gd name="csX289" fmla="*/ 345665 w 613752"/>
                  <a:gd name="csY289" fmla="*/ 381222 h 582409"/>
                  <a:gd name="csX290" fmla="*/ 329541 w 613752"/>
                  <a:gd name="csY290" fmla="*/ 365098 h 582409"/>
                  <a:gd name="csX291" fmla="*/ 313417 w 613752"/>
                  <a:gd name="csY291" fmla="*/ 381222 h 582409"/>
                  <a:gd name="csX292" fmla="*/ 329541 w 613752"/>
                  <a:gd name="csY292" fmla="*/ 397346 h 582409"/>
                  <a:gd name="csX293" fmla="*/ 345665 w 613752"/>
                  <a:gd name="csY293" fmla="*/ 381222 h 582409"/>
                  <a:gd name="csX294" fmla="*/ 281956 w 613752"/>
                  <a:gd name="csY294" fmla="*/ 381353 h 582409"/>
                  <a:gd name="csX295" fmla="*/ 188159 w 613752"/>
                  <a:gd name="csY295" fmla="*/ 366080 h 582409"/>
                  <a:gd name="csX296" fmla="*/ 209825 w 613752"/>
                  <a:gd name="csY296" fmla="*/ 384756 h 582409"/>
                  <a:gd name="csX297" fmla="*/ 236007 w 613752"/>
                  <a:gd name="csY297" fmla="*/ 382596 h 582409"/>
                  <a:gd name="csX298" fmla="*/ 250210 w 613752"/>
                  <a:gd name="csY298" fmla="*/ 390189 h 582409"/>
                  <a:gd name="csX299" fmla="*/ 281956 w 613752"/>
                  <a:gd name="csY299" fmla="*/ 381375 h 582409"/>
                  <a:gd name="csX300" fmla="*/ 482683 w 613752"/>
                  <a:gd name="csY300" fmla="*/ 405353 h 582409"/>
                  <a:gd name="csX301" fmla="*/ 369250 w 613752"/>
                  <a:gd name="csY301" fmla="*/ 394444 h 582409"/>
                  <a:gd name="csX302" fmla="*/ 399752 w 613752"/>
                  <a:gd name="csY302" fmla="*/ 415346 h 582409"/>
                  <a:gd name="csX303" fmla="*/ 438065 w 613752"/>
                  <a:gd name="csY303" fmla="*/ 420604 h 582409"/>
                  <a:gd name="csX304" fmla="*/ 482683 w 613752"/>
                  <a:gd name="csY304" fmla="*/ 405353 h 582409"/>
                  <a:gd name="csX305" fmla="*/ 531948 w 613752"/>
                  <a:gd name="csY305" fmla="*/ 402036 h 582409"/>
                  <a:gd name="csX306" fmla="*/ 524988 w 613752"/>
                  <a:gd name="csY306" fmla="*/ 395076 h 582409"/>
                  <a:gd name="csX307" fmla="*/ 518028 w 613752"/>
                  <a:gd name="csY307" fmla="*/ 402036 h 582409"/>
                  <a:gd name="csX308" fmla="*/ 524988 w 613752"/>
                  <a:gd name="csY308" fmla="*/ 408996 h 582409"/>
                  <a:gd name="csX309" fmla="*/ 531948 w 613752"/>
                  <a:gd name="csY309" fmla="*/ 402036 h 582409"/>
                  <a:gd name="csX310" fmla="*/ 232232 w 613752"/>
                  <a:gd name="csY310" fmla="*/ 403149 h 582409"/>
                  <a:gd name="csX311" fmla="*/ 225250 w 613752"/>
                  <a:gd name="csY311" fmla="*/ 396167 h 582409"/>
                  <a:gd name="csX312" fmla="*/ 218268 w 613752"/>
                  <a:gd name="csY312" fmla="*/ 403149 h 582409"/>
                  <a:gd name="csX313" fmla="*/ 225250 w 613752"/>
                  <a:gd name="csY313" fmla="*/ 410131 h 582409"/>
                  <a:gd name="csX314" fmla="*/ 232232 w 613752"/>
                  <a:gd name="csY314" fmla="*/ 403149 h 582409"/>
                  <a:gd name="csX315" fmla="*/ 412276 w 613752"/>
                  <a:gd name="csY315" fmla="*/ 458262 h 582409"/>
                  <a:gd name="csX316" fmla="*/ 397876 w 613752"/>
                  <a:gd name="csY316" fmla="*/ 447593 h 582409"/>
                  <a:gd name="csX317" fmla="*/ 393228 w 613752"/>
                  <a:gd name="csY317" fmla="*/ 430422 h 582409"/>
                  <a:gd name="csX318" fmla="*/ 350988 w 613752"/>
                  <a:gd name="csY318" fmla="*/ 405680 h 582409"/>
                  <a:gd name="csX319" fmla="*/ 346341 w 613752"/>
                  <a:gd name="csY319" fmla="*/ 409607 h 582409"/>
                  <a:gd name="csX320" fmla="*/ 378414 w 613752"/>
                  <a:gd name="csY320" fmla="*/ 532487 h 582409"/>
                  <a:gd name="csX321" fmla="*/ 407977 w 613752"/>
                  <a:gd name="csY321" fmla="*/ 517455 h 582409"/>
                  <a:gd name="csX322" fmla="*/ 407214 w 613752"/>
                  <a:gd name="csY322" fmla="*/ 501200 h 582409"/>
                  <a:gd name="csX323" fmla="*/ 417403 w 613752"/>
                  <a:gd name="csY323" fmla="*/ 482829 h 582409"/>
                  <a:gd name="csX324" fmla="*/ 412232 w 613752"/>
                  <a:gd name="csY324" fmla="*/ 458284 h 582409"/>
                  <a:gd name="csX325" fmla="*/ 418363 w 613752"/>
                  <a:gd name="csY325" fmla="*/ 426887 h 582409"/>
                  <a:gd name="csX326" fmla="*/ 409352 w 613752"/>
                  <a:gd name="csY326" fmla="*/ 435855 h 582409"/>
                  <a:gd name="csX327" fmla="*/ 418319 w 613752"/>
                  <a:gd name="csY327" fmla="*/ 444866 h 582409"/>
                  <a:gd name="csX328" fmla="*/ 427330 w 613752"/>
                  <a:gd name="csY328" fmla="*/ 435898 h 582409"/>
                  <a:gd name="csX329" fmla="*/ 418363 w 613752"/>
                  <a:gd name="csY329" fmla="*/ 426887 h 582409"/>
                  <a:gd name="csX330" fmla="*/ 436756 w 613752"/>
                  <a:gd name="csY330" fmla="*/ 507571 h 582409"/>
                  <a:gd name="csX331" fmla="*/ 430014 w 613752"/>
                  <a:gd name="csY331" fmla="*/ 500829 h 582409"/>
                  <a:gd name="csX332" fmla="*/ 423272 w 613752"/>
                  <a:gd name="csY332" fmla="*/ 507571 h 582409"/>
                  <a:gd name="csX333" fmla="*/ 430014 w 613752"/>
                  <a:gd name="csY333" fmla="*/ 514313 h 582409"/>
                  <a:gd name="csX334" fmla="*/ 436756 w 613752"/>
                  <a:gd name="csY334" fmla="*/ 507571 h 582409"/>
                  <a:gd name="csX335" fmla="*/ 384305 w 613752"/>
                  <a:gd name="csY335" fmla="*/ 559804 h 582409"/>
                  <a:gd name="csX336" fmla="*/ 377585 w 613752"/>
                  <a:gd name="csY336" fmla="*/ 553084 h 582409"/>
                  <a:gd name="csX337" fmla="*/ 370865 w 613752"/>
                  <a:gd name="csY337" fmla="*/ 559804 h 582409"/>
                  <a:gd name="csX338" fmla="*/ 377585 w 613752"/>
                  <a:gd name="csY338" fmla="*/ 566524 h 582409"/>
                  <a:gd name="csX339" fmla="*/ 384305 w 613752"/>
                  <a:gd name="csY339" fmla="*/ 559804 h 5824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</a:cxnLst>
                <a:rect l="l" t="t" r="r" b="b"/>
                <a:pathLst>
                  <a:path w="613752" h="582409">
                    <a:moveTo>
                      <a:pt x="284487" y="16618"/>
                    </a:moveTo>
                    <a:cubicBezTo>
                      <a:pt x="299083" y="13127"/>
                      <a:pt x="332159" y="22335"/>
                      <a:pt x="343701" y="19171"/>
                    </a:cubicBezTo>
                    <a:cubicBezTo>
                      <a:pt x="344901" y="18844"/>
                      <a:pt x="351447" y="7869"/>
                      <a:pt x="356334" y="5142"/>
                    </a:cubicBezTo>
                    <a:cubicBezTo>
                      <a:pt x="367243" y="-967"/>
                      <a:pt x="381228" y="1498"/>
                      <a:pt x="388930" y="11469"/>
                    </a:cubicBezTo>
                    <a:cubicBezTo>
                      <a:pt x="394057" y="18124"/>
                      <a:pt x="391745" y="26240"/>
                      <a:pt x="396697" y="29884"/>
                    </a:cubicBezTo>
                    <a:cubicBezTo>
                      <a:pt x="399752" y="32131"/>
                      <a:pt x="456130" y="54080"/>
                      <a:pt x="459447" y="53513"/>
                    </a:cubicBezTo>
                    <a:cubicBezTo>
                      <a:pt x="463767" y="52793"/>
                      <a:pt x="470028" y="45724"/>
                      <a:pt x="479519" y="45222"/>
                    </a:cubicBezTo>
                    <a:cubicBezTo>
                      <a:pt x="492981" y="44524"/>
                      <a:pt x="508712" y="53644"/>
                      <a:pt x="512225" y="67062"/>
                    </a:cubicBezTo>
                    <a:cubicBezTo>
                      <a:pt x="514603" y="76095"/>
                      <a:pt x="511199" y="82553"/>
                      <a:pt x="511963" y="87964"/>
                    </a:cubicBezTo>
                    <a:cubicBezTo>
                      <a:pt x="512225" y="89840"/>
                      <a:pt x="537774" y="113360"/>
                      <a:pt x="539519" y="114124"/>
                    </a:cubicBezTo>
                    <a:cubicBezTo>
                      <a:pt x="543839" y="116044"/>
                      <a:pt x="553810" y="111593"/>
                      <a:pt x="561883" y="113404"/>
                    </a:cubicBezTo>
                    <a:cubicBezTo>
                      <a:pt x="571985" y="115651"/>
                      <a:pt x="580908" y="127760"/>
                      <a:pt x="580930" y="138036"/>
                    </a:cubicBezTo>
                    <a:cubicBezTo>
                      <a:pt x="580952" y="149033"/>
                      <a:pt x="570588" y="155447"/>
                      <a:pt x="572574" y="165833"/>
                    </a:cubicBezTo>
                    <a:cubicBezTo>
                      <a:pt x="573556" y="170938"/>
                      <a:pt x="590050" y="219266"/>
                      <a:pt x="592145" y="222756"/>
                    </a:cubicBezTo>
                    <a:cubicBezTo>
                      <a:pt x="596705" y="230393"/>
                      <a:pt x="617585" y="228298"/>
                      <a:pt x="613134" y="250945"/>
                    </a:cubicBezTo>
                    <a:cubicBezTo>
                      <a:pt x="609425" y="269840"/>
                      <a:pt x="594785" y="263796"/>
                      <a:pt x="587279" y="270975"/>
                    </a:cubicBezTo>
                    <a:cubicBezTo>
                      <a:pt x="585665" y="272524"/>
                      <a:pt x="564872" y="307084"/>
                      <a:pt x="564261" y="309244"/>
                    </a:cubicBezTo>
                    <a:cubicBezTo>
                      <a:pt x="562603" y="315135"/>
                      <a:pt x="572574" y="324342"/>
                      <a:pt x="565308" y="338458"/>
                    </a:cubicBezTo>
                    <a:cubicBezTo>
                      <a:pt x="560552" y="347687"/>
                      <a:pt x="549010" y="347033"/>
                      <a:pt x="546370" y="352225"/>
                    </a:cubicBezTo>
                    <a:cubicBezTo>
                      <a:pt x="545236" y="354473"/>
                      <a:pt x="539083" y="379760"/>
                      <a:pt x="539192" y="382422"/>
                    </a:cubicBezTo>
                    <a:cubicBezTo>
                      <a:pt x="539279" y="384756"/>
                      <a:pt x="546981" y="389709"/>
                      <a:pt x="548050" y="397826"/>
                    </a:cubicBezTo>
                    <a:cubicBezTo>
                      <a:pt x="550319" y="414931"/>
                      <a:pt x="535854" y="427935"/>
                      <a:pt x="519207" y="424422"/>
                    </a:cubicBezTo>
                    <a:cubicBezTo>
                      <a:pt x="513752" y="423266"/>
                      <a:pt x="508581" y="417135"/>
                      <a:pt x="504348" y="417200"/>
                    </a:cubicBezTo>
                    <a:cubicBezTo>
                      <a:pt x="499723" y="417266"/>
                      <a:pt x="444479" y="435549"/>
                      <a:pt x="442385" y="438058"/>
                    </a:cubicBezTo>
                    <a:cubicBezTo>
                      <a:pt x="440617" y="440175"/>
                      <a:pt x="440596" y="444800"/>
                      <a:pt x="438763" y="447527"/>
                    </a:cubicBezTo>
                    <a:cubicBezTo>
                      <a:pt x="435381" y="452611"/>
                      <a:pt x="430407" y="453724"/>
                      <a:pt x="430210" y="460793"/>
                    </a:cubicBezTo>
                    <a:cubicBezTo>
                      <a:pt x="430145" y="463520"/>
                      <a:pt x="432981" y="478705"/>
                      <a:pt x="434094" y="481127"/>
                    </a:cubicBezTo>
                    <a:cubicBezTo>
                      <a:pt x="437563" y="488567"/>
                      <a:pt x="448232" y="487215"/>
                      <a:pt x="451047" y="499018"/>
                    </a:cubicBezTo>
                    <a:cubicBezTo>
                      <a:pt x="453272" y="508400"/>
                      <a:pt x="453403" y="515906"/>
                      <a:pt x="446770" y="523193"/>
                    </a:cubicBezTo>
                    <a:cubicBezTo>
                      <a:pt x="436537" y="534451"/>
                      <a:pt x="425781" y="526116"/>
                      <a:pt x="416007" y="531702"/>
                    </a:cubicBezTo>
                    <a:cubicBezTo>
                      <a:pt x="414283" y="532684"/>
                      <a:pt x="400581" y="547084"/>
                      <a:pt x="400101" y="548698"/>
                    </a:cubicBezTo>
                    <a:cubicBezTo>
                      <a:pt x="398879" y="552931"/>
                      <a:pt x="401236" y="556880"/>
                      <a:pt x="400734" y="560524"/>
                    </a:cubicBezTo>
                    <a:cubicBezTo>
                      <a:pt x="395716" y="596458"/>
                      <a:pt x="347956" y="583869"/>
                      <a:pt x="354828" y="553520"/>
                    </a:cubicBezTo>
                    <a:cubicBezTo>
                      <a:pt x="356421" y="546451"/>
                      <a:pt x="364254" y="541825"/>
                      <a:pt x="363927" y="538247"/>
                    </a:cubicBezTo>
                    <a:lnTo>
                      <a:pt x="329497" y="414429"/>
                    </a:lnTo>
                    <a:cubicBezTo>
                      <a:pt x="314792" y="414211"/>
                      <a:pt x="308159" y="405156"/>
                      <a:pt x="298319" y="396495"/>
                    </a:cubicBezTo>
                    <a:cubicBezTo>
                      <a:pt x="295723" y="396276"/>
                      <a:pt x="250756" y="406138"/>
                      <a:pt x="248552" y="407426"/>
                    </a:cubicBezTo>
                    <a:cubicBezTo>
                      <a:pt x="243839" y="410175"/>
                      <a:pt x="243883" y="429091"/>
                      <a:pt x="222501" y="426713"/>
                    </a:cubicBezTo>
                    <a:cubicBezTo>
                      <a:pt x="199919" y="424182"/>
                      <a:pt x="206290" y="405331"/>
                      <a:pt x="196952" y="395360"/>
                    </a:cubicBezTo>
                    <a:cubicBezTo>
                      <a:pt x="194748" y="393004"/>
                      <a:pt x="170247" y="374306"/>
                      <a:pt x="168501" y="373782"/>
                    </a:cubicBezTo>
                    <a:cubicBezTo>
                      <a:pt x="165010" y="372735"/>
                      <a:pt x="159381" y="376945"/>
                      <a:pt x="154276" y="376989"/>
                    </a:cubicBezTo>
                    <a:cubicBezTo>
                      <a:pt x="136559" y="377142"/>
                      <a:pt x="127636" y="357920"/>
                      <a:pt x="130996" y="342451"/>
                    </a:cubicBezTo>
                    <a:lnTo>
                      <a:pt x="57076" y="284218"/>
                    </a:lnTo>
                    <a:cubicBezTo>
                      <a:pt x="39643" y="289389"/>
                      <a:pt x="18501" y="285156"/>
                      <a:pt x="16123" y="263993"/>
                    </a:cubicBezTo>
                    <a:cubicBezTo>
                      <a:pt x="14312" y="247978"/>
                      <a:pt x="29388" y="240975"/>
                      <a:pt x="30087" y="236327"/>
                    </a:cubicBezTo>
                    <a:cubicBezTo>
                      <a:pt x="30436" y="234102"/>
                      <a:pt x="25243" y="193760"/>
                      <a:pt x="24087" y="191840"/>
                    </a:cubicBezTo>
                    <a:cubicBezTo>
                      <a:pt x="23650" y="191120"/>
                      <a:pt x="12850" y="187498"/>
                      <a:pt x="9076" y="183964"/>
                    </a:cubicBezTo>
                    <a:cubicBezTo>
                      <a:pt x="-15644" y="160858"/>
                      <a:pt x="14857" y="123833"/>
                      <a:pt x="44116" y="140305"/>
                    </a:cubicBezTo>
                    <a:lnTo>
                      <a:pt x="122116" y="72320"/>
                    </a:lnTo>
                    <a:cubicBezTo>
                      <a:pt x="110923" y="44196"/>
                      <a:pt x="140137" y="15135"/>
                      <a:pt x="167083" y="30320"/>
                    </a:cubicBezTo>
                    <a:cubicBezTo>
                      <a:pt x="173999" y="34225"/>
                      <a:pt x="174130" y="41840"/>
                      <a:pt x="184232" y="40575"/>
                    </a:cubicBezTo>
                    <a:cubicBezTo>
                      <a:pt x="188356" y="40051"/>
                      <a:pt x="234654" y="25345"/>
                      <a:pt x="236857" y="23687"/>
                    </a:cubicBezTo>
                    <a:cubicBezTo>
                      <a:pt x="239585" y="21615"/>
                      <a:pt x="239061" y="12516"/>
                      <a:pt x="244690" y="6996"/>
                    </a:cubicBezTo>
                    <a:cubicBezTo>
                      <a:pt x="257083" y="-5178"/>
                      <a:pt x="280276" y="-1142"/>
                      <a:pt x="284443" y="16596"/>
                    </a:cubicBezTo>
                    <a:close/>
                    <a:moveTo>
                      <a:pt x="270239" y="24669"/>
                    </a:moveTo>
                    <a:cubicBezTo>
                      <a:pt x="270239" y="20218"/>
                      <a:pt x="266639" y="16618"/>
                      <a:pt x="262188" y="16618"/>
                    </a:cubicBezTo>
                    <a:cubicBezTo>
                      <a:pt x="257737" y="16618"/>
                      <a:pt x="254137" y="20218"/>
                      <a:pt x="254137" y="24669"/>
                    </a:cubicBezTo>
                    <a:cubicBezTo>
                      <a:pt x="254137" y="29120"/>
                      <a:pt x="257737" y="32720"/>
                      <a:pt x="262188" y="32720"/>
                    </a:cubicBezTo>
                    <a:cubicBezTo>
                      <a:pt x="266639" y="32720"/>
                      <a:pt x="270239" y="29120"/>
                      <a:pt x="270239" y="24669"/>
                    </a:cubicBezTo>
                    <a:close/>
                    <a:moveTo>
                      <a:pt x="377999" y="27571"/>
                    </a:moveTo>
                    <a:cubicBezTo>
                      <a:pt x="377999" y="22575"/>
                      <a:pt x="373941" y="18516"/>
                      <a:pt x="368945" y="18516"/>
                    </a:cubicBezTo>
                    <a:cubicBezTo>
                      <a:pt x="363948" y="18516"/>
                      <a:pt x="359890" y="22575"/>
                      <a:pt x="359890" y="27571"/>
                    </a:cubicBezTo>
                    <a:cubicBezTo>
                      <a:pt x="359890" y="32567"/>
                      <a:pt x="363948" y="36625"/>
                      <a:pt x="368945" y="36625"/>
                    </a:cubicBezTo>
                    <a:cubicBezTo>
                      <a:pt x="373941" y="36625"/>
                      <a:pt x="377999" y="32567"/>
                      <a:pt x="377999" y="27571"/>
                    </a:cubicBezTo>
                    <a:close/>
                    <a:moveTo>
                      <a:pt x="345250" y="34422"/>
                    </a:moveTo>
                    <a:lnTo>
                      <a:pt x="290705" y="34422"/>
                    </a:lnTo>
                    <a:cubicBezTo>
                      <a:pt x="298581" y="40313"/>
                      <a:pt x="343287" y="77840"/>
                      <a:pt x="348457" y="77993"/>
                    </a:cubicBezTo>
                    <a:cubicBezTo>
                      <a:pt x="360567" y="78407"/>
                      <a:pt x="359519" y="61324"/>
                      <a:pt x="358516" y="52880"/>
                    </a:cubicBezTo>
                    <a:cubicBezTo>
                      <a:pt x="358057" y="49018"/>
                      <a:pt x="351861" y="47033"/>
                      <a:pt x="348588" y="43040"/>
                    </a:cubicBezTo>
                    <a:cubicBezTo>
                      <a:pt x="346276" y="40225"/>
                      <a:pt x="345643" y="34684"/>
                      <a:pt x="345250" y="34422"/>
                    </a:cubicBezTo>
                    <a:close/>
                    <a:moveTo>
                      <a:pt x="200901" y="116960"/>
                    </a:moveTo>
                    <a:lnTo>
                      <a:pt x="242683" y="38785"/>
                    </a:lnTo>
                    <a:lnTo>
                      <a:pt x="184057" y="56524"/>
                    </a:lnTo>
                    <a:cubicBezTo>
                      <a:pt x="187810" y="65600"/>
                      <a:pt x="173454" y="80524"/>
                      <a:pt x="173847" y="84778"/>
                    </a:cubicBezTo>
                    <a:cubicBezTo>
                      <a:pt x="174654" y="93680"/>
                      <a:pt x="186392" y="107382"/>
                      <a:pt x="188487" y="116960"/>
                    </a:cubicBezTo>
                    <a:cubicBezTo>
                      <a:pt x="190079" y="117920"/>
                      <a:pt x="199308" y="117920"/>
                      <a:pt x="200901" y="116960"/>
                    </a:cubicBezTo>
                    <a:close/>
                    <a:moveTo>
                      <a:pt x="167519" y="58662"/>
                    </a:moveTo>
                    <a:cubicBezTo>
                      <a:pt x="167519" y="50022"/>
                      <a:pt x="160516" y="43040"/>
                      <a:pt x="151897" y="43040"/>
                    </a:cubicBezTo>
                    <a:cubicBezTo>
                      <a:pt x="143279" y="43040"/>
                      <a:pt x="136276" y="50044"/>
                      <a:pt x="136276" y="58662"/>
                    </a:cubicBezTo>
                    <a:cubicBezTo>
                      <a:pt x="136276" y="67280"/>
                      <a:pt x="143279" y="74284"/>
                      <a:pt x="151897" y="74284"/>
                    </a:cubicBezTo>
                    <a:cubicBezTo>
                      <a:pt x="160516" y="74284"/>
                      <a:pt x="167519" y="67280"/>
                      <a:pt x="167519" y="58662"/>
                    </a:cubicBezTo>
                    <a:close/>
                    <a:moveTo>
                      <a:pt x="336021" y="101600"/>
                    </a:moveTo>
                    <a:lnTo>
                      <a:pt x="337701" y="91193"/>
                    </a:lnTo>
                    <a:lnTo>
                      <a:pt x="274712" y="45811"/>
                    </a:lnTo>
                    <a:lnTo>
                      <a:pt x="256188" y="50109"/>
                    </a:lnTo>
                    <a:lnTo>
                      <a:pt x="214668" y="126844"/>
                    </a:lnTo>
                    <a:lnTo>
                      <a:pt x="221497" y="132124"/>
                    </a:lnTo>
                    <a:lnTo>
                      <a:pt x="335999" y="101600"/>
                    </a:lnTo>
                    <a:close/>
                    <a:moveTo>
                      <a:pt x="449956" y="67171"/>
                    </a:moveTo>
                    <a:cubicBezTo>
                      <a:pt x="433941" y="66189"/>
                      <a:pt x="405359" y="46116"/>
                      <a:pt x="391985" y="45353"/>
                    </a:cubicBezTo>
                    <a:cubicBezTo>
                      <a:pt x="375774" y="44415"/>
                      <a:pt x="372283" y="61738"/>
                      <a:pt x="376188" y="74393"/>
                    </a:cubicBezTo>
                    <a:cubicBezTo>
                      <a:pt x="376450" y="75222"/>
                      <a:pt x="387294" y="86807"/>
                      <a:pt x="388145" y="86960"/>
                    </a:cubicBezTo>
                    <a:cubicBezTo>
                      <a:pt x="391134" y="87440"/>
                      <a:pt x="439287" y="73804"/>
                      <a:pt x="446792" y="71578"/>
                    </a:cubicBezTo>
                    <a:cubicBezTo>
                      <a:pt x="449956" y="70640"/>
                      <a:pt x="450610" y="72844"/>
                      <a:pt x="449977" y="67193"/>
                    </a:cubicBezTo>
                    <a:close/>
                    <a:moveTo>
                      <a:pt x="497301" y="77578"/>
                    </a:moveTo>
                    <a:cubicBezTo>
                      <a:pt x="497301" y="69047"/>
                      <a:pt x="490385" y="62153"/>
                      <a:pt x="481876" y="62153"/>
                    </a:cubicBezTo>
                    <a:cubicBezTo>
                      <a:pt x="473367" y="62153"/>
                      <a:pt x="466450" y="69069"/>
                      <a:pt x="466450" y="77578"/>
                    </a:cubicBezTo>
                    <a:cubicBezTo>
                      <a:pt x="466450" y="86087"/>
                      <a:pt x="473367" y="93004"/>
                      <a:pt x="481876" y="93004"/>
                    </a:cubicBezTo>
                    <a:cubicBezTo>
                      <a:pt x="490385" y="93004"/>
                      <a:pt x="497301" y="86087"/>
                      <a:pt x="497301" y="77578"/>
                    </a:cubicBezTo>
                    <a:close/>
                    <a:moveTo>
                      <a:pt x="55090" y="154422"/>
                    </a:moveTo>
                    <a:lnTo>
                      <a:pt x="159883" y="144691"/>
                    </a:lnTo>
                    <a:cubicBezTo>
                      <a:pt x="161061" y="138080"/>
                      <a:pt x="170399" y="128218"/>
                      <a:pt x="170487" y="122829"/>
                    </a:cubicBezTo>
                    <a:cubicBezTo>
                      <a:pt x="170639" y="114407"/>
                      <a:pt x="160145" y="102211"/>
                      <a:pt x="158727" y="93287"/>
                    </a:cubicBezTo>
                    <a:lnTo>
                      <a:pt x="132130" y="86153"/>
                    </a:lnTo>
                    <a:lnTo>
                      <a:pt x="68116" y="140196"/>
                    </a:lnTo>
                    <a:lnTo>
                      <a:pt x="55090" y="154422"/>
                    </a:lnTo>
                    <a:close/>
                    <a:moveTo>
                      <a:pt x="452028" y="86829"/>
                    </a:moveTo>
                    <a:cubicBezTo>
                      <a:pt x="437148" y="93047"/>
                      <a:pt x="407825" y="94946"/>
                      <a:pt x="394887" y="102058"/>
                    </a:cubicBezTo>
                    <a:cubicBezTo>
                      <a:pt x="392792" y="103215"/>
                      <a:pt x="390807" y="107447"/>
                      <a:pt x="391308" y="109433"/>
                    </a:cubicBezTo>
                    <a:cubicBezTo>
                      <a:pt x="392225" y="112989"/>
                      <a:pt x="447359" y="152087"/>
                      <a:pt x="451025" y="152153"/>
                    </a:cubicBezTo>
                    <a:cubicBezTo>
                      <a:pt x="454690" y="152218"/>
                      <a:pt x="460232" y="147287"/>
                      <a:pt x="464988" y="147636"/>
                    </a:cubicBezTo>
                    <a:cubicBezTo>
                      <a:pt x="464007" y="139040"/>
                      <a:pt x="467105" y="130946"/>
                      <a:pt x="467497" y="122873"/>
                    </a:cubicBezTo>
                    <a:cubicBezTo>
                      <a:pt x="467716" y="118727"/>
                      <a:pt x="468305" y="108931"/>
                      <a:pt x="467454" y="105767"/>
                    </a:cubicBezTo>
                    <a:cubicBezTo>
                      <a:pt x="466974" y="103956"/>
                      <a:pt x="450174" y="94989"/>
                      <a:pt x="452028" y="86807"/>
                    </a:cubicBezTo>
                    <a:close/>
                    <a:moveTo>
                      <a:pt x="376319" y="101644"/>
                    </a:moveTo>
                    <a:cubicBezTo>
                      <a:pt x="376319" y="95425"/>
                      <a:pt x="371279" y="90385"/>
                      <a:pt x="365061" y="90385"/>
                    </a:cubicBezTo>
                    <a:cubicBezTo>
                      <a:pt x="358843" y="90385"/>
                      <a:pt x="353803" y="95425"/>
                      <a:pt x="353803" y="101644"/>
                    </a:cubicBezTo>
                    <a:cubicBezTo>
                      <a:pt x="353803" y="107862"/>
                      <a:pt x="358843" y="112902"/>
                      <a:pt x="365061" y="112902"/>
                    </a:cubicBezTo>
                    <a:cubicBezTo>
                      <a:pt x="371279" y="112902"/>
                      <a:pt x="376319" y="107862"/>
                      <a:pt x="376319" y="101644"/>
                    </a:cubicBezTo>
                    <a:close/>
                    <a:moveTo>
                      <a:pt x="485170" y="108887"/>
                    </a:moveTo>
                    <a:lnTo>
                      <a:pt x="481243" y="146938"/>
                    </a:lnTo>
                    <a:cubicBezTo>
                      <a:pt x="485105" y="150211"/>
                      <a:pt x="491192" y="157018"/>
                      <a:pt x="496341" y="156298"/>
                    </a:cubicBezTo>
                    <a:cubicBezTo>
                      <a:pt x="506225" y="154924"/>
                      <a:pt x="538276" y="139804"/>
                      <a:pt x="529679" y="126080"/>
                    </a:cubicBezTo>
                    <a:cubicBezTo>
                      <a:pt x="528850" y="124771"/>
                      <a:pt x="508341" y="106596"/>
                      <a:pt x="506530" y="105418"/>
                    </a:cubicBezTo>
                    <a:cubicBezTo>
                      <a:pt x="504959" y="104415"/>
                      <a:pt x="503170" y="102735"/>
                      <a:pt x="501294" y="102844"/>
                    </a:cubicBezTo>
                    <a:lnTo>
                      <a:pt x="485170" y="108887"/>
                    </a:lnTo>
                    <a:close/>
                    <a:moveTo>
                      <a:pt x="353737" y="126298"/>
                    </a:moveTo>
                    <a:lnTo>
                      <a:pt x="341497" y="117636"/>
                    </a:lnTo>
                    <a:cubicBezTo>
                      <a:pt x="304908" y="127826"/>
                      <a:pt x="261687" y="134720"/>
                      <a:pt x="226101" y="147658"/>
                    </a:cubicBezTo>
                    <a:cubicBezTo>
                      <a:pt x="223068" y="148749"/>
                      <a:pt x="222392" y="146916"/>
                      <a:pt x="223068" y="152218"/>
                    </a:cubicBezTo>
                    <a:lnTo>
                      <a:pt x="315490" y="186713"/>
                    </a:lnTo>
                    <a:cubicBezTo>
                      <a:pt x="324632" y="177505"/>
                      <a:pt x="333839" y="171309"/>
                      <a:pt x="347017" y="169302"/>
                    </a:cubicBezTo>
                    <a:lnTo>
                      <a:pt x="353716" y="126320"/>
                    </a:lnTo>
                    <a:close/>
                    <a:moveTo>
                      <a:pt x="369577" y="128567"/>
                    </a:moveTo>
                    <a:lnTo>
                      <a:pt x="363425" y="170938"/>
                    </a:lnTo>
                    <a:cubicBezTo>
                      <a:pt x="363839" y="173469"/>
                      <a:pt x="372741" y="176589"/>
                      <a:pt x="375883" y="179447"/>
                    </a:cubicBezTo>
                    <a:cubicBezTo>
                      <a:pt x="379352" y="182633"/>
                      <a:pt x="384567" y="191665"/>
                      <a:pt x="386596" y="192626"/>
                    </a:cubicBezTo>
                    <a:cubicBezTo>
                      <a:pt x="388974" y="193760"/>
                      <a:pt x="436428" y="182742"/>
                      <a:pt x="437999" y="180647"/>
                    </a:cubicBezTo>
                    <a:cubicBezTo>
                      <a:pt x="439810" y="178247"/>
                      <a:pt x="439876" y="171702"/>
                      <a:pt x="441163" y="168429"/>
                    </a:cubicBezTo>
                    <a:lnTo>
                      <a:pt x="384436" y="124902"/>
                    </a:lnTo>
                    <a:lnTo>
                      <a:pt x="369599" y="128589"/>
                    </a:lnTo>
                    <a:close/>
                    <a:moveTo>
                      <a:pt x="563956" y="138407"/>
                    </a:moveTo>
                    <a:cubicBezTo>
                      <a:pt x="563956" y="133346"/>
                      <a:pt x="559854" y="129265"/>
                      <a:pt x="554814" y="129265"/>
                    </a:cubicBezTo>
                    <a:cubicBezTo>
                      <a:pt x="549774" y="129265"/>
                      <a:pt x="545672" y="133367"/>
                      <a:pt x="545672" y="138407"/>
                    </a:cubicBezTo>
                    <a:cubicBezTo>
                      <a:pt x="545672" y="143447"/>
                      <a:pt x="549774" y="147549"/>
                      <a:pt x="554814" y="147549"/>
                    </a:cubicBezTo>
                    <a:cubicBezTo>
                      <a:pt x="559854" y="147549"/>
                      <a:pt x="563956" y="143447"/>
                      <a:pt x="563956" y="138407"/>
                    </a:cubicBezTo>
                    <a:close/>
                    <a:moveTo>
                      <a:pt x="206312" y="148596"/>
                    </a:moveTo>
                    <a:cubicBezTo>
                      <a:pt x="206312" y="140567"/>
                      <a:pt x="199810" y="134066"/>
                      <a:pt x="191781" y="134066"/>
                    </a:cubicBezTo>
                    <a:cubicBezTo>
                      <a:pt x="183752" y="134066"/>
                      <a:pt x="177250" y="140567"/>
                      <a:pt x="177250" y="148596"/>
                    </a:cubicBezTo>
                    <a:cubicBezTo>
                      <a:pt x="177250" y="156626"/>
                      <a:pt x="183752" y="163127"/>
                      <a:pt x="191781" y="163127"/>
                    </a:cubicBezTo>
                    <a:cubicBezTo>
                      <a:pt x="199810" y="163127"/>
                      <a:pt x="206312" y="156626"/>
                      <a:pt x="206312" y="148596"/>
                    </a:cubicBezTo>
                    <a:close/>
                    <a:moveTo>
                      <a:pt x="39207" y="163673"/>
                    </a:moveTo>
                    <a:cubicBezTo>
                      <a:pt x="39207" y="157542"/>
                      <a:pt x="34232" y="152567"/>
                      <a:pt x="28101" y="152567"/>
                    </a:cubicBezTo>
                    <a:cubicBezTo>
                      <a:pt x="21970" y="152567"/>
                      <a:pt x="16996" y="157542"/>
                      <a:pt x="16996" y="163673"/>
                    </a:cubicBezTo>
                    <a:cubicBezTo>
                      <a:pt x="16996" y="169804"/>
                      <a:pt x="21970" y="174778"/>
                      <a:pt x="28101" y="174778"/>
                    </a:cubicBezTo>
                    <a:cubicBezTo>
                      <a:pt x="34232" y="174778"/>
                      <a:pt x="39207" y="169804"/>
                      <a:pt x="39207" y="163673"/>
                    </a:cubicBezTo>
                    <a:close/>
                    <a:moveTo>
                      <a:pt x="576501" y="232945"/>
                    </a:moveTo>
                    <a:lnTo>
                      <a:pt x="554683" y="164240"/>
                    </a:lnTo>
                    <a:lnTo>
                      <a:pt x="534501" y="156887"/>
                    </a:lnTo>
                    <a:cubicBezTo>
                      <a:pt x="520254" y="165593"/>
                      <a:pt x="495337" y="166051"/>
                      <a:pt x="502254" y="188196"/>
                    </a:cubicBezTo>
                    <a:lnTo>
                      <a:pt x="576523" y="232945"/>
                    </a:lnTo>
                    <a:close/>
                    <a:moveTo>
                      <a:pt x="163701" y="161404"/>
                    </a:moveTo>
                    <a:lnTo>
                      <a:pt x="55068" y="170764"/>
                    </a:lnTo>
                    <a:lnTo>
                      <a:pt x="123403" y="212982"/>
                    </a:lnTo>
                    <a:cubicBezTo>
                      <a:pt x="129207" y="204015"/>
                      <a:pt x="150457" y="206349"/>
                      <a:pt x="154385" y="202444"/>
                    </a:cubicBezTo>
                    <a:cubicBezTo>
                      <a:pt x="155585" y="201244"/>
                      <a:pt x="170247" y="174233"/>
                      <a:pt x="170377" y="172531"/>
                    </a:cubicBezTo>
                    <a:cubicBezTo>
                      <a:pt x="170487" y="171287"/>
                      <a:pt x="164290" y="161709"/>
                      <a:pt x="163723" y="161382"/>
                    </a:cubicBezTo>
                    <a:close/>
                    <a:moveTo>
                      <a:pt x="485257" y="177375"/>
                    </a:moveTo>
                    <a:cubicBezTo>
                      <a:pt x="485257" y="169389"/>
                      <a:pt x="478777" y="162909"/>
                      <a:pt x="470792" y="162909"/>
                    </a:cubicBezTo>
                    <a:cubicBezTo>
                      <a:pt x="462807" y="162909"/>
                      <a:pt x="456327" y="169389"/>
                      <a:pt x="456327" y="177375"/>
                    </a:cubicBezTo>
                    <a:cubicBezTo>
                      <a:pt x="456327" y="185360"/>
                      <a:pt x="462807" y="191840"/>
                      <a:pt x="470792" y="191840"/>
                    </a:cubicBezTo>
                    <a:cubicBezTo>
                      <a:pt x="478777" y="191840"/>
                      <a:pt x="485257" y="185360"/>
                      <a:pt x="485257" y="177375"/>
                    </a:cubicBezTo>
                    <a:close/>
                    <a:moveTo>
                      <a:pt x="310057" y="202706"/>
                    </a:moveTo>
                    <a:lnTo>
                      <a:pt x="214341" y="167535"/>
                    </a:lnTo>
                    <a:lnTo>
                      <a:pt x="248334" y="236960"/>
                    </a:lnTo>
                    <a:cubicBezTo>
                      <a:pt x="260007" y="233120"/>
                      <a:pt x="272028" y="238815"/>
                      <a:pt x="281279" y="245775"/>
                    </a:cubicBezTo>
                    <a:lnTo>
                      <a:pt x="311541" y="224218"/>
                    </a:lnTo>
                    <a:lnTo>
                      <a:pt x="310036" y="202684"/>
                    </a:lnTo>
                    <a:close/>
                    <a:moveTo>
                      <a:pt x="200901" y="178793"/>
                    </a:moveTo>
                    <a:cubicBezTo>
                      <a:pt x="184777" y="168778"/>
                      <a:pt x="171556" y="202706"/>
                      <a:pt x="168807" y="213964"/>
                    </a:cubicBezTo>
                    <a:cubicBezTo>
                      <a:pt x="177010" y="219375"/>
                      <a:pt x="176443" y="235564"/>
                      <a:pt x="181614" y="240582"/>
                    </a:cubicBezTo>
                    <a:cubicBezTo>
                      <a:pt x="183556" y="242458"/>
                      <a:pt x="219577" y="254742"/>
                      <a:pt x="221672" y="254349"/>
                    </a:cubicBezTo>
                    <a:cubicBezTo>
                      <a:pt x="224028" y="253891"/>
                      <a:pt x="231708" y="246102"/>
                      <a:pt x="231447" y="243178"/>
                    </a:cubicBezTo>
                    <a:lnTo>
                      <a:pt x="200901" y="178771"/>
                    </a:lnTo>
                    <a:close/>
                    <a:moveTo>
                      <a:pt x="45534" y="185164"/>
                    </a:moveTo>
                    <a:cubicBezTo>
                      <a:pt x="43090" y="185578"/>
                      <a:pt x="40167" y="189636"/>
                      <a:pt x="39992" y="192429"/>
                    </a:cubicBezTo>
                    <a:cubicBezTo>
                      <a:pt x="39730" y="196596"/>
                      <a:pt x="46450" y="234211"/>
                      <a:pt x="48588" y="236175"/>
                    </a:cubicBezTo>
                    <a:cubicBezTo>
                      <a:pt x="51425" y="238771"/>
                      <a:pt x="61308" y="241782"/>
                      <a:pt x="64821" y="247433"/>
                    </a:cubicBezTo>
                    <a:lnTo>
                      <a:pt x="113017" y="235280"/>
                    </a:lnTo>
                    <a:lnTo>
                      <a:pt x="111817" y="225331"/>
                    </a:lnTo>
                    <a:cubicBezTo>
                      <a:pt x="102348" y="222342"/>
                      <a:pt x="49374" y="184531"/>
                      <a:pt x="45556" y="185185"/>
                    </a:cubicBezTo>
                    <a:close/>
                    <a:moveTo>
                      <a:pt x="373199" y="209862"/>
                    </a:moveTo>
                    <a:cubicBezTo>
                      <a:pt x="373199" y="196967"/>
                      <a:pt x="362748" y="186516"/>
                      <a:pt x="349854" y="186516"/>
                    </a:cubicBezTo>
                    <a:cubicBezTo>
                      <a:pt x="336959" y="186516"/>
                      <a:pt x="326508" y="196967"/>
                      <a:pt x="326508" y="209862"/>
                    </a:cubicBezTo>
                    <a:cubicBezTo>
                      <a:pt x="326508" y="222756"/>
                      <a:pt x="336959" y="233207"/>
                      <a:pt x="349854" y="233207"/>
                    </a:cubicBezTo>
                    <a:cubicBezTo>
                      <a:pt x="362748" y="233207"/>
                      <a:pt x="373199" y="222756"/>
                      <a:pt x="373199" y="209862"/>
                    </a:cubicBezTo>
                    <a:close/>
                    <a:moveTo>
                      <a:pt x="447796" y="198080"/>
                    </a:moveTo>
                    <a:lnTo>
                      <a:pt x="389105" y="209185"/>
                    </a:lnTo>
                    <a:cubicBezTo>
                      <a:pt x="390937" y="220618"/>
                      <a:pt x="383716" y="227316"/>
                      <a:pt x="381185" y="237375"/>
                    </a:cubicBezTo>
                    <a:lnTo>
                      <a:pt x="418647" y="282778"/>
                    </a:lnTo>
                    <a:lnTo>
                      <a:pt x="425999" y="279353"/>
                    </a:lnTo>
                    <a:lnTo>
                      <a:pt x="447796" y="198102"/>
                    </a:lnTo>
                    <a:close/>
                    <a:moveTo>
                      <a:pt x="565592" y="248218"/>
                    </a:moveTo>
                    <a:lnTo>
                      <a:pt x="493592" y="201396"/>
                    </a:lnTo>
                    <a:cubicBezTo>
                      <a:pt x="482007" y="204538"/>
                      <a:pt x="473585" y="212589"/>
                      <a:pt x="460887" y="206785"/>
                    </a:cubicBezTo>
                    <a:lnTo>
                      <a:pt x="441076" y="286073"/>
                    </a:lnTo>
                    <a:lnTo>
                      <a:pt x="450043" y="290873"/>
                    </a:lnTo>
                    <a:lnTo>
                      <a:pt x="565570" y="248218"/>
                    </a:lnTo>
                    <a:close/>
                    <a:moveTo>
                      <a:pt x="162130" y="237309"/>
                    </a:moveTo>
                    <a:cubicBezTo>
                      <a:pt x="162130" y="228407"/>
                      <a:pt x="154908" y="221185"/>
                      <a:pt x="146007" y="221185"/>
                    </a:cubicBezTo>
                    <a:cubicBezTo>
                      <a:pt x="137105" y="221185"/>
                      <a:pt x="129883" y="228407"/>
                      <a:pt x="129883" y="237309"/>
                    </a:cubicBezTo>
                    <a:cubicBezTo>
                      <a:pt x="129883" y="246211"/>
                      <a:pt x="137105" y="253433"/>
                      <a:pt x="146007" y="253433"/>
                    </a:cubicBezTo>
                    <a:cubicBezTo>
                      <a:pt x="154908" y="253433"/>
                      <a:pt x="162130" y="246211"/>
                      <a:pt x="162130" y="237309"/>
                    </a:cubicBezTo>
                    <a:close/>
                    <a:moveTo>
                      <a:pt x="404159" y="294036"/>
                    </a:moveTo>
                    <a:lnTo>
                      <a:pt x="367832" y="246298"/>
                    </a:lnTo>
                    <a:cubicBezTo>
                      <a:pt x="360370" y="246560"/>
                      <a:pt x="354828" y="250575"/>
                      <a:pt x="346974" y="249964"/>
                    </a:cubicBezTo>
                    <a:cubicBezTo>
                      <a:pt x="337417" y="249222"/>
                      <a:pt x="325221" y="239033"/>
                      <a:pt x="320334" y="239447"/>
                    </a:cubicBezTo>
                    <a:cubicBezTo>
                      <a:pt x="318239" y="239622"/>
                      <a:pt x="293061" y="256815"/>
                      <a:pt x="292756" y="258473"/>
                    </a:cubicBezTo>
                    <a:cubicBezTo>
                      <a:pt x="292363" y="260546"/>
                      <a:pt x="294872" y="273658"/>
                      <a:pt x="296508" y="274531"/>
                    </a:cubicBezTo>
                    <a:lnTo>
                      <a:pt x="404159" y="294036"/>
                    </a:lnTo>
                    <a:close/>
                    <a:moveTo>
                      <a:pt x="51294" y="261069"/>
                    </a:moveTo>
                    <a:cubicBezTo>
                      <a:pt x="51294" y="256073"/>
                      <a:pt x="47257" y="252036"/>
                      <a:pt x="42261" y="252036"/>
                    </a:cubicBezTo>
                    <a:cubicBezTo>
                      <a:pt x="37265" y="252036"/>
                      <a:pt x="33228" y="256073"/>
                      <a:pt x="33228" y="261069"/>
                    </a:cubicBezTo>
                    <a:cubicBezTo>
                      <a:pt x="33228" y="266066"/>
                      <a:pt x="37265" y="270102"/>
                      <a:pt x="42261" y="270102"/>
                    </a:cubicBezTo>
                    <a:cubicBezTo>
                      <a:pt x="47257" y="270102"/>
                      <a:pt x="51294" y="266066"/>
                      <a:pt x="51294" y="261069"/>
                    </a:cubicBezTo>
                    <a:close/>
                    <a:moveTo>
                      <a:pt x="117948" y="252887"/>
                    </a:moveTo>
                    <a:cubicBezTo>
                      <a:pt x="115941" y="251709"/>
                      <a:pt x="76843" y="260676"/>
                      <a:pt x="72479" y="262378"/>
                    </a:cubicBezTo>
                    <a:cubicBezTo>
                      <a:pt x="69948" y="263382"/>
                      <a:pt x="65279" y="265215"/>
                      <a:pt x="66065" y="268793"/>
                    </a:cubicBezTo>
                    <a:lnTo>
                      <a:pt x="144501" y="331127"/>
                    </a:lnTo>
                    <a:lnTo>
                      <a:pt x="139788" y="271498"/>
                    </a:lnTo>
                    <a:cubicBezTo>
                      <a:pt x="138501" y="267811"/>
                      <a:pt x="130145" y="266633"/>
                      <a:pt x="125934" y="263535"/>
                    </a:cubicBezTo>
                    <a:cubicBezTo>
                      <a:pt x="121963" y="260611"/>
                      <a:pt x="118516" y="253236"/>
                      <a:pt x="117948" y="252887"/>
                    </a:cubicBezTo>
                    <a:close/>
                    <a:moveTo>
                      <a:pt x="278639" y="275076"/>
                    </a:moveTo>
                    <a:cubicBezTo>
                      <a:pt x="278639" y="262575"/>
                      <a:pt x="268494" y="252429"/>
                      <a:pt x="255992" y="252429"/>
                    </a:cubicBezTo>
                    <a:cubicBezTo>
                      <a:pt x="243490" y="252429"/>
                      <a:pt x="233345" y="262575"/>
                      <a:pt x="233345" y="275076"/>
                    </a:cubicBezTo>
                    <a:cubicBezTo>
                      <a:pt x="233345" y="287578"/>
                      <a:pt x="243490" y="297724"/>
                      <a:pt x="255992" y="297724"/>
                    </a:cubicBezTo>
                    <a:cubicBezTo>
                      <a:pt x="268494" y="297724"/>
                      <a:pt x="278639" y="287578"/>
                      <a:pt x="278639" y="275076"/>
                    </a:cubicBezTo>
                    <a:close/>
                    <a:moveTo>
                      <a:pt x="216217" y="270364"/>
                    </a:moveTo>
                    <a:lnTo>
                      <a:pt x="173934" y="255506"/>
                    </a:lnTo>
                    <a:cubicBezTo>
                      <a:pt x="171294" y="259280"/>
                      <a:pt x="160123" y="265564"/>
                      <a:pt x="158727" y="267876"/>
                    </a:cubicBezTo>
                    <a:cubicBezTo>
                      <a:pt x="155934" y="272458"/>
                      <a:pt x="158814" y="310945"/>
                      <a:pt x="159752" y="319193"/>
                    </a:cubicBezTo>
                    <a:cubicBezTo>
                      <a:pt x="160494" y="325716"/>
                      <a:pt x="162719" y="333615"/>
                      <a:pt x="170639" y="330058"/>
                    </a:cubicBezTo>
                    <a:cubicBezTo>
                      <a:pt x="174065" y="328509"/>
                      <a:pt x="218508" y="294778"/>
                      <a:pt x="219861" y="291964"/>
                    </a:cubicBezTo>
                    <a:lnTo>
                      <a:pt x="216196" y="270364"/>
                    </a:lnTo>
                    <a:close/>
                    <a:moveTo>
                      <a:pt x="572159" y="263535"/>
                    </a:moveTo>
                    <a:lnTo>
                      <a:pt x="460908" y="304945"/>
                    </a:lnTo>
                    <a:cubicBezTo>
                      <a:pt x="478516" y="306036"/>
                      <a:pt x="499417" y="313302"/>
                      <a:pt x="516632" y="313738"/>
                    </a:cubicBezTo>
                    <a:cubicBezTo>
                      <a:pt x="529679" y="314087"/>
                      <a:pt x="526712" y="309178"/>
                      <a:pt x="534457" y="305447"/>
                    </a:cubicBezTo>
                    <a:cubicBezTo>
                      <a:pt x="539672" y="302938"/>
                      <a:pt x="547243" y="303811"/>
                      <a:pt x="549839" y="302262"/>
                    </a:cubicBezTo>
                    <a:cubicBezTo>
                      <a:pt x="552937" y="300429"/>
                      <a:pt x="568145" y="269011"/>
                      <a:pt x="572159" y="263513"/>
                    </a:cubicBezTo>
                    <a:close/>
                    <a:moveTo>
                      <a:pt x="317170" y="350611"/>
                    </a:moveTo>
                    <a:cubicBezTo>
                      <a:pt x="330108" y="345964"/>
                      <a:pt x="338727" y="349389"/>
                      <a:pt x="350312" y="354691"/>
                    </a:cubicBezTo>
                    <a:lnTo>
                      <a:pt x="401934" y="314786"/>
                    </a:lnTo>
                    <a:lnTo>
                      <a:pt x="395999" y="309855"/>
                    </a:lnTo>
                    <a:cubicBezTo>
                      <a:pt x="365607" y="307651"/>
                      <a:pt x="332094" y="294538"/>
                      <a:pt x="302421" y="292116"/>
                    </a:cubicBezTo>
                    <a:cubicBezTo>
                      <a:pt x="292145" y="291266"/>
                      <a:pt x="288152" y="292073"/>
                      <a:pt x="285076" y="302916"/>
                    </a:cubicBezTo>
                    <a:lnTo>
                      <a:pt x="317170" y="350611"/>
                    </a:lnTo>
                    <a:close/>
                    <a:moveTo>
                      <a:pt x="436996" y="307956"/>
                    </a:moveTo>
                    <a:cubicBezTo>
                      <a:pt x="436996" y="302415"/>
                      <a:pt x="432501" y="297920"/>
                      <a:pt x="426959" y="297920"/>
                    </a:cubicBezTo>
                    <a:cubicBezTo>
                      <a:pt x="421417" y="297920"/>
                      <a:pt x="416923" y="302415"/>
                      <a:pt x="416923" y="307956"/>
                    </a:cubicBezTo>
                    <a:cubicBezTo>
                      <a:pt x="416923" y="313498"/>
                      <a:pt x="421417" y="317993"/>
                      <a:pt x="426959" y="317993"/>
                    </a:cubicBezTo>
                    <a:cubicBezTo>
                      <a:pt x="432501" y="317993"/>
                      <a:pt x="436996" y="313498"/>
                      <a:pt x="436996" y="307956"/>
                    </a:cubicBezTo>
                    <a:close/>
                    <a:moveTo>
                      <a:pt x="179410" y="348582"/>
                    </a:moveTo>
                    <a:lnTo>
                      <a:pt x="296683" y="367760"/>
                    </a:lnTo>
                    <a:lnTo>
                      <a:pt x="303316" y="360211"/>
                    </a:lnTo>
                    <a:cubicBezTo>
                      <a:pt x="303577" y="357331"/>
                      <a:pt x="273992" y="313956"/>
                      <a:pt x="271068" y="312451"/>
                    </a:cubicBezTo>
                    <a:cubicBezTo>
                      <a:pt x="267512" y="310618"/>
                      <a:pt x="238450" y="318124"/>
                      <a:pt x="230705" y="305644"/>
                    </a:cubicBezTo>
                    <a:lnTo>
                      <a:pt x="180916" y="341949"/>
                    </a:lnTo>
                    <a:lnTo>
                      <a:pt x="179432" y="348582"/>
                    </a:lnTo>
                    <a:close/>
                    <a:moveTo>
                      <a:pt x="452159" y="320262"/>
                    </a:moveTo>
                    <a:lnTo>
                      <a:pt x="513316" y="380349"/>
                    </a:lnTo>
                    <a:cubicBezTo>
                      <a:pt x="523636" y="385760"/>
                      <a:pt x="531207" y="352989"/>
                      <a:pt x="530683" y="347600"/>
                    </a:cubicBezTo>
                    <a:cubicBezTo>
                      <a:pt x="530465" y="345527"/>
                      <a:pt x="523548" y="333636"/>
                      <a:pt x="521890" y="332349"/>
                    </a:cubicBezTo>
                    <a:cubicBezTo>
                      <a:pt x="512967" y="325498"/>
                      <a:pt x="465730" y="324713"/>
                      <a:pt x="452181" y="320262"/>
                    </a:cubicBezTo>
                    <a:close/>
                    <a:moveTo>
                      <a:pt x="549992" y="320546"/>
                    </a:moveTo>
                    <a:lnTo>
                      <a:pt x="539410" y="320240"/>
                    </a:lnTo>
                    <a:lnTo>
                      <a:pt x="542748" y="333309"/>
                    </a:lnTo>
                    <a:cubicBezTo>
                      <a:pt x="551127" y="333418"/>
                      <a:pt x="554225" y="327331"/>
                      <a:pt x="549992" y="320546"/>
                    </a:cubicBezTo>
                    <a:close/>
                    <a:moveTo>
                      <a:pt x="500159" y="390036"/>
                    </a:moveTo>
                    <a:lnTo>
                      <a:pt x="439897" y="331673"/>
                    </a:lnTo>
                    <a:cubicBezTo>
                      <a:pt x="430319" y="336735"/>
                      <a:pt x="416443" y="329535"/>
                      <a:pt x="408654" y="332240"/>
                    </a:cubicBezTo>
                    <a:cubicBezTo>
                      <a:pt x="406079" y="333135"/>
                      <a:pt x="367810" y="361738"/>
                      <a:pt x="364799" y="364902"/>
                    </a:cubicBezTo>
                    <a:cubicBezTo>
                      <a:pt x="360108" y="369833"/>
                      <a:pt x="357032" y="374698"/>
                      <a:pt x="366043" y="376902"/>
                    </a:cubicBezTo>
                    <a:lnTo>
                      <a:pt x="500159" y="390036"/>
                    </a:lnTo>
                    <a:close/>
                    <a:moveTo>
                      <a:pt x="162785" y="352204"/>
                    </a:moveTo>
                    <a:cubicBezTo>
                      <a:pt x="162785" y="347753"/>
                      <a:pt x="159163" y="344131"/>
                      <a:pt x="154712" y="344131"/>
                    </a:cubicBezTo>
                    <a:cubicBezTo>
                      <a:pt x="150261" y="344131"/>
                      <a:pt x="146639" y="347753"/>
                      <a:pt x="146639" y="352204"/>
                    </a:cubicBezTo>
                    <a:cubicBezTo>
                      <a:pt x="146639" y="356655"/>
                      <a:pt x="150261" y="360276"/>
                      <a:pt x="154712" y="360276"/>
                    </a:cubicBezTo>
                    <a:cubicBezTo>
                      <a:pt x="159163" y="360276"/>
                      <a:pt x="162785" y="356655"/>
                      <a:pt x="162785" y="352204"/>
                    </a:cubicBezTo>
                    <a:close/>
                    <a:moveTo>
                      <a:pt x="345665" y="381222"/>
                    </a:moveTo>
                    <a:cubicBezTo>
                      <a:pt x="345665" y="372320"/>
                      <a:pt x="338443" y="365098"/>
                      <a:pt x="329541" y="365098"/>
                    </a:cubicBezTo>
                    <a:cubicBezTo>
                      <a:pt x="320639" y="365098"/>
                      <a:pt x="313417" y="372320"/>
                      <a:pt x="313417" y="381222"/>
                    </a:cubicBezTo>
                    <a:cubicBezTo>
                      <a:pt x="313417" y="390124"/>
                      <a:pt x="320639" y="397346"/>
                      <a:pt x="329541" y="397346"/>
                    </a:cubicBezTo>
                    <a:cubicBezTo>
                      <a:pt x="338443" y="397346"/>
                      <a:pt x="345665" y="390124"/>
                      <a:pt x="345665" y="381222"/>
                    </a:cubicBezTo>
                    <a:close/>
                    <a:moveTo>
                      <a:pt x="281956" y="381353"/>
                    </a:moveTo>
                    <a:lnTo>
                      <a:pt x="188159" y="366080"/>
                    </a:lnTo>
                    <a:lnTo>
                      <a:pt x="209825" y="384756"/>
                    </a:lnTo>
                    <a:cubicBezTo>
                      <a:pt x="218792" y="380938"/>
                      <a:pt x="226494" y="377491"/>
                      <a:pt x="236007" y="382596"/>
                    </a:cubicBezTo>
                    <a:cubicBezTo>
                      <a:pt x="240567" y="385040"/>
                      <a:pt x="242596" y="392175"/>
                      <a:pt x="250210" y="390189"/>
                    </a:cubicBezTo>
                    <a:lnTo>
                      <a:pt x="281956" y="381375"/>
                    </a:lnTo>
                    <a:close/>
                    <a:moveTo>
                      <a:pt x="482683" y="405353"/>
                    </a:moveTo>
                    <a:lnTo>
                      <a:pt x="369250" y="394444"/>
                    </a:lnTo>
                    <a:cubicBezTo>
                      <a:pt x="375599" y="399506"/>
                      <a:pt x="393097" y="413382"/>
                      <a:pt x="399752" y="415346"/>
                    </a:cubicBezTo>
                    <a:cubicBezTo>
                      <a:pt x="409832" y="418313"/>
                      <a:pt x="425585" y="407295"/>
                      <a:pt x="438065" y="420604"/>
                    </a:cubicBezTo>
                    <a:lnTo>
                      <a:pt x="482683" y="405353"/>
                    </a:lnTo>
                    <a:close/>
                    <a:moveTo>
                      <a:pt x="531948" y="402036"/>
                    </a:moveTo>
                    <a:cubicBezTo>
                      <a:pt x="531948" y="398196"/>
                      <a:pt x="528828" y="395076"/>
                      <a:pt x="524988" y="395076"/>
                    </a:cubicBezTo>
                    <a:cubicBezTo>
                      <a:pt x="521148" y="395076"/>
                      <a:pt x="518028" y="398196"/>
                      <a:pt x="518028" y="402036"/>
                    </a:cubicBezTo>
                    <a:cubicBezTo>
                      <a:pt x="518028" y="405876"/>
                      <a:pt x="521148" y="408996"/>
                      <a:pt x="524988" y="408996"/>
                    </a:cubicBezTo>
                    <a:cubicBezTo>
                      <a:pt x="528828" y="408996"/>
                      <a:pt x="531948" y="405876"/>
                      <a:pt x="531948" y="402036"/>
                    </a:cubicBezTo>
                    <a:close/>
                    <a:moveTo>
                      <a:pt x="232232" y="403149"/>
                    </a:moveTo>
                    <a:cubicBezTo>
                      <a:pt x="232232" y="399287"/>
                      <a:pt x="229112" y="396167"/>
                      <a:pt x="225250" y="396167"/>
                    </a:cubicBezTo>
                    <a:cubicBezTo>
                      <a:pt x="221388" y="396167"/>
                      <a:pt x="218268" y="399287"/>
                      <a:pt x="218268" y="403149"/>
                    </a:cubicBezTo>
                    <a:cubicBezTo>
                      <a:pt x="218268" y="407011"/>
                      <a:pt x="221388" y="410131"/>
                      <a:pt x="225250" y="410131"/>
                    </a:cubicBezTo>
                    <a:cubicBezTo>
                      <a:pt x="229112" y="410131"/>
                      <a:pt x="232232" y="407011"/>
                      <a:pt x="232232" y="403149"/>
                    </a:cubicBezTo>
                    <a:close/>
                    <a:moveTo>
                      <a:pt x="412276" y="458262"/>
                    </a:moveTo>
                    <a:cubicBezTo>
                      <a:pt x="409156" y="455426"/>
                      <a:pt x="401868" y="455644"/>
                      <a:pt x="397876" y="447593"/>
                    </a:cubicBezTo>
                    <a:cubicBezTo>
                      <a:pt x="394777" y="441353"/>
                      <a:pt x="396719" y="434676"/>
                      <a:pt x="393228" y="430422"/>
                    </a:cubicBezTo>
                    <a:cubicBezTo>
                      <a:pt x="390981" y="427695"/>
                      <a:pt x="353410" y="405222"/>
                      <a:pt x="350988" y="405680"/>
                    </a:cubicBezTo>
                    <a:lnTo>
                      <a:pt x="346341" y="409607"/>
                    </a:lnTo>
                    <a:lnTo>
                      <a:pt x="378414" y="532487"/>
                    </a:lnTo>
                    <a:cubicBezTo>
                      <a:pt x="382712" y="548764"/>
                      <a:pt x="407476" y="520269"/>
                      <a:pt x="407977" y="517455"/>
                    </a:cubicBezTo>
                    <a:cubicBezTo>
                      <a:pt x="408610" y="513942"/>
                      <a:pt x="405490" y="508749"/>
                      <a:pt x="407214" y="501200"/>
                    </a:cubicBezTo>
                    <a:cubicBezTo>
                      <a:pt x="409177" y="492604"/>
                      <a:pt x="416945" y="490618"/>
                      <a:pt x="417403" y="482829"/>
                    </a:cubicBezTo>
                    <a:cubicBezTo>
                      <a:pt x="417599" y="479491"/>
                      <a:pt x="414108" y="459985"/>
                      <a:pt x="412232" y="458284"/>
                    </a:cubicBezTo>
                    <a:close/>
                    <a:moveTo>
                      <a:pt x="418363" y="426887"/>
                    </a:moveTo>
                    <a:lnTo>
                      <a:pt x="409352" y="435855"/>
                    </a:lnTo>
                    <a:lnTo>
                      <a:pt x="418319" y="444866"/>
                    </a:lnTo>
                    <a:lnTo>
                      <a:pt x="427330" y="435898"/>
                    </a:lnTo>
                    <a:lnTo>
                      <a:pt x="418363" y="426887"/>
                    </a:lnTo>
                    <a:close/>
                    <a:moveTo>
                      <a:pt x="436756" y="507571"/>
                    </a:moveTo>
                    <a:cubicBezTo>
                      <a:pt x="436756" y="503840"/>
                      <a:pt x="433745" y="500829"/>
                      <a:pt x="430014" y="500829"/>
                    </a:cubicBezTo>
                    <a:cubicBezTo>
                      <a:pt x="426283" y="500829"/>
                      <a:pt x="423272" y="503840"/>
                      <a:pt x="423272" y="507571"/>
                    </a:cubicBezTo>
                    <a:cubicBezTo>
                      <a:pt x="423272" y="511302"/>
                      <a:pt x="426283" y="514313"/>
                      <a:pt x="430014" y="514313"/>
                    </a:cubicBezTo>
                    <a:cubicBezTo>
                      <a:pt x="433745" y="514313"/>
                      <a:pt x="436756" y="511302"/>
                      <a:pt x="436756" y="507571"/>
                    </a:cubicBezTo>
                    <a:close/>
                    <a:moveTo>
                      <a:pt x="384305" y="559804"/>
                    </a:moveTo>
                    <a:cubicBezTo>
                      <a:pt x="384305" y="556095"/>
                      <a:pt x="381294" y="553084"/>
                      <a:pt x="377585" y="553084"/>
                    </a:cubicBezTo>
                    <a:cubicBezTo>
                      <a:pt x="373876" y="553084"/>
                      <a:pt x="370865" y="556095"/>
                      <a:pt x="370865" y="559804"/>
                    </a:cubicBezTo>
                    <a:cubicBezTo>
                      <a:pt x="370865" y="563513"/>
                      <a:pt x="373876" y="566524"/>
                      <a:pt x="377585" y="566524"/>
                    </a:cubicBezTo>
                    <a:cubicBezTo>
                      <a:pt x="381294" y="566524"/>
                      <a:pt x="384305" y="563513"/>
                      <a:pt x="384305" y="559804"/>
                    </a:cubicBezTo>
                    <a:close/>
                  </a:path>
                </a:pathLst>
              </a:custGeom>
              <a:solidFill>
                <a:schemeClr val="accent6">
                  <a:lumMod val="40000"/>
                  <a:lumOff val="60000"/>
                </a:schemeClr>
              </a:solidFill>
              <a:ln w="6350" cap="flat">
                <a:solidFill>
                  <a:schemeClr val="accent6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Ovale 30">
                <a:extLst>
                  <a:ext uri="{FF2B5EF4-FFF2-40B4-BE49-F238E27FC236}">
                    <a16:creationId xmlns:a16="http://schemas.microsoft.com/office/drawing/2014/main" id="{A501D405-8B0D-5CCE-0E22-56E48559F266}"/>
                  </a:ext>
                </a:extLst>
              </p:cNvPr>
              <p:cNvSpPr/>
              <p:nvPr/>
            </p:nvSpPr>
            <p:spPr>
              <a:xfrm>
                <a:off x="846927" y="4850635"/>
                <a:ext cx="703418" cy="703418"/>
              </a:xfrm>
              <a:prstGeom prst="ellipse">
                <a:avLst/>
              </a:prstGeom>
              <a:noFill/>
              <a:ln w="17318" cap="flat">
                <a:solidFill>
                  <a:schemeClr val="accent6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85B7916E-DB9B-E080-AD89-509385E99E46}"/>
                </a:ext>
              </a:extLst>
            </p:cNvPr>
            <p:cNvGrpSpPr/>
            <p:nvPr/>
          </p:nvGrpSpPr>
          <p:grpSpPr>
            <a:xfrm>
              <a:off x="4777093" y="4367589"/>
              <a:ext cx="1230981" cy="1230981"/>
              <a:chOff x="4761272" y="4587180"/>
              <a:chExt cx="1230981" cy="1230981"/>
            </a:xfrm>
          </p:grpSpPr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495AA2E2-F722-B9B5-E049-6D43DF6B65BD}"/>
                  </a:ext>
                </a:extLst>
              </p:cNvPr>
              <p:cNvSpPr/>
              <p:nvPr/>
            </p:nvSpPr>
            <p:spPr>
              <a:xfrm>
                <a:off x="4839661" y="4692995"/>
                <a:ext cx="1074066" cy="1019216"/>
              </a:xfrm>
              <a:custGeom>
                <a:avLst/>
                <a:gdLst>
                  <a:gd name="csX0" fmla="*/ 497851 w 1074066"/>
                  <a:gd name="csY0" fmla="*/ 29082 h 1019216"/>
                  <a:gd name="csX1" fmla="*/ 601477 w 1074066"/>
                  <a:gd name="csY1" fmla="*/ 33549 h 1019216"/>
                  <a:gd name="csX2" fmla="*/ 623584 w 1074066"/>
                  <a:gd name="csY2" fmla="*/ 8998 h 1019216"/>
                  <a:gd name="csX3" fmla="*/ 680628 w 1074066"/>
                  <a:gd name="csY3" fmla="*/ 20071 h 1019216"/>
                  <a:gd name="csX4" fmla="*/ 694221 w 1074066"/>
                  <a:gd name="csY4" fmla="*/ 52296 h 1019216"/>
                  <a:gd name="csX5" fmla="*/ 804031 w 1074066"/>
                  <a:gd name="csY5" fmla="*/ 93647 h 1019216"/>
                  <a:gd name="csX6" fmla="*/ 839159 w 1074066"/>
                  <a:gd name="csY6" fmla="*/ 79138 h 1019216"/>
                  <a:gd name="csX7" fmla="*/ 896393 w 1074066"/>
                  <a:gd name="csY7" fmla="*/ 117358 h 1019216"/>
                  <a:gd name="csX8" fmla="*/ 895935 w 1074066"/>
                  <a:gd name="csY8" fmla="*/ 153936 h 1019216"/>
                  <a:gd name="csX9" fmla="*/ 944159 w 1074066"/>
                  <a:gd name="csY9" fmla="*/ 199716 h 1019216"/>
                  <a:gd name="csX10" fmla="*/ 983295 w 1074066"/>
                  <a:gd name="csY10" fmla="*/ 198456 h 1019216"/>
                  <a:gd name="csX11" fmla="*/ 1016628 w 1074066"/>
                  <a:gd name="csY11" fmla="*/ 241564 h 1019216"/>
                  <a:gd name="csX12" fmla="*/ 1002004 w 1074066"/>
                  <a:gd name="csY12" fmla="*/ 290207 h 1019216"/>
                  <a:gd name="csX13" fmla="*/ 1036253 w 1074066"/>
                  <a:gd name="csY13" fmla="*/ 389824 h 1019216"/>
                  <a:gd name="csX14" fmla="*/ 1072984 w 1074066"/>
                  <a:gd name="csY14" fmla="*/ 439155 h 1019216"/>
                  <a:gd name="csX15" fmla="*/ 1027739 w 1074066"/>
                  <a:gd name="csY15" fmla="*/ 474206 h 1019216"/>
                  <a:gd name="csX16" fmla="*/ 987457 w 1074066"/>
                  <a:gd name="csY16" fmla="*/ 541176 h 1019216"/>
                  <a:gd name="csX17" fmla="*/ 989290 w 1074066"/>
                  <a:gd name="csY17" fmla="*/ 592302 h 1019216"/>
                  <a:gd name="csX18" fmla="*/ 956148 w 1074066"/>
                  <a:gd name="csY18" fmla="*/ 616395 h 1019216"/>
                  <a:gd name="csX19" fmla="*/ 943586 w 1074066"/>
                  <a:gd name="csY19" fmla="*/ 669238 h 1019216"/>
                  <a:gd name="csX20" fmla="*/ 959088 w 1074066"/>
                  <a:gd name="csY20" fmla="*/ 696195 h 1019216"/>
                  <a:gd name="csX21" fmla="*/ 908611 w 1074066"/>
                  <a:gd name="csY21" fmla="*/ 742738 h 1019216"/>
                  <a:gd name="csX22" fmla="*/ 882610 w 1074066"/>
                  <a:gd name="csY22" fmla="*/ 730100 h 1019216"/>
                  <a:gd name="csX23" fmla="*/ 774173 w 1074066"/>
                  <a:gd name="csY23" fmla="*/ 766602 h 1019216"/>
                  <a:gd name="csX24" fmla="*/ 767835 w 1074066"/>
                  <a:gd name="csY24" fmla="*/ 783173 h 1019216"/>
                  <a:gd name="csX25" fmla="*/ 752868 w 1074066"/>
                  <a:gd name="csY25" fmla="*/ 806387 h 1019216"/>
                  <a:gd name="csX26" fmla="*/ 759664 w 1074066"/>
                  <a:gd name="csY26" fmla="*/ 841973 h 1019216"/>
                  <a:gd name="csX27" fmla="*/ 789331 w 1074066"/>
                  <a:gd name="csY27" fmla="*/ 873282 h 1019216"/>
                  <a:gd name="csX28" fmla="*/ 781848 w 1074066"/>
                  <a:gd name="csY28" fmla="*/ 915587 h 1019216"/>
                  <a:gd name="csX29" fmla="*/ 728011 w 1074066"/>
                  <a:gd name="csY29" fmla="*/ 930478 h 1019216"/>
                  <a:gd name="csX30" fmla="*/ 700177 w 1074066"/>
                  <a:gd name="csY30" fmla="*/ 960222 h 1019216"/>
                  <a:gd name="csX31" fmla="*/ 701284 w 1074066"/>
                  <a:gd name="csY31" fmla="*/ 980916 h 1019216"/>
                  <a:gd name="csX32" fmla="*/ 620950 w 1074066"/>
                  <a:gd name="csY32" fmla="*/ 968660 h 1019216"/>
                  <a:gd name="csX33" fmla="*/ 636871 w 1074066"/>
                  <a:gd name="csY33" fmla="*/ 941933 h 1019216"/>
                  <a:gd name="csX34" fmla="*/ 576621 w 1074066"/>
                  <a:gd name="csY34" fmla="*/ 725251 h 1019216"/>
                  <a:gd name="csX35" fmla="*/ 522059 w 1074066"/>
                  <a:gd name="csY35" fmla="*/ 693866 h 1019216"/>
                  <a:gd name="csX36" fmla="*/ 434966 w 1074066"/>
                  <a:gd name="csY36" fmla="*/ 712995 h 1019216"/>
                  <a:gd name="csX37" fmla="*/ 389377 w 1074066"/>
                  <a:gd name="csY37" fmla="*/ 746747 h 1019216"/>
                  <a:gd name="csX38" fmla="*/ 344666 w 1074066"/>
                  <a:gd name="csY38" fmla="*/ 691880 h 1019216"/>
                  <a:gd name="csX39" fmla="*/ 294877 w 1074066"/>
                  <a:gd name="csY39" fmla="*/ 654118 h 1019216"/>
                  <a:gd name="csX40" fmla="*/ 269982 w 1074066"/>
                  <a:gd name="csY40" fmla="*/ 659731 h 1019216"/>
                  <a:gd name="csX41" fmla="*/ 229242 w 1074066"/>
                  <a:gd name="csY41" fmla="*/ 599289 h 1019216"/>
                  <a:gd name="csX42" fmla="*/ 99882 w 1074066"/>
                  <a:gd name="csY42" fmla="*/ 497382 h 1019216"/>
                  <a:gd name="csX43" fmla="*/ 28215 w 1074066"/>
                  <a:gd name="csY43" fmla="*/ 461987 h 1019216"/>
                  <a:gd name="csX44" fmla="*/ 52651 w 1074066"/>
                  <a:gd name="csY44" fmla="*/ 413573 h 1019216"/>
                  <a:gd name="csX45" fmla="*/ 42151 w 1074066"/>
                  <a:gd name="csY45" fmla="*/ 335720 h 1019216"/>
                  <a:gd name="csX46" fmla="*/ 15882 w 1074066"/>
                  <a:gd name="csY46" fmla="*/ 321936 h 1019216"/>
                  <a:gd name="csX47" fmla="*/ 77202 w 1074066"/>
                  <a:gd name="csY47" fmla="*/ 245535 h 1019216"/>
                  <a:gd name="csX48" fmla="*/ 213702 w 1074066"/>
                  <a:gd name="csY48" fmla="*/ 126560 h 1019216"/>
                  <a:gd name="csX49" fmla="*/ 292395 w 1074066"/>
                  <a:gd name="csY49" fmla="*/ 53060 h 1019216"/>
                  <a:gd name="csX50" fmla="*/ 322406 w 1074066"/>
                  <a:gd name="csY50" fmla="*/ 71006 h 1019216"/>
                  <a:gd name="csX51" fmla="*/ 414501 w 1074066"/>
                  <a:gd name="csY51" fmla="*/ 41453 h 1019216"/>
                  <a:gd name="csX52" fmla="*/ 428208 w 1074066"/>
                  <a:gd name="csY52" fmla="*/ 12244 h 1019216"/>
                  <a:gd name="csX53" fmla="*/ 497775 w 1074066"/>
                  <a:gd name="csY53" fmla="*/ 29044 h 1019216"/>
                  <a:gd name="csX54" fmla="*/ 472919 w 1074066"/>
                  <a:gd name="csY54" fmla="*/ 43171 h 1019216"/>
                  <a:gd name="csX55" fmla="*/ 458830 w 1074066"/>
                  <a:gd name="csY55" fmla="*/ 29082 h 1019216"/>
                  <a:gd name="csX56" fmla="*/ 444741 w 1074066"/>
                  <a:gd name="csY56" fmla="*/ 43171 h 1019216"/>
                  <a:gd name="csX57" fmla="*/ 458830 w 1074066"/>
                  <a:gd name="csY57" fmla="*/ 57260 h 1019216"/>
                  <a:gd name="csX58" fmla="*/ 472919 w 1074066"/>
                  <a:gd name="csY58" fmla="*/ 43171 h 1019216"/>
                  <a:gd name="csX59" fmla="*/ 661499 w 1074066"/>
                  <a:gd name="csY59" fmla="*/ 48249 h 1019216"/>
                  <a:gd name="csX60" fmla="*/ 645653 w 1074066"/>
                  <a:gd name="csY60" fmla="*/ 32404 h 1019216"/>
                  <a:gd name="csX61" fmla="*/ 629808 w 1074066"/>
                  <a:gd name="csY61" fmla="*/ 48249 h 1019216"/>
                  <a:gd name="csX62" fmla="*/ 645653 w 1074066"/>
                  <a:gd name="csY62" fmla="*/ 64095 h 1019216"/>
                  <a:gd name="csX63" fmla="*/ 661499 w 1074066"/>
                  <a:gd name="csY63" fmla="*/ 48249 h 1019216"/>
                  <a:gd name="csX64" fmla="*/ 604188 w 1074066"/>
                  <a:gd name="csY64" fmla="*/ 60238 h 1019216"/>
                  <a:gd name="csX65" fmla="*/ 508733 w 1074066"/>
                  <a:gd name="csY65" fmla="*/ 60238 h 1019216"/>
                  <a:gd name="csX66" fmla="*/ 609801 w 1074066"/>
                  <a:gd name="csY66" fmla="*/ 136487 h 1019216"/>
                  <a:gd name="csX67" fmla="*/ 627402 w 1074066"/>
                  <a:gd name="csY67" fmla="*/ 92540 h 1019216"/>
                  <a:gd name="csX68" fmla="*/ 610030 w 1074066"/>
                  <a:gd name="csY68" fmla="*/ 75320 h 1019216"/>
                  <a:gd name="csX69" fmla="*/ 604188 w 1074066"/>
                  <a:gd name="csY69" fmla="*/ 60238 h 1019216"/>
                  <a:gd name="csX70" fmla="*/ 351577 w 1074066"/>
                  <a:gd name="csY70" fmla="*/ 204680 h 1019216"/>
                  <a:gd name="csX71" fmla="*/ 424695 w 1074066"/>
                  <a:gd name="csY71" fmla="*/ 67875 h 1019216"/>
                  <a:gd name="csX72" fmla="*/ 322101 w 1074066"/>
                  <a:gd name="csY72" fmla="*/ 98916 h 1019216"/>
                  <a:gd name="csX73" fmla="*/ 304231 w 1074066"/>
                  <a:gd name="csY73" fmla="*/ 148362 h 1019216"/>
                  <a:gd name="csX74" fmla="*/ 329851 w 1074066"/>
                  <a:gd name="csY74" fmla="*/ 204680 h 1019216"/>
                  <a:gd name="csX75" fmla="*/ 351577 w 1074066"/>
                  <a:gd name="csY75" fmla="*/ 204680 h 1019216"/>
                  <a:gd name="csX76" fmla="*/ 293159 w 1074066"/>
                  <a:gd name="csY76" fmla="*/ 102658 h 1019216"/>
                  <a:gd name="csX77" fmla="*/ 265821 w 1074066"/>
                  <a:gd name="csY77" fmla="*/ 75320 h 1019216"/>
                  <a:gd name="csX78" fmla="*/ 238482 w 1074066"/>
                  <a:gd name="csY78" fmla="*/ 102658 h 1019216"/>
                  <a:gd name="csX79" fmla="*/ 265821 w 1074066"/>
                  <a:gd name="csY79" fmla="*/ 129996 h 1019216"/>
                  <a:gd name="csX80" fmla="*/ 293159 w 1074066"/>
                  <a:gd name="csY80" fmla="*/ 102658 h 1019216"/>
                  <a:gd name="csX81" fmla="*/ 588037 w 1074066"/>
                  <a:gd name="csY81" fmla="*/ 177800 h 1019216"/>
                  <a:gd name="csX82" fmla="*/ 590977 w 1074066"/>
                  <a:gd name="csY82" fmla="*/ 159587 h 1019216"/>
                  <a:gd name="csX83" fmla="*/ 480746 w 1074066"/>
                  <a:gd name="csY83" fmla="*/ 80169 h 1019216"/>
                  <a:gd name="csX84" fmla="*/ 448330 w 1074066"/>
                  <a:gd name="csY84" fmla="*/ 87691 h 1019216"/>
                  <a:gd name="csX85" fmla="*/ 375670 w 1074066"/>
                  <a:gd name="csY85" fmla="*/ 221976 h 1019216"/>
                  <a:gd name="csX86" fmla="*/ 387621 w 1074066"/>
                  <a:gd name="csY86" fmla="*/ 231216 h 1019216"/>
                  <a:gd name="csX87" fmla="*/ 587999 w 1074066"/>
                  <a:gd name="csY87" fmla="*/ 177800 h 1019216"/>
                  <a:gd name="csX88" fmla="*/ 787422 w 1074066"/>
                  <a:gd name="csY88" fmla="*/ 117549 h 1019216"/>
                  <a:gd name="csX89" fmla="*/ 685973 w 1074066"/>
                  <a:gd name="csY89" fmla="*/ 79367 h 1019216"/>
                  <a:gd name="csX90" fmla="*/ 658330 w 1074066"/>
                  <a:gd name="csY90" fmla="*/ 130187 h 1019216"/>
                  <a:gd name="csX91" fmla="*/ 679253 w 1074066"/>
                  <a:gd name="csY91" fmla="*/ 152180 h 1019216"/>
                  <a:gd name="csX92" fmla="*/ 781886 w 1074066"/>
                  <a:gd name="csY92" fmla="*/ 125262 h 1019216"/>
                  <a:gd name="csX93" fmla="*/ 787461 w 1074066"/>
                  <a:gd name="csY93" fmla="*/ 117587 h 1019216"/>
                  <a:gd name="csX94" fmla="*/ 870277 w 1074066"/>
                  <a:gd name="csY94" fmla="*/ 135762 h 1019216"/>
                  <a:gd name="csX95" fmla="*/ 843282 w 1074066"/>
                  <a:gd name="csY95" fmla="*/ 108767 h 1019216"/>
                  <a:gd name="csX96" fmla="*/ 816288 w 1074066"/>
                  <a:gd name="csY96" fmla="*/ 135762 h 1019216"/>
                  <a:gd name="csX97" fmla="*/ 843282 w 1074066"/>
                  <a:gd name="csY97" fmla="*/ 162756 h 1019216"/>
                  <a:gd name="csX98" fmla="*/ 870277 w 1074066"/>
                  <a:gd name="csY98" fmla="*/ 135762 h 1019216"/>
                  <a:gd name="csX99" fmla="*/ 96408 w 1074066"/>
                  <a:gd name="csY99" fmla="*/ 270238 h 1019216"/>
                  <a:gd name="csX100" fmla="*/ 279795 w 1074066"/>
                  <a:gd name="csY100" fmla="*/ 253209 h 1019216"/>
                  <a:gd name="csX101" fmla="*/ 298351 w 1074066"/>
                  <a:gd name="csY101" fmla="*/ 214951 h 1019216"/>
                  <a:gd name="csX102" fmla="*/ 277771 w 1074066"/>
                  <a:gd name="csY102" fmla="*/ 163253 h 1019216"/>
                  <a:gd name="csX103" fmla="*/ 231228 w 1074066"/>
                  <a:gd name="csY103" fmla="*/ 150767 h 1019216"/>
                  <a:gd name="csX104" fmla="*/ 119202 w 1074066"/>
                  <a:gd name="csY104" fmla="*/ 245344 h 1019216"/>
                  <a:gd name="csX105" fmla="*/ 96408 w 1074066"/>
                  <a:gd name="csY105" fmla="*/ 270238 h 1019216"/>
                  <a:gd name="csX106" fmla="*/ 791050 w 1074066"/>
                  <a:gd name="csY106" fmla="*/ 151951 h 1019216"/>
                  <a:gd name="csX107" fmla="*/ 691052 w 1074066"/>
                  <a:gd name="csY107" fmla="*/ 178602 h 1019216"/>
                  <a:gd name="csX108" fmla="*/ 684790 w 1074066"/>
                  <a:gd name="csY108" fmla="*/ 191507 h 1019216"/>
                  <a:gd name="csX109" fmla="*/ 789293 w 1074066"/>
                  <a:gd name="csY109" fmla="*/ 266267 h 1019216"/>
                  <a:gd name="csX110" fmla="*/ 813730 w 1074066"/>
                  <a:gd name="csY110" fmla="*/ 258364 h 1019216"/>
                  <a:gd name="csX111" fmla="*/ 818121 w 1074066"/>
                  <a:gd name="csY111" fmla="*/ 215027 h 1019216"/>
                  <a:gd name="csX112" fmla="*/ 818044 w 1074066"/>
                  <a:gd name="csY112" fmla="*/ 185093 h 1019216"/>
                  <a:gd name="csX113" fmla="*/ 791050 w 1074066"/>
                  <a:gd name="csY113" fmla="*/ 151913 h 1019216"/>
                  <a:gd name="csX114" fmla="*/ 658559 w 1074066"/>
                  <a:gd name="csY114" fmla="*/ 177876 h 1019216"/>
                  <a:gd name="csX115" fmla="*/ 638857 w 1074066"/>
                  <a:gd name="csY115" fmla="*/ 158175 h 1019216"/>
                  <a:gd name="csX116" fmla="*/ 619155 w 1074066"/>
                  <a:gd name="csY116" fmla="*/ 177876 h 1019216"/>
                  <a:gd name="csX117" fmla="*/ 638857 w 1074066"/>
                  <a:gd name="csY117" fmla="*/ 197578 h 1019216"/>
                  <a:gd name="csX118" fmla="*/ 658559 w 1074066"/>
                  <a:gd name="csY118" fmla="*/ 177876 h 1019216"/>
                  <a:gd name="csX119" fmla="*/ 849048 w 1074066"/>
                  <a:gd name="csY119" fmla="*/ 190553 h 1019216"/>
                  <a:gd name="csX120" fmla="*/ 842175 w 1074066"/>
                  <a:gd name="csY120" fmla="*/ 257142 h 1019216"/>
                  <a:gd name="csX121" fmla="*/ 868597 w 1074066"/>
                  <a:gd name="csY121" fmla="*/ 273522 h 1019216"/>
                  <a:gd name="csX122" fmla="*/ 926939 w 1074066"/>
                  <a:gd name="csY122" fmla="*/ 220640 h 1019216"/>
                  <a:gd name="csX123" fmla="*/ 886428 w 1074066"/>
                  <a:gd name="csY123" fmla="*/ 184482 h 1019216"/>
                  <a:gd name="csX124" fmla="*/ 877264 w 1074066"/>
                  <a:gd name="csY124" fmla="*/ 179976 h 1019216"/>
                  <a:gd name="csX125" fmla="*/ 849048 w 1074066"/>
                  <a:gd name="csY125" fmla="*/ 190553 h 1019216"/>
                  <a:gd name="csX126" fmla="*/ 619041 w 1074066"/>
                  <a:gd name="csY126" fmla="*/ 221022 h 1019216"/>
                  <a:gd name="csX127" fmla="*/ 597621 w 1074066"/>
                  <a:gd name="csY127" fmla="*/ 205864 h 1019216"/>
                  <a:gd name="csX128" fmla="*/ 395677 w 1074066"/>
                  <a:gd name="csY128" fmla="*/ 258402 h 1019216"/>
                  <a:gd name="csX129" fmla="*/ 390370 w 1074066"/>
                  <a:gd name="csY129" fmla="*/ 266382 h 1019216"/>
                  <a:gd name="csX130" fmla="*/ 552108 w 1074066"/>
                  <a:gd name="csY130" fmla="*/ 326747 h 1019216"/>
                  <a:gd name="csX131" fmla="*/ 607281 w 1074066"/>
                  <a:gd name="csY131" fmla="*/ 296278 h 1019216"/>
                  <a:gd name="csX132" fmla="*/ 619002 w 1074066"/>
                  <a:gd name="csY132" fmla="*/ 221060 h 1019216"/>
                  <a:gd name="csX133" fmla="*/ 646761 w 1074066"/>
                  <a:gd name="csY133" fmla="*/ 224993 h 1019216"/>
                  <a:gd name="csX134" fmla="*/ 635993 w 1074066"/>
                  <a:gd name="csY134" fmla="*/ 299142 h 1019216"/>
                  <a:gd name="csX135" fmla="*/ 657795 w 1074066"/>
                  <a:gd name="csY135" fmla="*/ 314033 h 1019216"/>
                  <a:gd name="csX136" fmla="*/ 676542 w 1074066"/>
                  <a:gd name="csY136" fmla="*/ 337095 h 1019216"/>
                  <a:gd name="csX137" fmla="*/ 766499 w 1074066"/>
                  <a:gd name="csY137" fmla="*/ 316133 h 1019216"/>
                  <a:gd name="csX138" fmla="*/ 772035 w 1074066"/>
                  <a:gd name="csY138" fmla="*/ 294751 h 1019216"/>
                  <a:gd name="csX139" fmla="*/ 672762 w 1074066"/>
                  <a:gd name="csY139" fmla="*/ 218578 h 1019216"/>
                  <a:gd name="csX140" fmla="*/ 646799 w 1074066"/>
                  <a:gd name="csY140" fmla="*/ 225031 h 1019216"/>
                  <a:gd name="csX141" fmla="*/ 986922 w 1074066"/>
                  <a:gd name="csY141" fmla="*/ 242213 h 1019216"/>
                  <a:gd name="csX142" fmla="*/ 970924 w 1074066"/>
                  <a:gd name="csY142" fmla="*/ 226215 h 1019216"/>
                  <a:gd name="csX143" fmla="*/ 954926 w 1074066"/>
                  <a:gd name="csY143" fmla="*/ 242213 h 1019216"/>
                  <a:gd name="csX144" fmla="*/ 970924 w 1074066"/>
                  <a:gd name="csY144" fmla="*/ 258211 h 1019216"/>
                  <a:gd name="csX145" fmla="*/ 986922 w 1074066"/>
                  <a:gd name="csY145" fmla="*/ 242213 h 1019216"/>
                  <a:gd name="csX146" fmla="*/ 361046 w 1074066"/>
                  <a:gd name="csY146" fmla="*/ 260044 h 1019216"/>
                  <a:gd name="csX147" fmla="*/ 335617 w 1074066"/>
                  <a:gd name="csY147" fmla="*/ 234615 h 1019216"/>
                  <a:gd name="csX148" fmla="*/ 310188 w 1074066"/>
                  <a:gd name="csY148" fmla="*/ 260044 h 1019216"/>
                  <a:gd name="csX149" fmla="*/ 335617 w 1074066"/>
                  <a:gd name="csY149" fmla="*/ 285473 h 1019216"/>
                  <a:gd name="csX150" fmla="*/ 361046 w 1074066"/>
                  <a:gd name="csY150" fmla="*/ 260044 h 1019216"/>
                  <a:gd name="csX151" fmla="*/ 68611 w 1074066"/>
                  <a:gd name="csY151" fmla="*/ 286427 h 1019216"/>
                  <a:gd name="csX152" fmla="*/ 49177 w 1074066"/>
                  <a:gd name="csY152" fmla="*/ 266993 h 1019216"/>
                  <a:gd name="csX153" fmla="*/ 29742 w 1074066"/>
                  <a:gd name="csY153" fmla="*/ 286427 h 1019216"/>
                  <a:gd name="csX154" fmla="*/ 49177 w 1074066"/>
                  <a:gd name="csY154" fmla="*/ 305862 h 1019216"/>
                  <a:gd name="csX155" fmla="*/ 68611 w 1074066"/>
                  <a:gd name="csY155" fmla="*/ 286427 h 1019216"/>
                  <a:gd name="csX156" fmla="*/ 1008877 w 1074066"/>
                  <a:gd name="csY156" fmla="*/ 407655 h 1019216"/>
                  <a:gd name="csX157" fmla="*/ 970695 w 1074066"/>
                  <a:gd name="csY157" fmla="*/ 287420 h 1019216"/>
                  <a:gd name="csX158" fmla="*/ 935377 w 1074066"/>
                  <a:gd name="csY158" fmla="*/ 274553 h 1019216"/>
                  <a:gd name="csX159" fmla="*/ 878944 w 1074066"/>
                  <a:gd name="csY159" fmla="*/ 329344 h 1019216"/>
                  <a:gd name="csX160" fmla="*/ 1008915 w 1074066"/>
                  <a:gd name="csY160" fmla="*/ 407655 h 1019216"/>
                  <a:gd name="csX161" fmla="*/ 286477 w 1074066"/>
                  <a:gd name="csY161" fmla="*/ 282456 h 1019216"/>
                  <a:gd name="csX162" fmla="*/ 96370 w 1074066"/>
                  <a:gd name="csY162" fmla="*/ 298836 h 1019216"/>
                  <a:gd name="csX163" fmla="*/ 215955 w 1074066"/>
                  <a:gd name="csY163" fmla="*/ 372718 h 1019216"/>
                  <a:gd name="csX164" fmla="*/ 270173 w 1074066"/>
                  <a:gd name="csY164" fmla="*/ 354276 h 1019216"/>
                  <a:gd name="csX165" fmla="*/ 298161 w 1074066"/>
                  <a:gd name="csY165" fmla="*/ 301929 h 1019216"/>
                  <a:gd name="csX166" fmla="*/ 286515 w 1074066"/>
                  <a:gd name="csY166" fmla="*/ 282418 h 1019216"/>
                  <a:gd name="csX167" fmla="*/ 849201 w 1074066"/>
                  <a:gd name="csY167" fmla="*/ 310406 h 1019216"/>
                  <a:gd name="csX168" fmla="*/ 823886 w 1074066"/>
                  <a:gd name="csY168" fmla="*/ 285091 h 1019216"/>
                  <a:gd name="csX169" fmla="*/ 798571 w 1074066"/>
                  <a:gd name="csY169" fmla="*/ 310406 h 1019216"/>
                  <a:gd name="csX170" fmla="*/ 823886 w 1074066"/>
                  <a:gd name="csY170" fmla="*/ 335720 h 1019216"/>
                  <a:gd name="csX171" fmla="*/ 849201 w 1074066"/>
                  <a:gd name="csY171" fmla="*/ 310406 h 1019216"/>
                  <a:gd name="csX172" fmla="*/ 542601 w 1074066"/>
                  <a:gd name="csY172" fmla="*/ 354735 h 1019216"/>
                  <a:gd name="csX173" fmla="*/ 375097 w 1074066"/>
                  <a:gd name="csY173" fmla="*/ 293186 h 1019216"/>
                  <a:gd name="csX174" fmla="*/ 434584 w 1074066"/>
                  <a:gd name="csY174" fmla="*/ 414680 h 1019216"/>
                  <a:gd name="csX175" fmla="*/ 492239 w 1074066"/>
                  <a:gd name="csY175" fmla="*/ 430106 h 1019216"/>
                  <a:gd name="csX176" fmla="*/ 545197 w 1074066"/>
                  <a:gd name="csY176" fmla="*/ 392382 h 1019216"/>
                  <a:gd name="csX177" fmla="*/ 542562 w 1074066"/>
                  <a:gd name="csY177" fmla="*/ 354696 h 1019216"/>
                  <a:gd name="csX178" fmla="*/ 351577 w 1074066"/>
                  <a:gd name="csY178" fmla="*/ 312887 h 1019216"/>
                  <a:gd name="csX179" fmla="*/ 295411 w 1074066"/>
                  <a:gd name="csY179" fmla="*/ 374436 h 1019216"/>
                  <a:gd name="csX180" fmla="*/ 317824 w 1074066"/>
                  <a:gd name="csY180" fmla="*/ 421018 h 1019216"/>
                  <a:gd name="csX181" fmla="*/ 387926 w 1074066"/>
                  <a:gd name="csY181" fmla="*/ 445111 h 1019216"/>
                  <a:gd name="csX182" fmla="*/ 405031 w 1074066"/>
                  <a:gd name="csY182" fmla="*/ 425562 h 1019216"/>
                  <a:gd name="csX183" fmla="*/ 351577 w 1074066"/>
                  <a:gd name="csY183" fmla="*/ 312849 h 1019216"/>
                  <a:gd name="csX184" fmla="*/ 79684 w 1074066"/>
                  <a:gd name="csY184" fmla="*/ 324036 h 1019216"/>
                  <a:gd name="csX185" fmla="*/ 69986 w 1074066"/>
                  <a:gd name="csY185" fmla="*/ 336751 h 1019216"/>
                  <a:gd name="csX186" fmla="*/ 85030 w 1074066"/>
                  <a:gd name="csY186" fmla="*/ 413306 h 1019216"/>
                  <a:gd name="csX187" fmla="*/ 113437 w 1074066"/>
                  <a:gd name="csY187" fmla="*/ 433007 h 1019216"/>
                  <a:gd name="csX188" fmla="*/ 197781 w 1074066"/>
                  <a:gd name="csY188" fmla="*/ 411740 h 1019216"/>
                  <a:gd name="csX189" fmla="*/ 195681 w 1074066"/>
                  <a:gd name="csY189" fmla="*/ 394329 h 1019216"/>
                  <a:gd name="csX190" fmla="*/ 79722 w 1074066"/>
                  <a:gd name="csY190" fmla="*/ 324075 h 1019216"/>
                  <a:gd name="csX191" fmla="*/ 653099 w 1074066"/>
                  <a:gd name="csY191" fmla="*/ 367258 h 1019216"/>
                  <a:gd name="csX192" fmla="*/ 612244 w 1074066"/>
                  <a:gd name="csY192" fmla="*/ 326404 h 1019216"/>
                  <a:gd name="csX193" fmla="*/ 571390 w 1074066"/>
                  <a:gd name="csY193" fmla="*/ 367258 h 1019216"/>
                  <a:gd name="csX194" fmla="*/ 612244 w 1074066"/>
                  <a:gd name="csY194" fmla="*/ 408113 h 1019216"/>
                  <a:gd name="csX195" fmla="*/ 653099 w 1074066"/>
                  <a:gd name="csY195" fmla="*/ 367258 h 1019216"/>
                  <a:gd name="csX196" fmla="*/ 783642 w 1074066"/>
                  <a:gd name="csY196" fmla="*/ 346640 h 1019216"/>
                  <a:gd name="csX197" fmla="*/ 680933 w 1074066"/>
                  <a:gd name="csY197" fmla="*/ 366075 h 1019216"/>
                  <a:gd name="csX198" fmla="*/ 667073 w 1074066"/>
                  <a:gd name="csY198" fmla="*/ 415406 h 1019216"/>
                  <a:gd name="csX199" fmla="*/ 732632 w 1074066"/>
                  <a:gd name="csY199" fmla="*/ 494862 h 1019216"/>
                  <a:gd name="csX200" fmla="*/ 745499 w 1074066"/>
                  <a:gd name="csY200" fmla="*/ 488867 h 1019216"/>
                  <a:gd name="csX201" fmla="*/ 783642 w 1074066"/>
                  <a:gd name="csY201" fmla="*/ 346678 h 1019216"/>
                  <a:gd name="csX202" fmla="*/ 989786 w 1074066"/>
                  <a:gd name="csY202" fmla="*/ 434382 h 1019216"/>
                  <a:gd name="csX203" fmla="*/ 863786 w 1074066"/>
                  <a:gd name="csY203" fmla="*/ 352444 h 1019216"/>
                  <a:gd name="csX204" fmla="*/ 806552 w 1074066"/>
                  <a:gd name="csY204" fmla="*/ 361875 h 1019216"/>
                  <a:gd name="csX205" fmla="*/ 771882 w 1074066"/>
                  <a:gd name="csY205" fmla="*/ 500627 h 1019216"/>
                  <a:gd name="csX206" fmla="*/ 787575 w 1074066"/>
                  <a:gd name="csY206" fmla="*/ 509027 h 1019216"/>
                  <a:gd name="csX207" fmla="*/ 989748 w 1074066"/>
                  <a:gd name="csY207" fmla="*/ 434382 h 1019216"/>
                  <a:gd name="csX208" fmla="*/ 283728 w 1074066"/>
                  <a:gd name="csY208" fmla="*/ 415291 h 1019216"/>
                  <a:gd name="csX209" fmla="*/ 255511 w 1074066"/>
                  <a:gd name="csY209" fmla="*/ 387075 h 1019216"/>
                  <a:gd name="csX210" fmla="*/ 227295 w 1074066"/>
                  <a:gd name="csY210" fmla="*/ 415291 h 1019216"/>
                  <a:gd name="csX211" fmla="*/ 255511 w 1074066"/>
                  <a:gd name="csY211" fmla="*/ 443507 h 1019216"/>
                  <a:gd name="csX212" fmla="*/ 283728 w 1074066"/>
                  <a:gd name="csY212" fmla="*/ 415291 h 1019216"/>
                  <a:gd name="csX213" fmla="*/ 707279 w 1074066"/>
                  <a:gd name="csY213" fmla="*/ 514564 h 1019216"/>
                  <a:gd name="csX214" fmla="*/ 643706 w 1074066"/>
                  <a:gd name="csY214" fmla="*/ 431022 h 1019216"/>
                  <a:gd name="csX215" fmla="*/ 607204 w 1074066"/>
                  <a:gd name="csY215" fmla="*/ 437436 h 1019216"/>
                  <a:gd name="csX216" fmla="*/ 560584 w 1074066"/>
                  <a:gd name="csY216" fmla="*/ 419033 h 1019216"/>
                  <a:gd name="csX217" fmla="*/ 512322 w 1074066"/>
                  <a:gd name="csY217" fmla="*/ 452327 h 1019216"/>
                  <a:gd name="csX218" fmla="*/ 518890 w 1074066"/>
                  <a:gd name="csY218" fmla="*/ 480429 h 1019216"/>
                  <a:gd name="csX219" fmla="*/ 707279 w 1074066"/>
                  <a:gd name="csY219" fmla="*/ 514564 h 1019216"/>
                  <a:gd name="csX220" fmla="*/ 89764 w 1074066"/>
                  <a:gd name="csY220" fmla="*/ 456871 h 1019216"/>
                  <a:gd name="csX221" fmla="*/ 73957 w 1074066"/>
                  <a:gd name="csY221" fmla="*/ 441064 h 1019216"/>
                  <a:gd name="csX222" fmla="*/ 58150 w 1074066"/>
                  <a:gd name="csY222" fmla="*/ 456871 h 1019216"/>
                  <a:gd name="csX223" fmla="*/ 73957 w 1074066"/>
                  <a:gd name="csY223" fmla="*/ 472678 h 1019216"/>
                  <a:gd name="csX224" fmla="*/ 89764 w 1074066"/>
                  <a:gd name="csY224" fmla="*/ 456871 h 1019216"/>
                  <a:gd name="csX225" fmla="*/ 206410 w 1074066"/>
                  <a:gd name="csY225" fmla="*/ 442553 h 1019216"/>
                  <a:gd name="csX226" fmla="*/ 126839 w 1074066"/>
                  <a:gd name="csY226" fmla="*/ 459162 h 1019216"/>
                  <a:gd name="csX227" fmla="*/ 115613 w 1074066"/>
                  <a:gd name="csY227" fmla="*/ 470387 h 1019216"/>
                  <a:gd name="csX228" fmla="*/ 252877 w 1074066"/>
                  <a:gd name="csY228" fmla="*/ 579473 h 1019216"/>
                  <a:gd name="csX229" fmla="*/ 244630 w 1074066"/>
                  <a:gd name="csY229" fmla="*/ 475122 h 1019216"/>
                  <a:gd name="csX230" fmla="*/ 220384 w 1074066"/>
                  <a:gd name="csY230" fmla="*/ 461186 h 1019216"/>
                  <a:gd name="csX231" fmla="*/ 206410 w 1074066"/>
                  <a:gd name="csY231" fmla="*/ 442553 h 1019216"/>
                  <a:gd name="csX232" fmla="*/ 487619 w 1074066"/>
                  <a:gd name="csY232" fmla="*/ 481384 h 1019216"/>
                  <a:gd name="csX233" fmla="*/ 447986 w 1074066"/>
                  <a:gd name="csY233" fmla="*/ 441751 h 1019216"/>
                  <a:gd name="csX234" fmla="*/ 408353 w 1074066"/>
                  <a:gd name="csY234" fmla="*/ 481384 h 1019216"/>
                  <a:gd name="csX235" fmla="*/ 447986 w 1074066"/>
                  <a:gd name="csY235" fmla="*/ 521016 h 1019216"/>
                  <a:gd name="csX236" fmla="*/ 487619 w 1074066"/>
                  <a:gd name="csY236" fmla="*/ 481384 h 1019216"/>
                  <a:gd name="csX237" fmla="*/ 378381 w 1074066"/>
                  <a:gd name="csY237" fmla="*/ 473136 h 1019216"/>
                  <a:gd name="csX238" fmla="*/ 304384 w 1074066"/>
                  <a:gd name="csY238" fmla="*/ 447135 h 1019216"/>
                  <a:gd name="csX239" fmla="*/ 277771 w 1074066"/>
                  <a:gd name="csY239" fmla="*/ 468784 h 1019216"/>
                  <a:gd name="csX240" fmla="*/ 279566 w 1074066"/>
                  <a:gd name="csY240" fmla="*/ 558587 h 1019216"/>
                  <a:gd name="csX241" fmla="*/ 298619 w 1074066"/>
                  <a:gd name="csY241" fmla="*/ 577602 h 1019216"/>
                  <a:gd name="csX242" fmla="*/ 384757 w 1074066"/>
                  <a:gd name="csY242" fmla="*/ 510936 h 1019216"/>
                  <a:gd name="csX243" fmla="*/ 378342 w 1074066"/>
                  <a:gd name="csY243" fmla="*/ 473136 h 1019216"/>
                  <a:gd name="csX244" fmla="*/ 1001279 w 1074066"/>
                  <a:gd name="csY244" fmla="*/ 461186 h 1019216"/>
                  <a:gd name="csX245" fmla="*/ 806590 w 1074066"/>
                  <a:gd name="csY245" fmla="*/ 533655 h 1019216"/>
                  <a:gd name="csX246" fmla="*/ 904106 w 1074066"/>
                  <a:gd name="csY246" fmla="*/ 549042 h 1019216"/>
                  <a:gd name="csX247" fmla="*/ 935301 w 1074066"/>
                  <a:gd name="csY247" fmla="*/ 534533 h 1019216"/>
                  <a:gd name="csX248" fmla="*/ 962219 w 1074066"/>
                  <a:gd name="csY248" fmla="*/ 528958 h 1019216"/>
                  <a:gd name="csX249" fmla="*/ 1001279 w 1074066"/>
                  <a:gd name="csY249" fmla="*/ 461147 h 1019216"/>
                  <a:gd name="csX250" fmla="*/ 555048 w 1074066"/>
                  <a:gd name="csY250" fmla="*/ 613569 h 1019216"/>
                  <a:gd name="csX251" fmla="*/ 613046 w 1074066"/>
                  <a:gd name="csY251" fmla="*/ 620709 h 1019216"/>
                  <a:gd name="csX252" fmla="*/ 703384 w 1074066"/>
                  <a:gd name="csY252" fmla="*/ 550875 h 1019216"/>
                  <a:gd name="csX253" fmla="*/ 692999 w 1074066"/>
                  <a:gd name="csY253" fmla="*/ 542246 h 1019216"/>
                  <a:gd name="csX254" fmla="*/ 529237 w 1074066"/>
                  <a:gd name="csY254" fmla="*/ 511204 h 1019216"/>
                  <a:gd name="csX255" fmla="*/ 498882 w 1074066"/>
                  <a:gd name="csY255" fmla="*/ 530104 h 1019216"/>
                  <a:gd name="csX256" fmla="*/ 555048 w 1074066"/>
                  <a:gd name="csY256" fmla="*/ 613569 h 1019216"/>
                  <a:gd name="csX257" fmla="*/ 764742 w 1074066"/>
                  <a:gd name="csY257" fmla="*/ 538924 h 1019216"/>
                  <a:gd name="csX258" fmla="*/ 747179 w 1074066"/>
                  <a:gd name="csY258" fmla="*/ 521360 h 1019216"/>
                  <a:gd name="csX259" fmla="*/ 729615 w 1074066"/>
                  <a:gd name="csY259" fmla="*/ 538924 h 1019216"/>
                  <a:gd name="csX260" fmla="*/ 747179 w 1074066"/>
                  <a:gd name="csY260" fmla="*/ 556487 h 1019216"/>
                  <a:gd name="csX261" fmla="*/ 764742 w 1074066"/>
                  <a:gd name="csY261" fmla="*/ 538924 h 1019216"/>
                  <a:gd name="csX262" fmla="*/ 313968 w 1074066"/>
                  <a:gd name="csY262" fmla="*/ 610018 h 1019216"/>
                  <a:gd name="csX263" fmla="*/ 519195 w 1074066"/>
                  <a:gd name="csY263" fmla="*/ 643580 h 1019216"/>
                  <a:gd name="csX264" fmla="*/ 530802 w 1074066"/>
                  <a:gd name="csY264" fmla="*/ 630369 h 1019216"/>
                  <a:gd name="csX265" fmla="*/ 474370 w 1074066"/>
                  <a:gd name="csY265" fmla="*/ 546789 h 1019216"/>
                  <a:gd name="csX266" fmla="*/ 403733 w 1074066"/>
                  <a:gd name="csY266" fmla="*/ 534876 h 1019216"/>
                  <a:gd name="csX267" fmla="*/ 316602 w 1074066"/>
                  <a:gd name="csY267" fmla="*/ 598411 h 1019216"/>
                  <a:gd name="csX268" fmla="*/ 314006 w 1074066"/>
                  <a:gd name="csY268" fmla="*/ 610018 h 1019216"/>
                  <a:gd name="csX269" fmla="*/ 791279 w 1074066"/>
                  <a:gd name="csY269" fmla="*/ 560458 h 1019216"/>
                  <a:gd name="csX270" fmla="*/ 898302 w 1074066"/>
                  <a:gd name="csY270" fmla="*/ 665611 h 1019216"/>
                  <a:gd name="csX271" fmla="*/ 928695 w 1074066"/>
                  <a:gd name="csY271" fmla="*/ 608300 h 1019216"/>
                  <a:gd name="csX272" fmla="*/ 913308 w 1074066"/>
                  <a:gd name="csY272" fmla="*/ 581611 h 1019216"/>
                  <a:gd name="csX273" fmla="*/ 791317 w 1074066"/>
                  <a:gd name="csY273" fmla="*/ 560458 h 1019216"/>
                  <a:gd name="csX274" fmla="*/ 962486 w 1074066"/>
                  <a:gd name="csY274" fmla="*/ 560955 h 1019216"/>
                  <a:gd name="csX275" fmla="*/ 943968 w 1074066"/>
                  <a:gd name="csY275" fmla="*/ 560420 h 1019216"/>
                  <a:gd name="csX276" fmla="*/ 949810 w 1074066"/>
                  <a:gd name="csY276" fmla="*/ 583291 h 1019216"/>
                  <a:gd name="csX277" fmla="*/ 962486 w 1074066"/>
                  <a:gd name="csY277" fmla="*/ 560955 h 1019216"/>
                  <a:gd name="csX278" fmla="*/ 875279 w 1074066"/>
                  <a:gd name="csY278" fmla="*/ 682564 h 1019216"/>
                  <a:gd name="csX279" fmla="*/ 769821 w 1074066"/>
                  <a:gd name="csY279" fmla="*/ 580427 h 1019216"/>
                  <a:gd name="csX280" fmla="*/ 715144 w 1074066"/>
                  <a:gd name="csY280" fmla="*/ 581420 h 1019216"/>
                  <a:gd name="csX281" fmla="*/ 638399 w 1074066"/>
                  <a:gd name="csY281" fmla="*/ 638578 h 1019216"/>
                  <a:gd name="csX282" fmla="*/ 640575 w 1074066"/>
                  <a:gd name="csY282" fmla="*/ 659578 h 1019216"/>
                  <a:gd name="csX283" fmla="*/ 875279 w 1074066"/>
                  <a:gd name="csY283" fmla="*/ 682564 h 1019216"/>
                  <a:gd name="csX284" fmla="*/ 284873 w 1074066"/>
                  <a:gd name="csY284" fmla="*/ 616356 h 1019216"/>
                  <a:gd name="csX285" fmla="*/ 270746 w 1074066"/>
                  <a:gd name="csY285" fmla="*/ 602229 h 1019216"/>
                  <a:gd name="csX286" fmla="*/ 256619 w 1074066"/>
                  <a:gd name="csY286" fmla="*/ 616356 h 1019216"/>
                  <a:gd name="csX287" fmla="*/ 270746 w 1074066"/>
                  <a:gd name="csY287" fmla="*/ 630484 h 1019216"/>
                  <a:gd name="csX288" fmla="*/ 284873 w 1074066"/>
                  <a:gd name="csY288" fmla="*/ 616356 h 1019216"/>
                  <a:gd name="csX289" fmla="*/ 604913 w 1074066"/>
                  <a:gd name="csY289" fmla="*/ 667138 h 1019216"/>
                  <a:gd name="csX290" fmla="*/ 576697 w 1074066"/>
                  <a:gd name="csY290" fmla="*/ 638922 h 1019216"/>
                  <a:gd name="csX291" fmla="*/ 548481 w 1074066"/>
                  <a:gd name="csY291" fmla="*/ 667138 h 1019216"/>
                  <a:gd name="csX292" fmla="*/ 576697 w 1074066"/>
                  <a:gd name="csY292" fmla="*/ 695355 h 1019216"/>
                  <a:gd name="csX293" fmla="*/ 604913 w 1074066"/>
                  <a:gd name="csY293" fmla="*/ 667138 h 1019216"/>
                  <a:gd name="csX294" fmla="*/ 493422 w 1074066"/>
                  <a:gd name="csY294" fmla="*/ 667367 h 1019216"/>
                  <a:gd name="csX295" fmla="*/ 329279 w 1074066"/>
                  <a:gd name="csY295" fmla="*/ 640640 h 1019216"/>
                  <a:gd name="csX296" fmla="*/ 367193 w 1074066"/>
                  <a:gd name="csY296" fmla="*/ 673324 h 1019216"/>
                  <a:gd name="csX297" fmla="*/ 413011 w 1074066"/>
                  <a:gd name="csY297" fmla="*/ 669544 h 1019216"/>
                  <a:gd name="csX298" fmla="*/ 437868 w 1074066"/>
                  <a:gd name="csY298" fmla="*/ 682831 h 1019216"/>
                  <a:gd name="csX299" fmla="*/ 493422 w 1074066"/>
                  <a:gd name="csY299" fmla="*/ 667406 h 1019216"/>
                  <a:gd name="csX300" fmla="*/ 844695 w 1074066"/>
                  <a:gd name="csY300" fmla="*/ 709367 h 1019216"/>
                  <a:gd name="csX301" fmla="*/ 646188 w 1074066"/>
                  <a:gd name="csY301" fmla="*/ 690276 h 1019216"/>
                  <a:gd name="csX302" fmla="*/ 699566 w 1074066"/>
                  <a:gd name="csY302" fmla="*/ 726855 h 1019216"/>
                  <a:gd name="csX303" fmla="*/ 766613 w 1074066"/>
                  <a:gd name="csY303" fmla="*/ 736056 h 1019216"/>
                  <a:gd name="csX304" fmla="*/ 844695 w 1074066"/>
                  <a:gd name="csY304" fmla="*/ 709367 h 1019216"/>
                  <a:gd name="csX305" fmla="*/ 930910 w 1074066"/>
                  <a:gd name="csY305" fmla="*/ 703564 h 1019216"/>
                  <a:gd name="csX306" fmla="*/ 918730 w 1074066"/>
                  <a:gd name="csY306" fmla="*/ 691384 h 1019216"/>
                  <a:gd name="csX307" fmla="*/ 906550 w 1074066"/>
                  <a:gd name="csY307" fmla="*/ 703564 h 1019216"/>
                  <a:gd name="csX308" fmla="*/ 918730 w 1074066"/>
                  <a:gd name="csY308" fmla="*/ 715744 h 1019216"/>
                  <a:gd name="csX309" fmla="*/ 930910 w 1074066"/>
                  <a:gd name="csY309" fmla="*/ 703564 h 1019216"/>
                  <a:gd name="csX310" fmla="*/ 406406 w 1074066"/>
                  <a:gd name="csY310" fmla="*/ 705511 h 1019216"/>
                  <a:gd name="csX311" fmla="*/ 394188 w 1074066"/>
                  <a:gd name="csY311" fmla="*/ 693293 h 1019216"/>
                  <a:gd name="csX312" fmla="*/ 381970 w 1074066"/>
                  <a:gd name="csY312" fmla="*/ 705511 h 1019216"/>
                  <a:gd name="csX313" fmla="*/ 394188 w 1074066"/>
                  <a:gd name="csY313" fmla="*/ 717729 h 1019216"/>
                  <a:gd name="csX314" fmla="*/ 406406 w 1074066"/>
                  <a:gd name="csY314" fmla="*/ 705511 h 1019216"/>
                  <a:gd name="csX315" fmla="*/ 721482 w 1074066"/>
                  <a:gd name="csY315" fmla="*/ 801958 h 1019216"/>
                  <a:gd name="csX316" fmla="*/ 696282 w 1074066"/>
                  <a:gd name="csY316" fmla="*/ 783287 h 1019216"/>
                  <a:gd name="csX317" fmla="*/ 688150 w 1074066"/>
                  <a:gd name="csY317" fmla="*/ 753238 h 1019216"/>
                  <a:gd name="csX318" fmla="*/ 614230 w 1074066"/>
                  <a:gd name="csY318" fmla="*/ 709940 h 1019216"/>
                  <a:gd name="csX319" fmla="*/ 606097 w 1074066"/>
                  <a:gd name="csY319" fmla="*/ 716813 h 1019216"/>
                  <a:gd name="csX320" fmla="*/ 662224 w 1074066"/>
                  <a:gd name="csY320" fmla="*/ 931853 h 1019216"/>
                  <a:gd name="csX321" fmla="*/ 713961 w 1074066"/>
                  <a:gd name="csY321" fmla="*/ 905546 h 1019216"/>
                  <a:gd name="csX322" fmla="*/ 712624 w 1074066"/>
                  <a:gd name="csY322" fmla="*/ 877100 h 1019216"/>
                  <a:gd name="csX323" fmla="*/ 730455 w 1074066"/>
                  <a:gd name="csY323" fmla="*/ 844951 h 1019216"/>
                  <a:gd name="csX324" fmla="*/ 721406 w 1074066"/>
                  <a:gd name="csY324" fmla="*/ 801996 h 1019216"/>
                  <a:gd name="csX325" fmla="*/ 732135 w 1074066"/>
                  <a:gd name="csY325" fmla="*/ 747053 h 1019216"/>
                  <a:gd name="csX326" fmla="*/ 716366 w 1074066"/>
                  <a:gd name="csY326" fmla="*/ 762746 h 1019216"/>
                  <a:gd name="csX327" fmla="*/ 732059 w 1074066"/>
                  <a:gd name="csY327" fmla="*/ 778515 h 1019216"/>
                  <a:gd name="csX328" fmla="*/ 747828 w 1074066"/>
                  <a:gd name="csY328" fmla="*/ 762822 h 1019216"/>
                  <a:gd name="csX329" fmla="*/ 732135 w 1074066"/>
                  <a:gd name="csY329" fmla="*/ 747053 h 1019216"/>
                  <a:gd name="csX330" fmla="*/ 764322 w 1074066"/>
                  <a:gd name="csY330" fmla="*/ 888249 h 1019216"/>
                  <a:gd name="csX331" fmla="*/ 752524 w 1074066"/>
                  <a:gd name="csY331" fmla="*/ 876451 h 1019216"/>
                  <a:gd name="csX332" fmla="*/ 740726 w 1074066"/>
                  <a:gd name="csY332" fmla="*/ 888249 h 1019216"/>
                  <a:gd name="csX333" fmla="*/ 752524 w 1074066"/>
                  <a:gd name="csY333" fmla="*/ 900047 h 1019216"/>
                  <a:gd name="csX334" fmla="*/ 764322 w 1074066"/>
                  <a:gd name="csY334" fmla="*/ 888249 h 1019216"/>
                  <a:gd name="csX335" fmla="*/ 672533 w 1074066"/>
                  <a:gd name="csY335" fmla="*/ 979656 h 1019216"/>
                  <a:gd name="csX336" fmla="*/ 660773 w 1074066"/>
                  <a:gd name="csY336" fmla="*/ 967896 h 1019216"/>
                  <a:gd name="csX337" fmla="*/ 649013 w 1074066"/>
                  <a:gd name="csY337" fmla="*/ 979656 h 1019216"/>
                  <a:gd name="csX338" fmla="*/ 660773 w 1074066"/>
                  <a:gd name="csY338" fmla="*/ 991416 h 1019216"/>
                  <a:gd name="csX339" fmla="*/ 672533 w 1074066"/>
                  <a:gd name="csY339" fmla="*/ 979656 h 10192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</a:cxnLst>
                <a:rect l="l" t="t" r="r" b="b"/>
                <a:pathLst>
                  <a:path w="1074066" h="1019216">
                    <a:moveTo>
                      <a:pt x="497851" y="29082"/>
                    </a:moveTo>
                    <a:cubicBezTo>
                      <a:pt x="523395" y="22973"/>
                      <a:pt x="581279" y="39086"/>
                      <a:pt x="601477" y="33549"/>
                    </a:cubicBezTo>
                    <a:cubicBezTo>
                      <a:pt x="603577" y="32976"/>
                      <a:pt x="615031" y="13771"/>
                      <a:pt x="623584" y="8998"/>
                    </a:cubicBezTo>
                    <a:cubicBezTo>
                      <a:pt x="642675" y="-1693"/>
                      <a:pt x="667150" y="2622"/>
                      <a:pt x="680628" y="20071"/>
                    </a:cubicBezTo>
                    <a:cubicBezTo>
                      <a:pt x="689601" y="31716"/>
                      <a:pt x="685553" y="45920"/>
                      <a:pt x="694221" y="52296"/>
                    </a:cubicBezTo>
                    <a:cubicBezTo>
                      <a:pt x="699566" y="56229"/>
                      <a:pt x="798228" y="94640"/>
                      <a:pt x="804031" y="93647"/>
                    </a:cubicBezTo>
                    <a:cubicBezTo>
                      <a:pt x="811591" y="92387"/>
                      <a:pt x="822550" y="80016"/>
                      <a:pt x="839159" y="79138"/>
                    </a:cubicBezTo>
                    <a:cubicBezTo>
                      <a:pt x="862717" y="77916"/>
                      <a:pt x="890246" y="93876"/>
                      <a:pt x="896393" y="117358"/>
                    </a:cubicBezTo>
                    <a:cubicBezTo>
                      <a:pt x="900555" y="133166"/>
                      <a:pt x="894599" y="144467"/>
                      <a:pt x="895935" y="153936"/>
                    </a:cubicBezTo>
                    <a:cubicBezTo>
                      <a:pt x="896393" y="157220"/>
                      <a:pt x="941104" y="198380"/>
                      <a:pt x="944159" y="199716"/>
                    </a:cubicBezTo>
                    <a:cubicBezTo>
                      <a:pt x="951719" y="203076"/>
                      <a:pt x="969168" y="195287"/>
                      <a:pt x="983295" y="198456"/>
                    </a:cubicBezTo>
                    <a:cubicBezTo>
                      <a:pt x="1000973" y="202389"/>
                      <a:pt x="1016590" y="223580"/>
                      <a:pt x="1016628" y="241564"/>
                    </a:cubicBezTo>
                    <a:cubicBezTo>
                      <a:pt x="1016666" y="260807"/>
                      <a:pt x="998530" y="272033"/>
                      <a:pt x="1002004" y="290207"/>
                    </a:cubicBezTo>
                    <a:cubicBezTo>
                      <a:pt x="1003722" y="299142"/>
                      <a:pt x="1032588" y="383715"/>
                      <a:pt x="1036253" y="389824"/>
                    </a:cubicBezTo>
                    <a:cubicBezTo>
                      <a:pt x="1044233" y="403187"/>
                      <a:pt x="1080773" y="399522"/>
                      <a:pt x="1072984" y="439155"/>
                    </a:cubicBezTo>
                    <a:cubicBezTo>
                      <a:pt x="1066493" y="472220"/>
                      <a:pt x="1040873" y="461644"/>
                      <a:pt x="1027739" y="474206"/>
                    </a:cubicBezTo>
                    <a:cubicBezTo>
                      <a:pt x="1024913" y="476916"/>
                      <a:pt x="988526" y="537396"/>
                      <a:pt x="987457" y="541176"/>
                    </a:cubicBezTo>
                    <a:cubicBezTo>
                      <a:pt x="984555" y="551486"/>
                      <a:pt x="1002004" y="567598"/>
                      <a:pt x="989290" y="592302"/>
                    </a:cubicBezTo>
                    <a:cubicBezTo>
                      <a:pt x="980966" y="608453"/>
                      <a:pt x="960768" y="607307"/>
                      <a:pt x="956148" y="616395"/>
                    </a:cubicBezTo>
                    <a:cubicBezTo>
                      <a:pt x="954162" y="620327"/>
                      <a:pt x="943395" y="664580"/>
                      <a:pt x="943586" y="669238"/>
                    </a:cubicBezTo>
                    <a:cubicBezTo>
                      <a:pt x="943739" y="673324"/>
                      <a:pt x="957217" y="681991"/>
                      <a:pt x="959088" y="696195"/>
                    </a:cubicBezTo>
                    <a:cubicBezTo>
                      <a:pt x="963059" y="726129"/>
                      <a:pt x="937744" y="748886"/>
                      <a:pt x="908611" y="742738"/>
                    </a:cubicBezTo>
                    <a:cubicBezTo>
                      <a:pt x="899066" y="740715"/>
                      <a:pt x="890017" y="729986"/>
                      <a:pt x="882610" y="730100"/>
                    </a:cubicBezTo>
                    <a:cubicBezTo>
                      <a:pt x="874515" y="730215"/>
                      <a:pt x="777839" y="762211"/>
                      <a:pt x="774173" y="766602"/>
                    </a:cubicBezTo>
                    <a:cubicBezTo>
                      <a:pt x="771081" y="770306"/>
                      <a:pt x="771042" y="778400"/>
                      <a:pt x="767835" y="783173"/>
                    </a:cubicBezTo>
                    <a:cubicBezTo>
                      <a:pt x="761917" y="792069"/>
                      <a:pt x="753212" y="794016"/>
                      <a:pt x="752868" y="806387"/>
                    </a:cubicBezTo>
                    <a:cubicBezTo>
                      <a:pt x="752753" y="811160"/>
                      <a:pt x="757717" y="837735"/>
                      <a:pt x="759664" y="841973"/>
                    </a:cubicBezTo>
                    <a:cubicBezTo>
                      <a:pt x="765735" y="854993"/>
                      <a:pt x="784406" y="852626"/>
                      <a:pt x="789331" y="873282"/>
                    </a:cubicBezTo>
                    <a:cubicBezTo>
                      <a:pt x="793226" y="889700"/>
                      <a:pt x="793455" y="902835"/>
                      <a:pt x="781848" y="915587"/>
                    </a:cubicBezTo>
                    <a:cubicBezTo>
                      <a:pt x="763941" y="935289"/>
                      <a:pt x="745117" y="920704"/>
                      <a:pt x="728011" y="930478"/>
                    </a:cubicBezTo>
                    <a:cubicBezTo>
                      <a:pt x="724995" y="932196"/>
                      <a:pt x="701017" y="957396"/>
                      <a:pt x="700177" y="960222"/>
                    </a:cubicBezTo>
                    <a:cubicBezTo>
                      <a:pt x="698039" y="967629"/>
                      <a:pt x="702162" y="974540"/>
                      <a:pt x="701284" y="980916"/>
                    </a:cubicBezTo>
                    <a:cubicBezTo>
                      <a:pt x="692502" y="1043802"/>
                      <a:pt x="608922" y="1021771"/>
                      <a:pt x="620950" y="968660"/>
                    </a:cubicBezTo>
                    <a:cubicBezTo>
                      <a:pt x="623737" y="956289"/>
                      <a:pt x="637444" y="948195"/>
                      <a:pt x="636871" y="941933"/>
                    </a:cubicBezTo>
                    <a:lnTo>
                      <a:pt x="576621" y="725251"/>
                    </a:lnTo>
                    <a:cubicBezTo>
                      <a:pt x="550886" y="724869"/>
                      <a:pt x="539279" y="709024"/>
                      <a:pt x="522059" y="693866"/>
                    </a:cubicBezTo>
                    <a:cubicBezTo>
                      <a:pt x="517515" y="693484"/>
                      <a:pt x="438822" y="710742"/>
                      <a:pt x="434966" y="712995"/>
                    </a:cubicBezTo>
                    <a:cubicBezTo>
                      <a:pt x="426719" y="717806"/>
                      <a:pt x="426795" y="750909"/>
                      <a:pt x="389377" y="746747"/>
                    </a:cubicBezTo>
                    <a:cubicBezTo>
                      <a:pt x="349859" y="742318"/>
                      <a:pt x="361008" y="709329"/>
                      <a:pt x="344666" y="691880"/>
                    </a:cubicBezTo>
                    <a:cubicBezTo>
                      <a:pt x="340810" y="687756"/>
                      <a:pt x="297931" y="655035"/>
                      <a:pt x="294877" y="654118"/>
                    </a:cubicBezTo>
                    <a:cubicBezTo>
                      <a:pt x="288768" y="652286"/>
                      <a:pt x="278917" y="659655"/>
                      <a:pt x="269982" y="659731"/>
                    </a:cubicBezTo>
                    <a:cubicBezTo>
                      <a:pt x="238979" y="659998"/>
                      <a:pt x="223362" y="626360"/>
                      <a:pt x="229242" y="599289"/>
                    </a:cubicBezTo>
                    <a:lnTo>
                      <a:pt x="99882" y="497382"/>
                    </a:lnTo>
                    <a:cubicBezTo>
                      <a:pt x="69375" y="506431"/>
                      <a:pt x="32377" y="499024"/>
                      <a:pt x="28215" y="461987"/>
                    </a:cubicBezTo>
                    <a:cubicBezTo>
                      <a:pt x="25046" y="433962"/>
                      <a:pt x="51430" y="421706"/>
                      <a:pt x="52651" y="413573"/>
                    </a:cubicBezTo>
                    <a:cubicBezTo>
                      <a:pt x="53262" y="409678"/>
                      <a:pt x="44175" y="339080"/>
                      <a:pt x="42151" y="335720"/>
                    </a:cubicBezTo>
                    <a:cubicBezTo>
                      <a:pt x="41388" y="334460"/>
                      <a:pt x="22488" y="328122"/>
                      <a:pt x="15882" y="321936"/>
                    </a:cubicBezTo>
                    <a:cubicBezTo>
                      <a:pt x="-27378" y="281502"/>
                      <a:pt x="26001" y="216707"/>
                      <a:pt x="77202" y="245535"/>
                    </a:cubicBezTo>
                    <a:lnTo>
                      <a:pt x="213702" y="126560"/>
                    </a:lnTo>
                    <a:cubicBezTo>
                      <a:pt x="194115" y="77344"/>
                      <a:pt x="245241" y="26486"/>
                      <a:pt x="292395" y="53060"/>
                    </a:cubicBezTo>
                    <a:cubicBezTo>
                      <a:pt x="304499" y="59895"/>
                      <a:pt x="304728" y="73220"/>
                      <a:pt x="322406" y="71006"/>
                    </a:cubicBezTo>
                    <a:cubicBezTo>
                      <a:pt x="329622" y="70089"/>
                      <a:pt x="410644" y="44355"/>
                      <a:pt x="414501" y="41453"/>
                    </a:cubicBezTo>
                    <a:cubicBezTo>
                      <a:pt x="419273" y="37826"/>
                      <a:pt x="418357" y="21904"/>
                      <a:pt x="428208" y="12244"/>
                    </a:cubicBezTo>
                    <a:cubicBezTo>
                      <a:pt x="449895" y="-9062"/>
                      <a:pt x="490482" y="-1998"/>
                      <a:pt x="497775" y="29044"/>
                    </a:cubicBezTo>
                    <a:close/>
                    <a:moveTo>
                      <a:pt x="472919" y="43171"/>
                    </a:moveTo>
                    <a:cubicBezTo>
                      <a:pt x="472919" y="35382"/>
                      <a:pt x="466619" y="29082"/>
                      <a:pt x="458830" y="29082"/>
                    </a:cubicBezTo>
                    <a:cubicBezTo>
                      <a:pt x="451041" y="29082"/>
                      <a:pt x="444741" y="35382"/>
                      <a:pt x="444741" y="43171"/>
                    </a:cubicBezTo>
                    <a:cubicBezTo>
                      <a:pt x="444741" y="50960"/>
                      <a:pt x="451041" y="57260"/>
                      <a:pt x="458830" y="57260"/>
                    </a:cubicBezTo>
                    <a:cubicBezTo>
                      <a:pt x="466619" y="57260"/>
                      <a:pt x="472919" y="50960"/>
                      <a:pt x="472919" y="43171"/>
                    </a:cubicBezTo>
                    <a:close/>
                    <a:moveTo>
                      <a:pt x="661499" y="48249"/>
                    </a:moveTo>
                    <a:cubicBezTo>
                      <a:pt x="661499" y="39506"/>
                      <a:pt x="654397" y="32404"/>
                      <a:pt x="645653" y="32404"/>
                    </a:cubicBezTo>
                    <a:cubicBezTo>
                      <a:pt x="636910" y="32404"/>
                      <a:pt x="629808" y="39506"/>
                      <a:pt x="629808" y="48249"/>
                    </a:cubicBezTo>
                    <a:cubicBezTo>
                      <a:pt x="629808" y="56993"/>
                      <a:pt x="636910" y="64095"/>
                      <a:pt x="645653" y="64095"/>
                    </a:cubicBezTo>
                    <a:cubicBezTo>
                      <a:pt x="654397" y="64095"/>
                      <a:pt x="661499" y="56993"/>
                      <a:pt x="661499" y="48249"/>
                    </a:cubicBezTo>
                    <a:close/>
                    <a:moveTo>
                      <a:pt x="604188" y="60238"/>
                    </a:moveTo>
                    <a:lnTo>
                      <a:pt x="508733" y="60238"/>
                    </a:lnTo>
                    <a:cubicBezTo>
                      <a:pt x="522517" y="70547"/>
                      <a:pt x="600751" y="136220"/>
                      <a:pt x="609801" y="136487"/>
                    </a:cubicBezTo>
                    <a:cubicBezTo>
                      <a:pt x="630991" y="137213"/>
                      <a:pt x="629159" y="107316"/>
                      <a:pt x="627402" y="92540"/>
                    </a:cubicBezTo>
                    <a:cubicBezTo>
                      <a:pt x="626601" y="85782"/>
                      <a:pt x="615757" y="82307"/>
                      <a:pt x="610030" y="75320"/>
                    </a:cubicBezTo>
                    <a:cubicBezTo>
                      <a:pt x="605982" y="70395"/>
                      <a:pt x="604875" y="60696"/>
                      <a:pt x="604188" y="60238"/>
                    </a:cubicBezTo>
                    <a:close/>
                    <a:moveTo>
                      <a:pt x="351577" y="204680"/>
                    </a:moveTo>
                    <a:lnTo>
                      <a:pt x="424695" y="67875"/>
                    </a:lnTo>
                    <a:lnTo>
                      <a:pt x="322101" y="98916"/>
                    </a:lnTo>
                    <a:cubicBezTo>
                      <a:pt x="328668" y="114800"/>
                      <a:pt x="303544" y="140916"/>
                      <a:pt x="304231" y="148362"/>
                    </a:cubicBezTo>
                    <a:cubicBezTo>
                      <a:pt x="305644" y="163940"/>
                      <a:pt x="326186" y="187918"/>
                      <a:pt x="329851" y="204680"/>
                    </a:cubicBezTo>
                    <a:cubicBezTo>
                      <a:pt x="332639" y="206360"/>
                      <a:pt x="348790" y="206360"/>
                      <a:pt x="351577" y="204680"/>
                    </a:cubicBezTo>
                    <a:close/>
                    <a:moveTo>
                      <a:pt x="293159" y="102658"/>
                    </a:moveTo>
                    <a:cubicBezTo>
                      <a:pt x="293159" y="87538"/>
                      <a:pt x="280902" y="75320"/>
                      <a:pt x="265821" y="75320"/>
                    </a:cubicBezTo>
                    <a:cubicBezTo>
                      <a:pt x="250739" y="75320"/>
                      <a:pt x="238482" y="87576"/>
                      <a:pt x="238482" y="102658"/>
                    </a:cubicBezTo>
                    <a:cubicBezTo>
                      <a:pt x="238482" y="117740"/>
                      <a:pt x="250739" y="129996"/>
                      <a:pt x="265821" y="129996"/>
                    </a:cubicBezTo>
                    <a:cubicBezTo>
                      <a:pt x="280902" y="129996"/>
                      <a:pt x="293159" y="117740"/>
                      <a:pt x="293159" y="102658"/>
                    </a:cubicBezTo>
                    <a:close/>
                    <a:moveTo>
                      <a:pt x="588037" y="177800"/>
                    </a:moveTo>
                    <a:lnTo>
                      <a:pt x="590977" y="159587"/>
                    </a:lnTo>
                    <a:lnTo>
                      <a:pt x="480746" y="80169"/>
                    </a:lnTo>
                    <a:lnTo>
                      <a:pt x="448330" y="87691"/>
                    </a:lnTo>
                    <a:lnTo>
                      <a:pt x="375670" y="221976"/>
                    </a:lnTo>
                    <a:lnTo>
                      <a:pt x="387621" y="231216"/>
                    </a:lnTo>
                    <a:lnTo>
                      <a:pt x="587999" y="177800"/>
                    </a:lnTo>
                    <a:close/>
                    <a:moveTo>
                      <a:pt x="787422" y="117549"/>
                    </a:moveTo>
                    <a:cubicBezTo>
                      <a:pt x="759397" y="115831"/>
                      <a:pt x="709379" y="80704"/>
                      <a:pt x="685973" y="79367"/>
                    </a:cubicBezTo>
                    <a:cubicBezTo>
                      <a:pt x="657604" y="77726"/>
                      <a:pt x="651495" y="108042"/>
                      <a:pt x="658330" y="130187"/>
                    </a:cubicBezTo>
                    <a:cubicBezTo>
                      <a:pt x="658788" y="131638"/>
                      <a:pt x="677764" y="151913"/>
                      <a:pt x="679253" y="152180"/>
                    </a:cubicBezTo>
                    <a:cubicBezTo>
                      <a:pt x="684484" y="153020"/>
                      <a:pt x="768751" y="129156"/>
                      <a:pt x="781886" y="125262"/>
                    </a:cubicBezTo>
                    <a:cubicBezTo>
                      <a:pt x="787422" y="123620"/>
                      <a:pt x="788568" y="127476"/>
                      <a:pt x="787461" y="117587"/>
                    </a:cubicBezTo>
                    <a:close/>
                    <a:moveTo>
                      <a:pt x="870277" y="135762"/>
                    </a:moveTo>
                    <a:cubicBezTo>
                      <a:pt x="870277" y="120833"/>
                      <a:pt x="858173" y="108767"/>
                      <a:pt x="843282" y="108767"/>
                    </a:cubicBezTo>
                    <a:cubicBezTo>
                      <a:pt x="828392" y="108767"/>
                      <a:pt x="816288" y="120871"/>
                      <a:pt x="816288" y="135762"/>
                    </a:cubicBezTo>
                    <a:cubicBezTo>
                      <a:pt x="816288" y="150653"/>
                      <a:pt x="828392" y="162756"/>
                      <a:pt x="843282" y="162756"/>
                    </a:cubicBezTo>
                    <a:cubicBezTo>
                      <a:pt x="858173" y="162756"/>
                      <a:pt x="870277" y="150653"/>
                      <a:pt x="870277" y="135762"/>
                    </a:cubicBezTo>
                    <a:close/>
                    <a:moveTo>
                      <a:pt x="96408" y="270238"/>
                    </a:moveTo>
                    <a:lnTo>
                      <a:pt x="279795" y="253209"/>
                    </a:lnTo>
                    <a:cubicBezTo>
                      <a:pt x="281857" y="241640"/>
                      <a:pt x="298199" y="224382"/>
                      <a:pt x="298351" y="214951"/>
                    </a:cubicBezTo>
                    <a:cubicBezTo>
                      <a:pt x="298619" y="200213"/>
                      <a:pt x="280253" y="178869"/>
                      <a:pt x="277771" y="163253"/>
                    </a:cubicBezTo>
                    <a:lnTo>
                      <a:pt x="231228" y="150767"/>
                    </a:lnTo>
                    <a:lnTo>
                      <a:pt x="119202" y="245344"/>
                    </a:lnTo>
                    <a:lnTo>
                      <a:pt x="96408" y="270238"/>
                    </a:lnTo>
                    <a:close/>
                    <a:moveTo>
                      <a:pt x="791050" y="151951"/>
                    </a:moveTo>
                    <a:cubicBezTo>
                      <a:pt x="765010" y="162833"/>
                      <a:pt x="713693" y="166155"/>
                      <a:pt x="691052" y="178602"/>
                    </a:cubicBezTo>
                    <a:cubicBezTo>
                      <a:pt x="687386" y="180626"/>
                      <a:pt x="683911" y="188033"/>
                      <a:pt x="684790" y="191507"/>
                    </a:cubicBezTo>
                    <a:cubicBezTo>
                      <a:pt x="686393" y="197731"/>
                      <a:pt x="782879" y="266153"/>
                      <a:pt x="789293" y="266267"/>
                    </a:cubicBezTo>
                    <a:cubicBezTo>
                      <a:pt x="795708" y="266382"/>
                      <a:pt x="805406" y="257753"/>
                      <a:pt x="813730" y="258364"/>
                    </a:cubicBezTo>
                    <a:cubicBezTo>
                      <a:pt x="812011" y="243320"/>
                      <a:pt x="817433" y="229155"/>
                      <a:pt x="818121" y="215027"/>
                    </a:cubicBezTo>
                    <a:cubicBezTo>
                      <a:pt x="818502" y="207773"/>
                      <a:pt x="819533" y="190629"/>
                      <a:pt x="818044" y="185093"/>
                    </a:cubicBezTo>
                    <a:cubicBezTo>
                      <a:pt x="817204" y="181924"/>
                      <a:pt x="787804" y="166231"/>
                      <a:pt x="791050" y="151913"/>
                    </a:cubicBezTo>
                    <a:close/>
                    <a:moveTo>
                      <a:pt x="658559" y="177876"/>
                    </a:moveTo>
                    <a:cubicBezTo>
                      <a:pt x="658559" y="166995"/>
                      <a:pt x="649739" y="158175"/>
                      <a:pt x="638857" y="158175"/>
                    </a:cubicBezTo>
                    <a:cubicBezTo>
                      <a:pt x="627975" y="158175"/>
                      <a:pt x="619155" y="166995"/>
                      <a:pt x="619155" y="177876"/>
                    </a:cubicBezTo>
                    <a:cubicBezTo>
                      <a:pt x="619155" y="188758"/>
                      <a:pt x="627975" y="197578"/>
                      <a:pt x="638857" y="197578"/>
                    </a:cubicBezTo>
                    <a:cubicBezTo>
                      <a:pt x="649739" y="197578"/>
                      <a:pt x="658559" y="188758"/>
                      <a:pt x="658559" y="177876"/>
                    </a:cubicBezTo>
                    <a:close/>
                    <a:moveTo>
                      <a:pt x="849048" y="190553"/>
                    </a:moveTo>
                    <a:lnTo>
                      <a:pt x="842175" y="257142"/>
                    </a:lnTo>
                    <a:cubicBezTo>
                      <a:pt x="848933" y="262869"/>
                      <a:pt x="859586" y="274782"/>
                      <a:pt x="868597" y="273522"/>
                    </a:cubicBezTo>
                    <a:cubicBezTo>
                      <a:pt x="885893" y="271116"/>
                      <a:pt x="941982" y="244656"/>
                      <a:pt x="926939" y="220640"/>
                    </a:cubicBezTo>
                    <a:cubicBezTo>
                      <a:pt x="925488" y="218349"/>
                      <a:pt x="889597" y="186544"/>
                      <a:pt x="886428" y="184482"/>
                    </a:cubicBezTo>
                    <a:cubicBezTo>
                      <a:pt x="883679" y="182726"/>
                      <a:pt x="880548" y="179786"/>
                      <a:pt x="877264" y="179976"/>
                    </a:cubicBezTo>
                    <a:lnTo>
                      <a:pt x="849048" y="190553"/>
                    </a:lnTo>
                    <a:close/>
                    <a:moveTo>
                      <a:pt x="619041" y="221022"/>
                    </a:moveTo>
                    <a:lnTo>
                      <a:pt x="597621" y="205864"/>
                    </a:lnTo>
                    <a:cubicBezTo>
                      <a:pt x="533590" y="223695"/>
                      <a:pt x="457951" y="235760"/>
                      <a:pt x="395677" y="258402"/>
                    </a:cubicBezTo>
                    <a:cubicBezTo>
                      <a:pt x="390370" y="260311"/>
                      <a:pt x="389186" y="257104"/>
                      <a:pt x="390370" y="266382"/>
                    </a:cubicBezTo>
                    <a:lnTo>
                      <a:pt x="552108" y="326747"/>
                    </a:lnTo>
                    <a:cubicBezTo>
                      <a:pt x="568106" y="310635"/>
                      <a:pt x="584219" y="299791"/>
                      <a:pt x="607281" y="296278"/>
                    </a:cubicBezTo>
                    <a:lnTo>
                      <a:pt x="619002" y="221060"/>
                    </a:lnTo>
                    <a:close/>
                    <a:moveTo>
                      <a:pt x="646761" y="224993"/>
                    </a:moveTo>
                    <a:lnTo>
                      <a:pt x="635993" y="299142"/>
                    </a:lnTo>
                    <a:cubicBezTo>
                      <a:pt x="636719" y="303571"/>
                      <a:pt x="652297" y="309031"/>
                      <a:pt x="657795" y="314033"/>
                    </a:cubicBezTo>
                    <a:cubicBezTo>
                      <a:pt x="663866" y="319607"/>
                      <a:pt x="672991" y="335415"/>
                      <a:pt x="676542" y="337095"/>
                    </a:cubicBezTo>
                    <a:cubicBezTo>
                      <a:pt x="680704" y="339080"/>
                      <a:pt x="763750" y="319798"/>
                      <a:pt x="766499" y="316133"/>
                    </a:cubicBezTo>
                    <a:cubicBezTo>
                      <a:pt x="769668" y="311933"/>
                      <a:pt x="769782" y="300478"/>
                      <a:pt x="772035" y="294751"/>
                    </a:cubicBezTo>
                    <a:lnTo>
                      <a:pt x="672762" y="218578"/>
                    </a:lnTo>
                    <a:lnTo>
                      <a:pt x="646799" y="225031"/>
                    </a:lnTo>
                    <a:close/>
                    <a:moveTo>
                      <a:pt x="986922" y="242213"/>
                    </a:moveTo>
                    <a:cubicBezTo>
                      <a:pt x="986922" y="233355"/>
                      <a:pt x="979744" y="226215"/>
                      <a:pt x="970924" y="226215"/>
                    </a:cubicBezTo>
                    <a:cubicBezTo>
                      <a:pt x="962104" y="226215"/>
                      <a:pt x="954926" y="233393"/>
                      <a:pt x="954926" y="242213"/>
                    </a:cubicBezTo>
                    <a:cubicBezTo>
                      <a:pt x="954926" y="251033"/>
                      <a:pt x="962104" y="258211"/>
                      <a:pt x="970924" y="258211"/>
                    </a:cubicBezTo>
                    <a:cubicBezTo>
                      <a:pt x="979744" y="258211"/>
                      <a:pt x="986922" y="251033"/>
                      <a:pt x="986922" y="242213"/>
                    </a:cubicBezTo>
                    <a:close/>
                    <a:moveTo>
                      <a:pt x="361046" y="260044"/>
                    </a:moveTo>
                    <a:cubicBezTo>
                      <a:pt x="361046" y="245993"/>
                      <a:pt x="349668" y="234615"/>
                      <a:pt x="335617" y="234615"/>
                    </a:cubicBezTo>
                    <a:cubicBezTo>
                      <a:pt x="321566" y="234615"/>
                      <a:pt x="310188" y="245993"/>
                      <a:pt x="310188" y="260044"/>
                    </a:cubicBezTo>
                    <a:cubicBezTo>
                      <a:pt x="310188" y="274095"/>
                      <a:pt x="321566" y="285473"/>
                      <a:pt x="335617" y="285473"/>
                    </a:cubicBezTo>
                    <a:cubicBezTo>
                      <a:pt x="349668" y="285473"/>
                      <a:pt x="361046" y="274095"/>
                      <a:pt x="361046" y="260044"/>
                    </a:cubicBezTo>
                    <a:close/>
                    <a:moveTo>
                      <a:pt x="68611" y="286427"/>
                    </a:moveTo>
                    <a:cubicBezTo>
                      <a:pt x="68611" y="275698"/>
                      <a:pt x="59906" y="266993"/>
                      <a:pt x="49177" y="266993"/>
                    </a:cubicBezTo>
                    <a:cubicBezTo>
                      <a:pt x="38448" y="266993"/>
                      <a:pt x="29742" y="275698"/>
                      <a:pt x="29742" y="286427"/>
                    </a:cubicBezTo>
                    <a:cubicBezTo>
                      <a:pt x="29742" y="297156"/>
                      <a:pt x="38448" y="305862"/>
                      <a:pt x="49177" y="305862"/>
                    </a:cubicBezTo>
                    <a:cubicBezTo>
                      <a:pt x="59906" y="305862"/>
                      <a:pt x="68611" y="297156"/>
                      <a:pt x="68611" y="286427"/>
                    </a:cubicBezTo>
                    <a:close/>
                    <a:moveTo>
                      <a:pt x="1008877" y="407655"/>
                    </a:moveTo>
                    <a:lnTo>
                      <a:pt x="970695" y="287420"/>
                    </a:lnTo>
                    <a:lnTo>
                      <a:pt x="935377" y="274553"/>
                    </a:lnTo>
                    <a:cubicBezTo>
                      <a:pt x="910444" y="289787"/>
                      <a:pt x="866841" y="290589"/>
                      <a:pt x="878944" y="329344"/>
                    </a:cubicBezTo>
                    <a:lnTo>
                      <a:pt x="1008915" y="407655"/>
                    </a:lnTo>
                    <a:close/>
                    <a:moveTo>
                      <a:pt x="286477" y="282456"/>
                    </a:moveTo>
                    <a:lnTo>
                      <a:pt x="96370" y="298836"/>
                    </a:lnTo>
                    <a:lnTo>
                      <a:pt x="215955" y="372718"/>
                    </a:lnTo>
                    <a:cubicBezTo>
                      <a:pt x="226111" y="357026"/>
                      <a:pt x="263301" y="361111"/>
                      <a:pt x="270173" y="354276"/>
                    </a:cubicBezTo>
                    <a:cubicBezTo>
                      <a:pt x="272273" y="352176"/>
                      <a:pt x="297931" y="304907"/>
                      <a:pt x="298161" y="301929"/>
                    </a:cubicBezTo>
                    <a:cubicBezTo>
                      <a:pt x="298351" y="299753"/>
                      <a:pt x="287508" y="282991"/>
                      <a:pt x="286515" y="282418"/>
                    </a:cubicBezTo>
                    <a:close/>
                    <a:moveTo>
                      <a:pt x="849201" y="310406"/>
                    </a:moveTo>
                    <a:cubicBezTo>
                      <a:pt x="849201" y="296431"/>
                      <a:pt x="837861" y="285091"/>
                      <a:pt x="823886" y="285091"/>
                    </a:cubicBezTo>
                    <a:cubicBezTo>
                      <a:pt x="809911" y="285091"/>
                      <a:pt x="798571" y="296431"/>
                      <a:pt x="798571" y="310406"/>
                    </a:cubicBezTo>
                    <a:cubicBezTo>
                      <a:pt x="798571" y="324380"/>
                      <a:pt x="809911" y="335720"/>
                      <a:pt x="823886" y="335720"/>
                    </a:cubicBezTo>
                    <a:cubicBezTo>
                      <a:pt x="837861" y="335720"/>
                      <a:pt x="849201" y="324380"/>
                      <a:pt x="849201" y="310406"/>
                    </a:cubicBezTo>
                    <a:close/>
                    <a:moveTo>
                      <a:pt x="542601" y="354735"/>
                    </a:moveTo>
                    <a:lnTo>
                      <a:pt x="375097" y="293186"/>
                    </a:lnTo>
                    <a:lnTo>
                      <a:pt x="434584" y="414680"/>
                    </a:lnTo>
                    <a:cubicBezTo>
                      <a:pt x="455011" y="407960"/>
                      <a:pt x="476050" y="417926"/>
                      <a:pt x="492239" y="430106"/>
                    </a:cubicBezTo>
                    <a:lnTo>
                      <a:pt x="545197" y="392382"/>
                    </a:lnTo>
                    <a:lnTo>
                      <a:pt x="542562" y="354696"/>
                    </a:lnTo>
                    <a:close/>
                    <a:moveTo>
                      <a:pt x="351577" y="312887"/>
                    </a:moveTo>
                    <a:cubicBezTo>
                      <a:pt x="323361" y="295362"/>
                      <a:pt x="300222" y="354735"/>
                      <a:pt x="295411" y="374436"/>
                    </a:cubicBezTo>
                    <a:cubicBezTo>
                      <a:pt x="309768" y="383906"/>
                      <a:pt x="308775" y="412236"/>
                      <a:pt x="317824" y="421018"/>
                    </a:cubicBezTo>
                    <a:cubicBezTo>
                      <a:pt x="321222" y="424302"/>
                      <a:pt x="384261" y="445798"/>
                      <a:pt x="387926" y="445111"/>
                    </a:cubicBezTo>
                    <a:cubicBezTo>
                      <a:pt x="392050" y="444309"/>
                      <a:pt x="405490" y="430678"/>
                      <a:pt x="405031" y="425562"/>
                    </a:cubicBezTo>
                    <a:lnTo>
                      <a:pt x="351577" y="312849"/>
                    </a:lnTo>
                    <a:close/>
                    <a:moveTo>
                      <a:pt x="79684" y="324036"/>
                    </a:moveTo>
                    <a:cubicBezTo>
                      <a:pt x="75408" y="324762"/>
                      <a:pt x="70291" y="331864"/>
                      <a:pt x="69986" y="336751"/>
                    </a:cubicBezTo>
                    <a:cubicBezTo>
                      <a:pt x="69528" y="344044"/>
                      <a:pt x="81288" y="409869"/>
                      <a:pt x="85030" y="413306"/>
                    </a:cubicBezTo>
                    <a:cubicBezTo>
                      <a:pt x="89993" y="417849"/>
                      <a:pt x="107290" y="423118"/>
                      <a:pt x="113437" y="433007"/>
                    </a:cubicBezTo>
                    <a:lnTo>
                      <a:pt x="197781" y="411740"/>
                    </a:lnTo>
                    <a:lnTo>
                      <a:pt x="195681" y="394329"/>
                    </a:lnTo>
                    <a:cubicBezTo>
                      <a:pt x="179110" y="389098"/>
                      <a:pt x="86404" y="322929"/>
                      <a:pt x="79722" y="324075"/>
                    </a:cubicBezTo>
                    <a:close/>
                    <a:moveTo>
                      <a:pt x="653099" y="367258"/>
                    </a:moveTo>
                    <a:cubicBezTo>
                      <a:pt x="653099" y="344693"/>
                      <a:pt x="634810" y="326404"/>
                      <a:pt x="612244" y="326404"/>
                    </a:cubicBezTo>
                    <a:cubicBezTo>
                      <a:pt x="589679" y="326404"/>
                      <a:pt x="571390" y="344693"/>
                      <a:pt x="571390" y="367258"/>
                    </a:cubicBezTo>
                    <a:cubicBezTo>
                      <a:pt x="571390" y="389824"/>
                      <a:pt x="589679" y="408113"/>
                      <a:pt x="612244" y="408113"/>
                    </a:cubicBezTo>
                    <a:cubicBezTo>
                      <a:pt x="634810" y="408113"/>
                      <a:pt x="653099" y="389824"/>
                      <a:pt x="653099" y="367258"/>
                    </a:cubicBezTo>
                    <a:close/>
                    <a:moveTo>
                      <a:pt x="783642" y="346640"/>
                    </a:moveTo>
                    <a:lnTo>
                      <a:pt x="680933" y="366075"/>
                    </a:lnTo>
                    <a:cubicBezTo>
                      <a:pt x="684141" y="386082"/>
                      <a:pt x="671502" y="397804"/>
                      <a:pt x="667073" y="415406"/>
                    </a:cubicBezTo>
                    <a:lnTo>
                      <a:pt x="732632" y="494862"/>
                    </a:lnTo>
                    <a:lnTo>
                      <a:pt x="745499" y="488867"/>
                    </a:lnTo>
                    <a:lnTo>
                      <a:pt x="783642" y="346678"/>
                    </a:lnTo>
                    <a:close/>
                    <a:moveTo>
                      <a:pt x="989786" y="434382"/>
                    </a:moveTo>
                    <a:lnTo>
                      <a:pt x="863786" y="352444"/>
                    </a:lnTo>
                    <a:cubicBezTo>
                      <a:pt x="843511" y="357942"/>
                      <a:pt x="828773" y="372031"/>
                      <a:pt x="806552" y="361875"/>
                    </a:cubicBezTo>
                    <a:lnTo>
                      <a:pt x="771882" y="500627"/>
                    </a:lnTo>
                    <a:lnTo>
                      <a:pt x="787575" y="509027"/>
                    </a:lnTo>
                    <a:lnTo>
                      <a:pt x="989748" y="434382"/>
                    </a:lnTo>
                    <a:close/>
                    <a:moveTo>
                      <a:pt x="283728" y="415291"/>
                    </a:moveTo>
                    <a:cubicBezTo>
                      <a:pt x="283728" y="399713"/>
                      <a:pt x="271090" y="387075"/>
                      <a:pt x="255511" y="387075"/>
                    </a:cubicBezTo>
                    <a:cubicBezTo>
                      <a:pt x="239933" y="387075"/>
                      <a:pt x="227295" y="399713"/>
                      <a:pt x="227295" y="415291"/>
                    </a:cubicBezTo>
                    <a:cubicBezTo>
                      <a:pt x="227295" y="430869"/>
                      <a:pt x="239933" y="443507"/>
                      <a:pt x="255511" y="443507"/>
                    </a:cubicBezTo>
                    <a:cubicBezTo>
                      <a:pt x="271090" y="443507"/>
                      <a:pt x="283728" y="430869"/>
                      <a:pt x="283728" y="415291"/>
                    </a:cubicBezTo>
                    <a:close/>
                    <a:moveTo>
                      <a:pt x="707279" y="514564"/>
                    </a:moveTo>
                    <a:lnTo>
                      <a:pt x="643706" y="431022"/>
                    </a:lnTo>
                    <a:cubicBezTo>
                      <a:pt x="630648" y="431480"/>
                      <a:pt x="620950" y="438506"/>
                      <a:pt x="607204" y="437436"/>
                    </a:cubicBezTo>
                    <a:cubicBezTo>
                      <a:pt x="590481" y="436138"/>
                      <a:pt x="569137" y="418307"/>
                      <a:pt x="560584" y="419033"/>
                    </a:cubicBezTo>
                    <a:cubicBezTo>
                      <a:pt x="556919" y="419338"/>
                      <a:pt x="512857" y="449426"/>
                      <a:pt x="512322" y="452327"/>
                    </a:cubicBezTo>
                    <a:cubicBezTo>
                      <a:pt x="511635" y="455955"/>
                      <a:pt x="516026" y="478902"/>
                      <a:pt x="518890" y="480429"/>
                    </a:cubicBezTo>
                    <a:lnTo>
                      <a:pt x="707279" y="514564"/>
                    </a:lnTo>
                    <a:close/>
                    <a:moveTo>
                      <a:pt x="89764" y="456871"/>
                    </a:moveTo>
                    <a:cubicBezTo>
                      <a:pt x="89764" y="448127"/>
                      <a:pt x="82701" y="441064"/>
                      <a:pt x="73957" y="441064"/>
                    </a:cubicBezTo>
                    <a:cubicBezTo>
                      <a:pt x="65213" y="441064"/>
                      <a:pt x="58150" y="448127"/>
                      <a:pt x="58150" y="456871"/>
                    </a:cubicBezTo>
                    <a:cubicBezTo>
                      <a:pt x="58150" y="465615"/>
                      <a:pt x="65213" y="472678"/>
                      <a:pt x="73957" y="472678"/>
                    </a:cubicBezTo>
                    <a:cubicBezTo>
                      <a:pt x="82701" y="472678"/>
                      <a:pt x="89764" y="465615"/>
                      <a:pt x="89764" y="456871"/>
                    </a:cubicBezTo>
                    <a:close/>
                    <a:moveTo>
                      <a:pt x="206410" y="442553"/>
                    </a:moveTo>
                    <a:cubicBezTo>
                      <a:pt x="202897" y="440491"/>
                      <a:pt x="134475" y="456184"/>
                      <a:pt x="126839" y="459162"/>
                    </a:cubicBezTo>
                    <a:cubicBezTo>
                      <a:pt x="122410" y="460918"/>
                      <a:pt x="114239" y="464126"/>
                      <a:pt x="115613" y="470387"/>
                    </a:cubicBezTo>
                    <a:lnTo>
                      <a:pt x="252877" y="579473"/>
                    </a:lnTo>
                    <a:lnTo>
                      <a:pt x="244630" y="475122"/>
                    </a:lnTo>
                    <a:cubicBezTo>
                      <a:pt x="242377" y="468669"/>
                      <a:pt x="227753" y="466607"/>
                      <a:pt x="220384" y="461186"/>
                    </a:cubicBezTo>
                    <a:cubicBezTo>
                      <a:pt x="213435" y="456069"/>
                      <a:pt x="207402" y="443164"/>
                      <a:pt x="206410" y="442553"/>
                    </a:cubicBezTo>
                    <a:close/>
                    <a:moveTo>
                      <a:pt x="487619" y="481384"/>
                    </a:moveTo>
                    <a:cubicBezTo>
                      <a:pt x="487619" y="459506"/>
                      <a:pt x="469864" y="441751"/>
                      <a:pt x="447986" y="441751"/>
                    </a:cubicBezTo>
                    <a:cubicBezTo>
                      <a:pt x="426108" y="441751"/>
                      <a:pt x="408353" y="459506"/>
                      <a:pt x="408353" y="481384"/>
                    </a:cubicBezTo>
                    <a:cubicBezTo>
                      <a:pt x="408353" y="503262"/>
                      <a:pt x="426108" y="521016"/>
                      <a:pt x="447986" y="521016"/>
                    </a:cubicBezTo>
                    <a:cubicBezTo>
                      <a:pt x="469864" y="521016"/>
                      <a:pt x="487619" y="503262"/>
                      <a:pt x="487619" y="481384"/>
                    </a:cubicBezTo>
                    <a:close/>
                    <a:moveTo>
                      <a:pt x="378381" y="473136"/>
                    </a:moveTo>
                    <a:lnTo>
                      <a:pt x="304384" y="447135"/>
                    </a:lnTo>
                    <a:cubicBezTo>
                      <a:pt x="299764" y="453740"/>
                      <a:pt x="280215" y="464736"/>
                      <a:pt x="277771" y="468784"/>
                    </a:cubicBezTo>
                    <a:cubicBezTo>
                      <a:pt x="272884" y="476802"/>
                      <a:pt x="277924" y="544155"/>
                      <a:pt x="279566" y="558587"/>
                    </a:cubicBezTo>
                    <a:cubicBezTo>
                      <a:pt x="280864" y="570004"/>
                      <a:pt x="284759" y="583826"/>
                      <a:pt x="298619" y="577602"/>
                    </a:cubicBezTo>
                    <a:cubicBezTo>
                      <a:pt x="304613" y="574891"/>
                      <a:pt x="382390" y="515862"/>
                      <a:pt x="384757" y="510936"/>
                    </a:cubicBezTo>
                    <a:lnTo>
                      <a:pt x="378342" y="473136"/>
                    </a:lnTo>
                    <a:close/>
                    <a:moveTo>
                      <a:pt x="1001279" y="461186"/>
                    </a:moveTo>
                    <a:lnTo>
                      <a:pt x="806590" y="533655"/>
                    </a:lnTo>
                    <a:cubicBezTo>
                      <a:pt x="837402" y="535564"/>
                      <a:pt x="873981" y="548278"/>
                      <a:pt x="904106" y="549042"/>
                    </a:cubicBezTo>
                    <a:cubicBezTo>
                      <a:pt x="926939" y="549653"/>
                      <a:pt x="921746" y="541062"/>
                      <a:pt x="935301" y="534533"/>
                    </a:cubicBezTo>
                    <a:cubicBezTo>
                      <a:pt x="944426" y="530142"/>
                      <a:pt x="957675" y="531669"/>
                      <a:pt x="962219" y="528958"/>
                    </a:cubicBezTo>
                    <a:cubicBezTo>
                      <a:pt x="967641" y="525751"/>
                      <a:pt x="994253" y="470769"/>
                      <a:pt x="1001279" y="461147"/>
                    </a:cubicBezTo>
                    <a:close/>
                    <a:moveTo>
                      <a:pt x="555048" y="613569"/>
                    </a:moveTo>
                    <a:cubicBezTo>
                      <a:pt x="577690" y="605436"/>
                      <a:pt x="592771" y="611431"/>
                      <a:pt x="613046" y="620709"/>
                    </a:cubicBezTo>
                    <a:lnTo>
                      <a:pt x="703384" y="550875"/>
                    </a:lnTo>
                    <a:lnTo>
                      <a:pt x="692999" y="542246"/>
                    </a:lnTo>
                    <a:cubicBezTo>
                      <a:pt x="639812" y="538389"/>
                      <a:pt x="581164" y="515442"/>
                      <a:pt x="529237" y="511204"/>
                    </a:cubicBezTo>
                    <a:cubicBezTo>
                      <a:pt x="511253" y="509715"/>
                      <a:pt x="504266" y="511127"/>
                      <a:pt x="498882" y="530104"/>
                    </a:cubicBezTo>
                    <a:lnTo>
                      <a:pt x="555048" y="613569"/>
                    </a:lnTo>
                    <a:close/>
                    <a:moveTo>
                      <a:pt x="764742" y="538924"/>
                    </a:moveTo>
                    <a:cubicBezTo>
                      <a:pt x="764742" y="529226"/>
                      <a:pt x="756877" y="521360"/>
                      <a:pt x="747179" y="521360"/>
                    </a:cubicBezTo>
                    <a:cubicBezTo>
                      <a:pt x="737481" y="521360"/>
                      <a:pt x="729615" y="529226"/>
                      <a:pt x="729615" y="538924"/>
                    </a:cubicBezTo>
                    <a:cubicBezTo>
                      <a:pt x="729615" y="548622"/>
                      <a:pt x="737481" y="556487"/>
                      <a:pt x="747179" y="556487"/>
                    </a:cubicBezTo>
                    <a:cubicBezTo>
                      <a:pt x="756877" y="556487"/>
                      <a:pt x="764742" y="548622"/>
                      <a:pt x="764742" y="538924"/>
                    </a:cubicBezTo>
                    <a:close/>
                    <a:moveTo>
                      <a:pt x="313968" y="610018"/>
                    </a:moveTo>
                    <a:lnTo>
                      <a:pt x="519195" y="643580"/>
                    </a:lnTo>
                    <a:lnTo>
                      <a:pt x="530802" y="630369"/>
                    </a:lnTo>
                    <a:cubicBezTo>
                      <a:pt x="531261" y="625329"/>
                      <a:pt x="479486" y="549424"/>
                      <a:pt x="474370" y="546789"/>
                    </a:cubicBezTo>
                    <a:cubicBezTo>
                      <a:pt x="468146" y="543582"/>
                      <a:pt x="417288" y="556716"/>
                      <a:pt x="403733" y="534876"/>
                    </a:cubicBezTo>
                    <a:lnTo>
                      <a:pt x="316602" y="598411"/>
                    </a:lnTo>
                    <a:lnTo>
                      <a:pt x="314006" y="610018"/>
                    </a:lnTo>
                    <a:close/>
                    <a:moveTo>
                      <a:pt x="791279" y="560458"/>
                    </a:moveTo>
                    <a:lnTo>
                      <a:pt x="898302" y="665611"/>
                    </a:lnTo>
                    <a:cubicBezTo>
                      <a:pt x="916362" y="675080"/>
                      <a:pt x="929611" y="617731"/>
                      <a:pt x="928695" y="608300"/>
                    </a:cubicBezTo>
                    <a:cubicBezTo>
                      <a:pt x="928313" y="604673"/>
                      <a:pt x="916210" y="583864"/>
                      <a:pt x="913308" y="581611"/>
                    </a:cubicBezTo>
                    <a:cubicBezTo>
                      <a:pt x="897692" y="569622"/>
                      <a:pt x="815028" y="568247"/>
                      <a:pt x="791317" y="560458"/>
                    </a:cubicBezTo>
                    <a:close/>
                    <a:moveTo>
                      <a:pt x="962486" y="560955"/>
                    </a:moveTo>
                    <a:lnTo>
                      <a:pt x="943968" y="560420"/>
                    </a:lnTo>
                    <a:lnTo>
                      <a:pt x="949810" y="583291"/>
                    </a:lnTo>
                    <a:cubicBezTo>
                      <a:pt x="964472" y="583482"/>
                      <a:pt x="969893" y="572829"/>
                      <a:pt x="962486" y="560955"/>
                    </a:cubicBezTo>
                    <a:close/>
                    <a:moveTo>
                      <a:pt x="875279" y="682564"/>
                    </a:moveTo>
                    <a:lnTo>
                      <a:pt x="769821" y="580427"/>
                    </a:lnTo>
                    <a:cubicBezTo>
                      <a:pt x="753059" y="589286"/>
                      <a:pt x="728775" y="576686"/>
                      <a:pt x="715144" y="581420"/>
                    </a:cubicBezTo>
                    <a:cubicBezTo>
                      <a:pt x="710639" y="582986"/>
                      <a:pt x="643668" y="633042"/>
                      <a:pt x="638399" y="638578"/>
                    </a:cubicBezTo>
                    <a:cubicBezTo>
                      <a:pt x="630190" y="647207"/>
                      <a:pt x="624806" y="655722"/>
                      <a:pt x="640575" y="659578"/>
                    </a:cubicBezTo>
                    <a:lnTo>
                      <a:pt x="875279" y="682564"/>
                    </a:lnTo>
                    <a:close/>
                    <a:moveTo>
                      <a:pt x="284873" y="616356"/>
                    </a:moveTo>
                    <a:cubicBezTo>
                      <a:pt x="284873" y="608567"/>
                      <a:pt x="278535" y="602229"/>
                      <a:pt x="270746" y="602229"/>
                    </a:cubicBezTo>
                    <a:cubicBezTo>
                      <a:pt x="262957" y="602229"/>
                      <a:pt x="256619" y="608567"/>
                      <a:pt x="256619" y="616356"/>
                    </a:cubicBezTo>
                    <a:cubicBezTo>
                      <a:pt x="256619" y="624146"/>
                      <a:pt x="262957" y="630484"/>
                      <a:pt x="270746" y="630484"/>
                    </a:cubicBezTo>
                    <a:cubicBezTo>
                      <a:pt x="278535" y="630484"/>
                      <a:pt x="284873" y="624146"/>
                      <a:pt x="284873" y="616356"/>
                    </a:cubicBezTo>
                    <a:close/>
                    <a:moveTo>
                      <a:pt x="604913" y="667138"/>
                    </a:moveTo>
                    <a:cubicBezTo>
                      <a:pt x="604913" y="651560"/>
                      <a:pt x="592275" y="638922"/>
                      <a:pt x="576697" y="638922"/>
                    </a:cubicBezTo>
                    <a:cubicBezTo>
                      <a:pt x="561119" y="638922"/>
                      <a:pt x="548481" y="651560"/>
                      <a:pt x="548481" y="667138"/>
                    </a:cubicBezTo>
                    <a:cubicBezTo>
                      <a:pt x="548481" y="682716"/>
                      <a:pt x="561119" y="695355"/>
                      <a:pt x="576697" y="695355"/>
                    </a:cubicBezTo>
                    <a:cubicBezTo>
                      <a:pt x="592275" y="695355"/>
                      <a:pt x="604913" y="682716"/>
                      <a:pt x="604913" y="667138"/>
                    </a:cubicBezTo>
                    <a:close/>
                    <a:moveTo>
                      <a:pt x="493422" y="667367"/>
                    </a:moveTo>
                    <a:lnTo>
                      <a:pt x="329279" y="640640"/>
                    </a:lnTo>
                    <a:lnTo>
                      <a:pt x="367193" y="673324"/>
                    </a:lnTo>
                    <a:cubicBezTo>
                      <a:pt x="382886" y="666642"/>
                      <a:pt x="396364" y="660609"/>
                      <a:pt x="413011" y="669544"/>
                    </a:cubicBezTo>
                    <a:cubicBezTo>
                      <a:pt x="420991" y="673820"/>
                      <a:pt x="424542" y="686306"/>
                      <a:pt x="437868" y="682831"/>
                    </a:cubicBezTo>
                    <a:lnTo>
                      <a:pt x="493422" y="667406"/>
                    </a:lnTo>
                    <a:close/>
                    <a:moveTo>
                      <a:pt x="844695" y="709367"/>
                    </a:moveTo>
                    <a:lnTo>
                      <a:pt x="646188" y="690276"/>
                    </a:lnTo>
                    <a:cubicBezTo>
                      <a:pt x="657299" y="699135"/>
                      <a:pt x="687921" y="723418"/>
                      <a:pt x="699566" y="726855"/>
                    </a:cubicBezTo>
                    <a:cubicBezTo>
                      <a:pt x="717206" y="732047"/>
                      <a:pt x="744773" y="712766"/>
                      <a:pt x="766613" y="736056"/>
                    </a:cubicBezTo>
                    <a:lnTo>
                      <a:pt x="844695" y="709367"/>
                    </a:lnTo>
                    <a:close/>
                    <a:moveTo>
                      <a:pt x="930910" y="703564"/>
                    </a:moveTo>
                    <a:cubicBezTo>
                      <a:pt x="930910" y="696844"/>
                      <a:pt x="925450" y="691384"/>
                      <a:pt x="918730" y="691384"/>
                    </a:cubicBezTo>
                    <a:cubicBezTo>
                      <a:pt x="912010" y="691384"/>
                      <a:pt x="906550" y="696844"/>
                      <a:pt x="906550" y="703564"/>
                    </a:cubicBezTo>
                    <a:cubicBezTo>
                      <a:pt x="906550" y="710284"/>
                      <a:pt x="912010" y="715744"/>
                      <a:pt x="918730" y="715744"/>
                    </a:cubicBezTo>
                    <a:cubicBezTo>
                      <a:pt x="925450" y="715744"/>
                      <a:pt x="930910" y="710284"/>
                      <a:pt x="930910" y="703564"/>
                    </a:cubicBezTo>
                    <a:close/>
                    <a:moveTo>
                      <a:pt x="406406" y="705511"/>
                    </a:moveTo>
                    <a:cubicBezTo>
                      <a:pt x="406406" y="698753"/>
                      <a:pt x="400946" y="693293"/>
                      <a:pt x="394188" y="693293"/>
                    </a:cubicBezTo>
                    <a:cubicBezTo>
                      <a:pt x="387430" y="693293"/>
                      <a:pt x="381970" y="698753"/>
                      <a:pt x="381970" y="705511"/>
                    </a:cubicBezTo>
                    <a:cubicBezTo>
                      <a:pt x="381970" y="712269"/>
                      <a:pt x="387430" y="717729"/>
                      <a:pt x="394188" y="717729"/>
                    </a:cubicBezTo>
                    <a:cubicBezTo>
                      <a:pt x="400946" y="717729"/>
                      <a:pt x="406406" y="712269"/>
                      <a:pt x="406406" y="705511"/>
                    </a:cubicBezTo>
                    <a:close/>
                    <a:moveTo>
                      <a:pt x="721482" y="801958"/>
                    </a:moveTo>
                    <a:cubicBezTo>
                      <a:pt x="716022" y="796995"/>
                      <a:pt x="703270" y="797376"/>
                      <a:pt x="696282" y="783287"/>
                    </a:cubicBezTo>
                    <a:cubicBezTo>
                      <a:pt x="690861" y="772367"/>
                      <a:pt x="694259" y="760684"/>
                      <a:pt x="688150" y="753238"/>
                    </a:cubicBezTo>
                    <a:cubicBezTo>
                      <a:pt x="684217" y="748466"/>
                      <a:pt x="618468" y="709138"/>
                      <a:pt x="614230" y="709940"/>
                    </a:cubicBezTo>
                    <a:lnTo>
                      <a:pt x="606097" y="716813"/>
                    </a:lnTo>
                    <a:lnTo>
                      <a:pt x="662224" y="931853"/>
                    </a:lnTo>
                    <a:cubicBezTo>
                      <a:pt x="669746" y="960337"/>
                      <a:pt x="713082" y="910471"/>
                      <a:pt x="713961" y="905546"/>
                    </a:cubicBezTo>
                    <a:cubicBezTo>
                      <a:pt x="715068" y="899398"/>
                      <a:pt x="709608" y="890311"/>
                      <a:pt x="712624" y="877100"/>
                    </a:cubicBezTo>
                    <a:cubicBezTo>
                      <a:pt x="716061" y="862056"/>
                      <a:pt x="729653" y="858582"/>
                      <a:pt x="730455" y="844951"/>
                    </a:cubicBezTo>
                    <a:cubicBezTo>
                      <a:pt x="730799" y="839109"/>
                      <a:pt x="724690" y="804975"/>
                      <a:pt x="721406" y="801996"/>
                    </a:cubicBezTo>
                    <a:close/>
                    <a:moveTo>
                      <a:pt x="732135" y="747053"/>
                    </a:moveTo>
                    <a:lnTo>
                      <a:pt x="716366" y="762746"/>
                    </a:lnTo>
                    <a:lnTo>
                      <a:pt x="732059" y="778515"/>
                    </a:lnTo>
                    <a:lnTo>
                      <a:pt x="747828" y="762822"/>
                    </a:lnTo>
                    <a:lnTo>
                      <a:pt x="732135" y="747053"/>
                    </a:lnTo>
                    <a:close/>
                    <a:moveTo>
                      <a:pt x="764322" y="888249"/>
                    </a:moveTo>
                    <a:cubicBezTo>
                      <a:pt x="764322" y="881720"/>
                      <a:pt x="759053" y="876451"/>
                      <a:pt x="752524" y="876451"/>
                    </a:cubicBezTo>
                    <a:cubicBezTo>
                      <a:pt x="745995" y="876451"/>
                      <a:pt x="740726" y="881720"/>
                      <a:pt x="740726" y="888249"/>
                    </a:cubicBezTo>
                    <a:cubicBezTo>
                      <a:pt x="740726" y="894778"/>
                      <a:pt x="745995" y="900047"/>
                      <a:pt x="752524" y="900047"/>
                    </a:cubicBezTo>
                    <a:cubicBezTo>
                      <a:pt x="759053" y="900047"/>
                      <a:pt x="764322" y="894778"/>
                      <a:pt x="764322" y="888249"/>
                    </a:cubicBezTo>
                    <a:close/>
                    <a:moveTo>
                      <a:pt x="672533" y="979656"/>
                    </a:moveTo>
                    <a:cubicBezTo>
                      <a:pt x="672533" y="973166"/>
                      <a:pt x="667264" y="967896"/>
                      <a:pt x="660773" y="967896"/>
                    </a:cubicBezTo>
                    <a:cubicBezTo>
                      <a:pt x="654282" y="967896"/>
                      <a:pt x="649013" y="973166"/>
                      <a:pt x="649013" y="979656"/>
                    </a:cubicBezTo>
                    <a:cubicBezTo>
                      <a:pt x="649013" y="986147"/>
                      <a:pt x="654282" y="991416"/>
                      <a:pt x="660773" y="991416"/>
                    </a:cubicBezTo>
                    <a:cubicBezTo>
                      <a:pt x="667264" y="991416"/>
                      <a:pt x="672533" y="986147"/>
                      <a:pt x="672533" y="979656"/>
                    </a:cubicBezTo>
                    <a:close/>
                  </a:path>
                </a:pathLst>
              </a:custGeom>
              <a:solidFill>
                <a:schemeClr val="accent5">
                  <a:lumMod val="40000"/>
                  <a:lumOff val="60000"/>
                </a:schemeClr>
              </a:solidFill>
              <a:ln w="9525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Ovale 38">
                <a:extLst>
                  <a:ext uri="{FF2B5EF4-FFF2-40B4-BE49-F238E27FC236}">
                    <a16:creationId xmlns:a16="http://schemas.microsoft.com/office/drawing/2014/main" id="{BA3CBA5B-0441-E9F9-6B49-7AEF006D174C}"/>
                  </a:ext>
                </a:extLst>
              </p:cNvPr>
              <p:cNvSpPr/>
              <p:nvPr/>
            </p:nvSpPr>
            <p:spPr>
              <a:xfrm>
                <a:off x="4761272" y="4587180"/>
                <a:ext cx="1230981" cy="1230981"/>
              </a:xfrm>
              <a:prstGeom prst="ellipse">
                <a:avLst/>
              </a:prstGeom>
              <a:noFill/>
              <a:ln w="30480" cap="flat">
                <a:solidFill>
                  <a:schemeClr val="accent5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FD5898DC-3E7E-AE5A-69BD-622FFC9588AA}"/>
                </a:ext>
              </a:extLst>
            </p:cNvPr>
            <p:cNvGrpSpPr/>
            <p:nvPr/>
          </p:nvGrpSpPr>
          <p:grpSpPr>
            <a:xfrm>
              <a:off x="7098248" y="4279661"/>
              <a:ext cx="1406836" cy="1406836"/>
              <a:chOff x="7077354" y="4499362"/>
              <a:chExt cx="1406836" cy="1406836"/>
            </a:xfrm>
          </p:grpSpPr>
          <p:sp>
            <p:nvSpPr>
              <p:cNvPr id="42" name="Figura a mano libera: forma 41">
                <a:extLst>
                  <a:ext uri="{FF2B5EF4-FFF2-40B4-BE49-F238E27FC236}">
                    <a16:creationId xmlns:a16="http://schemas.microsoft.com/office/drawing/2014/main" id="{A281A89F-F5E9-A013-F18D-016616344BFB}"/>
                  </a:ext>
                </a:extLst>
              </p:cNvPr>
              <p:cNvSpPr/>
              <p:nvPr/>
            </p:nvSpPr>
            <p:spPr>
              <a:xfrm>
                <a:off x="7166941" y="4620293"/>
                <a:ext cx="1227504" cy="1164818"/>
              </a:xfrm>
              <a:custGeom>
                <a:avLst/>
                <a:gdLst>
                  <a:gd name="csX0" fmla="*/ 568973 w 1227504"/>
                  <a:gd name="csY0" fmla="*/ 33236 h 1164818"/>
                  <a:gd name="csX1" fmla="*/ 687402 w 1227504"/>
                  <a:gd name="csY1" fmla="*/ 38342 h 1164818"/>
                  <a:gd name="csX2" fmla="*/ 712668 w 1227504"/>
                  <a:gd name="csY2" fmla="*/ 10284 h 1164818"/>
                  <a:gd name="csX3" fmla="*/ 777860 w 1227504"/>
                  <a:gd name="csY3" fmla="*/ 22938 h 1164818"/>
                  <a:gd name="csX4" fmla="*/ 793395 w 1227504"/>
                  <a:gd name="csY4" fmla="*/ 59767 h 1164818"/>
                  <a:gd name="csX5" fmla="*/ 918893 w 1227504"/>
                  <a:gd name="csY5" fmla="*/ 107026 h 1164818"/>
                  <a:gd name="csX6" fmla="*/ 959039 w 1227504"/>
                  <a:gd name="csY6" fmla="*/ 90444 h 1164818"/>
                  <a:gd name="csX7" fmla="*/ 1024449 w 1227504"/>
                  <a:gd name="csY7" fmla="*/ 134124 h 1164818"/>
                  <a:gd name="csX8" fmla="*/ 1023926 w 1227504"/>
                  <a:gd name="csY8" fmla="*/ 175927 h 1164818"/>
                  <a:gd name="csX9" fmla="*/ 1079039 w 1227504"/>
                  <a:gd name="csY9" fmla="*/ 228247 h 1164818"/>
                  <a:gd name="csX10" fmla="*/ 1123766 w 1227504"/>
                  <a:gd name="csY10" fmla="*/ 226807 h 1164818"/>
                  <a:gd name="csX11" fmla="*/ 1161860 w 1227504"/>
                  <a:gd name="csY11" fmla="*/ 276073 h 1164818"/>
                  <a:gd name="csX12" fmla="*/ 1145148 w 1227504"/>
                  <a:gd name="csY12" fmla="*/ 331666 h 1164818"/>
                  <a:gd name="csX13" fmla="*/ 1184289 w 1227504"/>
                  <a:gd name="csY13" fmla="*/ 445513 h 1164818"/>
                  <a:gd name="csX14" fmla="*/ 1226268 w 1227504"/>
                  <a:gd name="csY14" fmla="*/ 501891 h 1164818"/>
                  <a:gd name="csX15" fmla="*/ 1174559 w 1227504"/>
                  <a:gd name="csY15" fmla="*/ 541949 h 1164818"/>
                  <a:gd name="csX16" fmla="*/ 1128522 w 1227504"/>
                  <a:gd name="csY16" fmla="*/ 618487 h 1164818"/>
                  <a:gd name="csX17" fmla="*/ 1130617 w 1227504"/>
                  <a:gd name="csY17" fmla="*/ 676916 h 1164818"/>
                  <a:gd name="csX18" fmla="*/ 1092740 w 1227504"/>
                  <a:gd name="csY18" fmla="*/ 704451 h 1164818"/>
                  <a:gd name="csX19" fmla="*/ 1078384 w 1227504"/>
                  <a:gd name="csY19" fmla="*/ 764844 h 1164818"/>
                  <a:gd name="csX20" fmla="*/ 1096100 w 1227504"/>
                  <a:gd name="csY20" fmla="*/ 795651 h 1164818"/>
                  <a:gd name="csX21" fmla="*/ 1038413 w 1227504"/>
                  <a:gd name="csY21" fmla="*/ 848844 h 1164818"/>
                  <a:gd name="csX22" fmla="*/ 1008697 w 1227504"/>
                  <a:gd name="csY22" fmla="*/ 834400 h 1164818"/>
                  <a:gd name="csX23" fmla="*/ 884769 w 1227504"/>
                  <a:gd name="csY23" fmla="*/ 876116 h 1164818"/>
                  <a:gd name="csX24" fmla="*/ 877526 w 1227504"/>
                  <a:gd name="csY24" fmla="*/ 895055 h 1164818"/>
                  <a:gd name="csX25" fmla="*/ 860420 w 1227504"/>
                  <a:gd name="csY25" fmla="*/ 921586 h 1164818"/>
                  <a:gd name="csX26" fmla="*/ 868188 w 1227504"/>
                  <a:gd name="csY26" fmla="*/ 962255 h 1164818"/>
                  <a:gd name="csX27" fmla="*/ 902093 w 1227504"/>
                  <a:gd name="csY27" fmla="*/ 998036 h 1164818"/>
                  <a:gd name="csX28" fmla="*/ 893540 w 1227504"/>
                  <a:gd name="csY28" fmla="*/ 1046386 h 1164818"/>
                  <a:gd name="csX29" fmla="*/ 832013 w 1227504"/>
                  <a:gd name="csY29" fmla="*/ 1063404 h 1164818"/>
                  <a:gd name="csX30" fmla="*/ 800202 w 1227504"/>
                  <a:gd name="csY30" fmla="*/ 1097397 h 1164818"/>
                  <a:gd name="csX31" fmla="*/ 801468 w 1227504"/>
                  <a:gd name="csY31" fmla="*/ 1121047 h 1164818"/>
                  <a:gd name="csX32" fmla="*/ 709657 w 1227504"/>
                  <a:gd name="csY32" fmla="*/ 1107040 h 1164818"/>
                  <a:gd name="csX33" fmla="*/ 727853 w 1227504"/>
                  <a:gd name="csY33" fmla="*/ 1076495 h 1164818"/>
                  <a:gd name="csX34" fmla="*/ 658995 w 1227504"/>
                  <a:gd name="csY34" fmla="*/ 828858 h 1164818"/>
                  <a:gd name="csX35" fmla="*/ 596639 w 1227504"/>
                  <a:gd name="csY35" fmla="*/ 792989 h 1164818"/>
                  <a:gd name="csX36" fmla="*/ 497104 w 1227504"/>
                  <a:gd name="csY36" fmla="*/ 814851 h 1164818"/>
                  <a:gd name="csX37" fmla="*/ 445002 w 1227504"/>
                  <a:gd name="csY37" fmla="*/ 853426 h 1164818"/>
                  <a:gd name="csX38" fmla="*/ 393904 w 1227504"/>
                  <a:gd name="csY38" fmla="*/ 790720 h 1164818"/>
                  <a:gd name="csX39" fmla="*/ 337002 w 1227504"/>
                  <a:gd name="csY39" fmla="*/ 747564 h 1164818"/>
                  <a:gd name="csX40" fmla="*/ 308551 w 1227504"/>
                  <a:gd name="csY40" fmla="*/ 753978 h 1164818"/>
                  <a:gd name="csX41" fmla="*/ 261991 w 1227504"/>
                  <a:gd name="csY41" fmla="*/ 684902 h 1164818"/>
                  <a:gd name="csX42" fmla="*/ 114151 w 1227504"/>
                  <a:gd name="csY42" fmla="*/ 568436 h 1164818"/>
                  <a:gd name="csX43" fmla="*/ 32246 w 1227504"/>
                  <a:gd name="csY43" fmla="*/ 527986 h 1164818"/>
                  <a:gd name="csX44" fmla="*/ 60173 w 1227504"/>
                  <a:gd name="csY44" fmla="*/ 472655 h 1164818"/>
                  <a:gd name="csX45" fmla="*/ 48173 w 1227504"/>
                  <a:gd name="csY45" fmla="*/ 383680 h 1164818"/>
                  <a:gd name="csX46" fmla="*/ 18151 w 1227504"/>
                  <a:gd name="csY46" fmla="*/ 367927 h 1164818"/>
                  <a:gd name="csX47" fmla="*/ 88231 w 1227504"/>
                  <a:gd name="csY47" fmla="*/ 280611 h 1164818"/>
                  <a:gd name="csX48" fmla="*/ 244231 w 1227504"/>
                  <a:gd name="csY48" fmla="*/ 144640 h 1164818"/>
                  <a:gd name="csX49" fmla="*/ 334166 w 1227504"/>
                  <a:gd name="csY49" fmla="*/ 60640 h 1164818"/>
                  <a:gd name="csX50" fmla="*/ 368464 w 1227504"/>
                  <a:gd name="csY50" fmla="*/ 81149 h 1164818"/>
                  <a:gd name="csX51" fmla="*/ 473715 w 1227504"/>
                  <a:gd name="csY51" fmla="*/ 47375 h 1164818"/>
                  <a:gd name="csX52" fmla="*/ 489380 w 1227504"/>
                  <a:gd name="csY52" fmla="*/ 13993 h 1164818"/>
                  <a:gd name="csX53" fmla="*/ 568886 w 1227504"/>
                  <a:gd name="csY53" fmla="*/ 33193 h 1164818"/>
                  <a:gd name="csX54" fmla="*/ 540479 w 1227504"/>
                  <a:gd name="csY54" fmla="*/ 49338 h 1164818"/>
                  <a:gd name="csX55" fmla="*/ 524377 w 1227504"/>
                  <a:gd name="csY55" fmla="*/ 33236 h 1164818"/>
                  <a:gd name="csX56" fmla="*/ 508275 w 1227504"/>
                  <a:gd name="csY56" fmla="*/ 49338 h 1164818"/>
                  <a:gd name="csX57" fmla="*/ 524377 w 1227504"/>
                  <a:gd name="csY57" fmla="*/ 65440 h 1164818"/>
                  <a:gd name="csX58" fmla="*/ 540479 w 1227504"/>
                  <a:gd name="csY58" fmla="*/ 49338 h 1164818"/>
                  <a:gd name="csX59" fmla="*/ 755999 w 1227504"/>
                  <a:gd name="csY59" fmla="*/ 55142 h 1164818"/>
                  <a:gd name="csX60" fmla="*/ 737890 w 1227504"/>
                  <a:gd name="csY60" fmla="*/ 37033 h 1164818"/>
                  <a:gd name="csX61" fmla="*/ 719780 w 1227504"/>
                  <a:gd name="csY61" fmla="*/ 55142 h 1164818"/>
                  <a:gd name="csX62" fmla="*/ 737890 w 1227504"/>
                  <a:gd name="csY62" fmla="*/ 73251 h 1164818"/>
                  <a:gd name="csX63" fmla="*/ 755999 w 1227504"/>
                  <a:gd name="csY63" fmla="*/ 55142 h 1164818"/>
                  <a:gd name="csX64" fmla="*/ 690500 w 1227504"/>
                  <a:gd name="csY64" fmla="*/ 68844 h 1164818"/>
                  <a:gd name="csX65" fmla="*/ 581410 w 1227504"/>
                  <a:gd name="csY65" fmla="*/ 68844 h 1164818"/>
                  <a:gd name="csX66" fmla="*/ 696915 w 1227504"/>
                  <a:gd name="csY66" fmla="*/ 155986 h 1164818"/>
                  <a:gd name="csX67" fmla="*/ 717031 w 1227504"/>
                  <a:gd name="csY67" fmla="*/ 105760 h 1164818"/>
                  <a:gd name="csX68" fmla="*/ 697177 w 1227504"/>
                  <a:gd name="csY68" fmla="*/ 86080 h 1164818"/>
                  <a:gd name="csX69" fmla="*/ 690500 w 1227504"/>
                  <a:gd name="csY69" fmla="*/ 68844 h 1164818"/>
                  <a:gd name="csX70" fmla="*/ 401802 w 1227504"/>
                  <a:gd name="csY70" fmla="*/ 233920 h 1164818"/>
                  <a:gd name="csX71" fmla="*/ 485366 w 1227504"/>
                  <a:gd name="csY71" fmla="*/ 77571 h 1164818"/>
                  <a:gd name="csX72" fmla="*/ 368115 w 1227504"/>
                  <a:gd name="csY72" fmla="*/ 113047 h 1164818"/>
                  <a:gd name="csX73" fmla="*/ 347693 w 1227504"/>
                  <a:gd name="csY73" fmla="*/ 169556 h 1164818"/>
                  <a:gd name="csX74" fmla="*/ 376973 w 1227504"/>
                  <a:gd name="csY74" fmla="*/ 233920 h 1164818"/>
                  <a:gd name="csX75" fmla="*/ 401802 w 1227504"/>
                  <a:gd name="csY75" fmla="*/ 233920 h 1164818"/>
                  <a:gd name="csX76" fmla="*/ 335039 w 1227504"/>
                  <a:gd name="csY76" fmla="*/ 117324 h 1164818"/>
                  <a:gd name="csX77" fmla="*/ 303795 w 1227504"/>
                  <a:gd name="csY77" fmla="*/ 86080 h 1164818"/>
                  <a:gd name="csX78" fmla="*/ 272551 w 1227504"/>
                  <a:gd name="csY78" fmla="*/ 117324 h 1164818"/>
                  <a:gd name="csX79" fmla="*/ 303795 w 1227504"/>
                  <a:gd name="csY79" fmla="*/ 148567 h 1164818"/>
                  <a:gd name="csX80" fmla="*/ 335039 w 1227504"/>
                  <a:gd name="csY80" fmla="*/ 117324 h 1164818"/>
                  <a:gd name="csX81" fmla="*/ 672042 w 1227504"/>
                  <a:gd name="csY81" fmla="*/ 203200 h 1164818"/>
                  <a:gd name="csX82" fmla="*/ 675402 w 1227504"/>
                  <a:gd name="csY82" fmla="*/ 182386 h 1164818"/>
                  <a:gd name="csX83" fmla="*/ 549424 w 1227504"/>
                  <a:gd name="csY83" fmla="*/ 91622 h 1164818"/>
                  <a:gd name="csX84" fmla="*/ 512377 w 1227504"/>
                  <a:gd name="csY84" fmla="*/ 100218 h 1164818"/>
                  <a:gd name="csX85" fmla="*/ 429337 w 1227504"/>
                  <a:gd name="csY85" fmla="*/ 253687 h 1164818"/>
                  <a:gd name="csX86" fmla="*/ 442995 w 1227504"/>
                  <a:gd name="csY86" fmla="*/ 264247 h 1164818"/>
                  <a:gd name="csX87" fmla="*/ 671999 w 1227504"/>
                  <a:gd name="csY87" fmla="*/ 203200 h 1164818"/>
                  <a:gd name="csX88" fmla="*/ 899911 w 1227504"/>
                  <a:gd name="csY88" fmla="*/ 134342 h 1164818"/>
                  <a:gd name="csX89" fmla="*/ 783970 w 1227504"/>
                  <a:gd name="csY89" fmla="*/ 90706 h 1164818"/>
                  <a:gd name="csX90" fmla="*/ 752377 w 1227504"/>
                  <a:gd name="csY90" fmla="*/ 148786 h 1164818"/>
                  <a:gd name="csX91" fmla="*/ 776289 w 1227504"/>
                  <a:gd name="csY91" fmla="*/ 173920 h 1164818"/>
                  <a:gd name="csX92" fmla="*/ 893584 w 1227504"/>
                  <a:gd name="csY92" fmla="*/ 143156 h 1164818"/>
                  <a:gd name="csX93" fmla="*/ 899955 w 1227504"/>
                  <a:gd name="csY93" fmla="*/ 134386 h 1164818"/>
                  <a:gd name="csX94" fmla="*/ 994602 w 1227504"/>
                  <a:gd name="csY94" fmla="*/ 155156 h 1164818"/>
                  <a:gd name="csX95" fmla="*/ 963751 w 1227504"/>
                  <a:gd name="csY95" fmla="*/ 124306 h 1164818"/>
                  <a:gd name="csX96" fmla="*/ 932900 w 1227504"/>
                  <a:gd name="csY96" fmla="*/ 155156 h 1164818"/>
                  <a:gd name="csX97" fmla="*/ 963751 w 1227504"/>
                  <a:gd name="csY97" fmla="*/ 186007 h 1164818"/>
                  <a:gd name="csX98" fmla="*/ 994602 w 1227504"/>
                  <a:gd name="csY98" fmla="*/ 155156 h 1164818"/>
                  <a:gd name="csX99" fmla="*/ 110180 w 1227504"/>
                  <a:gd name="csY99" fmla="*/ 308844 h 1164818"/>
                  <a:gd name="csX100" fmla="*/ 319766 w 1227504"/>
                  <a:gd name="csY100" fmla="*/ 289382 h 1164818"/>
                  <a:gd name="csX101" fmla="*/ 340973 w 1227504"/>
                  <a:gd name="csY101" fmla="*/ 245658 h 1164818"/>
                  <a:gd name="csX102" fmla="*/ 317453 w 1227504"/>
                  <a:gd name="csY102" fmla="*/ 186575 h 1164818"/>
                  <a:gd name="csX103" fmla="*/ 264260 w 1227504"/>
                  <a:gd name="csY103" fmla="*/ 172306 h 1164818"/>
                  <a:gd name="csX104" fmla="*/ 136231 w 1227504"/>
                  <a:gd name="csY104" fmla="*/ 280393 h 1164818"/>
                  <a:gd name="csX105" fmla="*/ 110180 w 1227504"/>
                  <a:gd name="csY105" fmla="*/ 308844 h 1164818"/>
                  <a:gd name="csX106" fmla="*/ 904057 w 1227504"/>
                  <a:gd name="csY106" fmla="*/ 173658 h 1164818"/>
                  <a:gd name="csX107" fmla="*/ 789773 w 1227504"/>
                  <a:gd name="csY107" fmla="*/ 204116 h 1164818"/>
                  <a:gd name="csX108" fmla="*/ 782617 w 1227504"/>
                  <a:gd name="csY108" fmla="*/ 218866 h 1164818"/>
                  <a:gd name="csX109" fmla="*/ 902049 w 1227504"/>
                  <a:gd name="csY109" fmla="*/ 304306 h 1164818"/>
                  <a:gd name="csX110" fmla="*/ 929977 w 1227504"/>
                  <a:gd name="csY110" fmla="*/ 295273 h 1164818"/>
                  <a:gd name="csX111" fmla="*/ 934995 w 1227504"/>
                  <a:gd name="csY111" fmla="*/ 245746 h 1164818"/>
                  <a:gd name="csX112" fmla="*/ 934908 w 1227504"/>
                  <a:gd name="csY112" fmla="*/ 211535 h 1164818"/>
                  <a:gd name="csX113" fmla="*/ 904057 w 1227504"/>
                  <a:gd name="csY113" fmla="*/ 173615 h 1164818"/>
                  <a:gd name="csX114" fmla="*/ 752639 w 1227504"/>
                  <a:gd name="csY114" fmla="*/ 203287 h 1164818"/>
                  <a:gd name="csX115" fmla="*/ 730122 w 1227504"/>
                  <a:gd name="csY115" fmla="*/ 180771 h 1164818"/>
                  <a:gd name="csX116" fmla="*/ 707606 w 1227504"/>
                  <a:gd name="csY116" fmla="*/ 203287 h 1164818"/>
                  <a:gd name="csX117" fmla="*/ 730122 w 1227504"/>
                  <a:gd name="csY117" fmla="*/ 225804 h 1164818"/>
                  <a:gd name="csX118" fmla="*/ 752639 w 1227504"/>
                  <a:gd name="csY118" fmla="*/ 203287 h 1164818"/>
                  <a:gd name="csX119" fmla="*/ 970340 w 1227504"/>
                  <a:gd name="csY119" fmla="*/ 217775 h 1164818"/>
                  <a:gd name="csX120" fmla="*/ 962486 w 1227504"/>
                  <a:gd name="csY120" fmla="*/ 293876 h 1164818"/>
                  <a:gd name="csX121" fmla="*/ 992682 w 1227504"/>
                  <a:gd name="csY121" fmla="*/ 312596 h 1164818"/>
                  <a:gd name="csX122" fmla="*/ 1059359 w 1227504"/>
                  <a:gd name="csY122" fmla="*/ 252160 h 1164818"/>
                  <a:gd name="csX123" fmla="*/ 1013060 w 1227504"/>
                  <a:gd name="csY123" fmla="*/ 210836 h 1164818"/>
                  <a:gd name="csX124" fmla="*/ 1002588 w 1227504"/>
                  <a:gd name="csY124" fmla="*/ 205687 h 1164818"/>
                  <a:gd name="csX125" fmla="*/ 970340 w 1227504"/>
                  <a:gd name="csY125" fmla="*/ 217775 h 1164818"/>
                  <a:gd name="csX126" fmla="*/ 707475 w 1227504"/>
                  <a:gd name="csY126" fmla="*/ 252596 h 1164818"/>
                  <a:gd name="csX127" fmla="*/ 682995 w 1227504"/>
                  <a:gd name="csY127" fmla="*/ 235273 h 1164818"/>
                  <a:gd name="csX128" fmla="*/ 452202 w 1227504"/>
                  <a:gd name="csY128" fmla="*/ 295316 h 1164818"/>
                  <a:gd name="csX129" fmla="*/ 446137 w 1227504"/>
                  <a:gd name="csY129" fmla="*/ 304436 h 1164818"/>
                  <a:gd name="csX130" fmla="*/ 630980 w 1227504"/>
                  <a:gd name="csY130" fmla="*/ 373426 h 1164818"/>
                  <a:gd name="csX131" fmla="*/ 694035 w 1227504"/>
                  <a:gd name="csY131" fmla="*/ 338604 h 1164818"/>
                  <a:gd name="csX132" fmla="*/ 707431 w 1227504"/>
                  <a:gd name="csY132" fmla="*/ 252640 h 1164818"/>
                  <a:gd name="csX133" fmla="*/ 739155 w 1227504"/>
                  <a:gd name="csY133" fmla="*/ 257135 h 1164818"/>
                  <a:gd name="csX134" fmla="*/ 726850 w 1227504"/>
                  <a:gd name="csY134" fmla="*/ 341876 h 1164818"/>
                  <a:gd name="csX135" fmla="*/ 751766 w 1227504"/>
                  <a:gd name="csY135" fmla="*/ 358895 h 1164818"/>
                  <a:gd name="csX136" fmla="*/ 773191 w 1227504"/>
                  <a:gd name="csY136" fmla="*/ 385251 h 1164818"/>
                  <a:gd name="csX137" fmla="*/ 875999 w 1227504"/>
                  <a:gd name="csY137" fmla="*/ 361295 h 1164818"/>
                  <a:gd name="csX138" fmla="*/ 882326 w 1227504"/>
                  <a:gd name="csY138" fmla="*/ 336858 h 1164818"/>
                  <a:gd name="csX139" fmla="*/ 768871 w 1227504"/>
                  <a:gd name="csY139" fmla="*/ 249804 h 1164818"/>
                  <a:gd name="csX140" fmla="*/ 739199 w 1227504"/>
                  <a:gd name="csY140" fmla="*/ 257178 h 1164818"/>
                  <a:gd name="csX141" fmla="*/ 1127911 w 1227504"/>
                  <a:gd name="csY141" fmla="*/ 276815 h 1164818"/>
                  <a:gd name="csX142" fmla="*/ 1109628 w 1227504"/>
                  <a:gd name="csY142" fmla="*/ 258531 h 1164818"/>
                  <a:gd name="csX143" fmla="*/ 1091344 w 1227504"/>
                  <a:gd name="csY143" fmla="*/ 276815 h 1164818"/>
                  <a:gd name="csX144" fmla="*/ 1109628 w 1227504"/>
                  <a:gd name="csY144" fmla="*/ 295098 h 1164818"/>
                  <a:gd name="csX145" fmla="*/ 1127911 w 1227504"/>
                  <a:gd name="csY145" fmla="*/ 276815 h 1164818"/>
                  <a:gd name="csX146" fmla="*/ 412624 w 1227504"/>
                  <a:gd name="csY146" fmla="*/ 297193 h 1164818"/>
                  <a:gd name="csX147" fmla="*/ 383562 w 1227504"/>
                  <a:gd name="csY147" fmla="*/ 268131 h 1164818"/>
                  <a:gd name="csX148" fmla="*/ 354500 w 1227504"/>
                  <a:gd name="csY148" fmla="*/ 297193 h 1164818"/>
                  <a:gd name="csX149" fmla="*/ 383562 w 1227504"/>
                  <a:gd name="csY149" fmla="*/ 326255 h 1164818"/>
                  <a:gd name="csX150" fmla="*/ 412624 w 1227504"/>
                  <a:gd name="csY150" fmla="*/ 297193 h 1164818"/>
                  <a:gd name="csX151" fmla="*/ 78413 w 1227504"/>
                  <a:gd name="csY151" fmla="*/ 327346 h 1164818"/>
                  <a:gd name="csX152" fmla="*/ 56202 w 1227504"/>
                  <a:gd name="csY152" fmla="*/ 305135 h 1164818"/>
                  <a:gd name="csX153" fmla="*/ 33991 w 1227504"/>
                  <a:gd name="csY153" fmla="*/ 327346 h 1164818"/>
                  <a:gd name="csX154" fmla="*/ 56202 w 1227504"/>
                  <a:gd name="csY154" fmla="*/ 349556 h 1164818"/>
                  <a:gd name="csX155" fmla="*/ 78413 w 1227504"/>
                  <a:gd name="csY155" fmla="*/ 327346 h 1164818"/>
                  <a:gd name="csX156" fmla="*/ 1153002 w 1227504"/>
                  <a:gd name="csY156" fmla="*/ 465891 h 1164818"/>
                  <a:gd name="csX157" fmla="*/ 1109366 w 1227504"/>
                  <a:gd name="csY157" fmla="*/ 328480 h 1164818"/>
                  <a:gd name="csX158" fmla="*/ 1069002 w 1227504"/>
                  <a:gd name="csY158" fmla="*/ 313775 h 1164818"/>
                  <a:gd name="csX159" fmla="*/ 1004508 w 1227504"/>
                  <a:gd name="csY159" fmla="*/ 376393 h 1164818"/>
                  <a:gd name="csX160" fmla="*/ 1153046 w 1227504"/>
                  <a:gd name="csY160" fmla="*/ 465891 h 1164818"/>
                  <a:gd name="csX161" fmla="*/ 327402 w 1227504"/>
                  <a:gd name="csY161" fmla="*/ 322807 h 1164818"/>
                  <a:gd name="csX162" fmla="*/ 110137 w 1227504"/>
                  <a:gd name="csY162" fmla="*/ 341527 h 1164818"/>
                  <a:gd name="csX163" fmla="*/ 246806 w 1227504"/>
                  <a:gd name="csY163" fmla="*/ 425964 h 1164818"/>
                  <a:gd name="csX164" fmla="*/ 308769 w 1227504"/>
                  <a:gd name="csY164" fmla="*/ 404887 h 1164818"/>
                  <a:gd name="csX165" fmla="*/ 340755 w 1227504"/>
                  <a:gd name="csY165" fmla="*/ 345062 h 1164818"/>
                  <a:gd name="csX166" fmla="*/ 327446 w 1227504"/>
                  <a:gd name="csY166" fmla="*/ 322764 h 1164818"/>
                  <a:gd name="csX167" fmla="*/ 970515 w 1227504"/>
                  <a:gd name="csY167" fmla="*/ 354749 h 1164818"/>
                  <a:gd name="csX168" fmla="*/ 941584 w 1227504"/>
                  <a:gd name="csY168" fmla="*/ 325818 h 1164818"/>
                  <a:gd name="csX169" fmla="*/ 912653 w 1227504"/>
                  <a:gd name="csY169" fmla="*/ 354749 h 1164818"/>
                  <a:gd name="csX170" fmla="*/ 941584 w 1227504"/>
                  <a:gd name="csY170" fmla="*/ 383680 h 1164818"/>
                  <a:gd name="csX171" fmla="*/ 970515 w 1227504"/>
                  <a:gd name="csY171" fmla="*/ 354749 h 1164818"/>
                  <a:gd name="csX172" fmla="*/ 620115 w 1227504"/>
                  <a:gd name="csY172" fmla="*/ 405411 h 1164818"/>
                  <a:gd name="csX173" fmla="*/ 428682 w 1227504"/>
                  <a:gd name="csY173" fmla="*/ 335069 h 1164818"/>
                  <a:gd name="csX174" fmla="*/ 496668 w 1227504"/>
                  <a:gd name="csY174" fmla="*/ 473920 h 1164818"/>
                  <a:gd name="csX175" fmla="*/ 562559 w 1227504"/>
                  <a:gd name="csY175" fmla="*/ 491549 h 1164818"/>
                  <a:gd name="csX176" fmla="*/ 623082 w 1227504"/>
                  <a:gd name="csY176" fmla="*/ 448436 h 1164818"/>
                  <a:gd name="csX177" fmla="*/ 620071 w 1227504"/>
                  <a:gd name="csY177" fmla="*/ 405367 h 1164818"/>
                  <a:gd name="csX178" fmla="*/ 401802 w 1227504"/>
                  <a:gd name="csY178" fmla="*/ 357586 h 1164818"/>
                  <a:gd name="csX179" fmla="*/ 337613 w 1227504"/>
                  <a:gd name="csY179" fmla="*/ 427927 h 1164818"/>
                  <a:gd name="csX180" fmla="*/ 363228 w 1227504"/>
                  <a:gd name="csY180" fmla="*/ 481164 h 1164818"/>
                  <a:gd name="csX181" fmla="*/ 443344 w 1227504"/>
                  <a:gd name="csY181" fmla="*/ 508698 h 1164818"/>
                  <a:gd name="csX182" fmla="*/ 462893 w 1227504"/>
                  <a:gd name="csY182" fmla="*/ 486356 h 1164818"/>
                  <a:gd name="csX183" fmla="*/ 401802 w 1227504"/>
                  <a:gd name="csY183" fmla="*/ 357542 h 1164818"/>
                  <a:gd name="csX184" fmla="*/ 91068 w 1227504"/>
                  <a:gd name="csY184" fmla="*/ 370327 h 1164818"/>
                  <a:gd name="csX185" fmla="*/ 79984 w 1227504"/>
                  <a:gd name="csY185" fmla="*/ 384858 h 1164818"/>
                  <a:gd name="csX186" fmla="*/ 97177 w 1227504"/>
                  <a:gd name="csY186" fmla="*/ 472349 h 1164818"/>
                  <a:gd name="csX187" fmla="*/ 129642 w 1227504"/>
                  <a:gd name="csY187" fmla="*/ 494866 h 1164818"/>
                  <a:gd name="csX188" fmla="*/ 226035 w 1227504"/>
                  <a:gd name="csY188" fmla="*/ 470560 h 1164818"/>
                  <a:gd name="csX189" fmla="*/ 223635 w 1227504"/>
                  <a:gd name="csY189" fmla="*/ 450662 h 1164818"/>
                  <a:gd name="csX190" fmla="*/ 91111 w 1227504"/>
                  <a:gd name="csY190" fmla="*/ 370371 h 1164818"/>
                  <a:gd name="csX191" fmla="*/ 746399 w 1227504"/>
                  <a:gd name="csY191" fmla="*/ 419724 h 1164818"/>
                  <a:gd name="csX192" fmla="*/ 699708 w 1227504"/>
                  <a:gd name="csY192" fmla="*/ 373033 h 1164818"/>
                  <a:gd name="csX193" fmla="*/ 653017 w 1227504"/>
                  <a:gd name="csY193" fmla="*/ 419724 h 1164818"/>
                  <a:gd name="csX194" fmla="*/ 699708 w 1227504"/>
                  <a:gd name="csY194" fmla="*/ 466415 h 1164818"/>
                  <a:gd name="csX195" fmla="*/ 746399 w 1227504"/>
                  <a:gd name="csY195" fmla="*/ 419724 h 1164818"/>
                  <a:gd name="csX196" fmla="*/ 895591 w 1227504"/>
                  <a:gd name="csY196" fmla="*/ 396160 h 1164818"/>
                  <a:gd name="csX197" fmla="*/ 778209 w 1227504"/>
                  <a:gd name="csY197" fmla="*/ 418371 h 1164818"/>
                  <a:gd name="csX198" fmla="*/ 762370 w 1227504"/>
                  <a:gd name="csY198" fmla="*/ 474749 h 1164818"/>
                  <a:gd name="csX199" fmla="*/ 837293 w 1227504"/>
                  <a:gd name="csY199" fmla="*/ 565557 h 1164818"/>
                  <a:gd name="csX200" fmla="*/ 851999 w 1227504"/>
                  <a:gd name="csY200" fmla="*/ 558706 h 1164818"/>
                  <a:gd name="csX201" fmla="*/ 895591 w 1227504"/>
                  <a:gd name="csY201" fmla="*/ 396204 h 1164818"/>
                  <a:gd name="csX202" fmla="*/ 1131184 w 1227504"/>
                  <a:gd name="csY202" fmla="*/ 496436 h 1164818"/>
                  <a:gd name="csX203" fmla="*/ 987184 w 1227504"/>
                  <a:gd name="csY203" fmla="*/ 402793 h 1164818"/>
                  <a:gd name="csX204" fmla="*/ 921773 w 1227504"/>
                  <a:gd name="csY204" fmla="*/ 413571 h 1164818"/>
                  <a:gd name="csX205" fmla="*/ 882151 w 1227504"/>
                  <a:gd name="csY205" fmla="*/ 572146 h 1164818"/>
                  <a:gd name="csX206" fmla="*/ 900086 w 1227504"/>
                  <a:gd name="csY206" fmla="*/ 581746 h 1164818"/>
                  <a:gd name="csX207" fmla="*/ 1131140 w 1227504"/>
                  <a:gd name="csY207" fmla="*/ 496436 h 1164818"/>
                  <a:gd name="csX208" fmla="*/ 324260 w 1227504"/>
                  <a:gd name="csY208" fmla="*/ 474618 h 1164818"/>
                  <a:gd name="csX209" fmla="*/ 292013 w 1227504"/>
                  <a:gd name="csY209" fmla="*/ 442371 h 1164818"/>
                  <a:gd name="csX210" fmla="*/ 259766 w 1227504"/>
                  <a:gd name="csY210" fmla="*/ 474618 h 1164818"/>
                  <a:gd name="csX211" fmla="*/ 292013 w 1227504"/>
                  <a:gd name="csY211" fmla="*/ 506866 h 1164818"/>
                  <a:gd name="csX212" fmla="*/ 324260 w 1227504"/>
                  <a:gd name="csY212" fmla="*/ 474618 h 1164818"/>
                  <a:gd name="csX213" fmla="*/ 808319 w 1227504"/>
                  <a:gd name="csY213" fmla="*/ 588073 h 1164818"/>
                  <a:gd name="csX214" fmla="*/ 735664 w 1227504"/>
                  <a:gd name="csY214" fmla="*/ 492596 h 1164818"/>
                  <a:gd name="csX215" fmla="*/ 693948 w 1227504"/>
                  <a:gd name="csY215" fmla="*/ 499927 h 1164818"/>
                  <a:gd name="csX216" fmla="*/ 640668 w 1227504"/>
                  <a:gd name="csY216" fmla="*/ 478895 h 1164818"/>
                  <a:gd name="csX217" fmla="*/ 585511 w 1227504"/>
                  <a:gd name="csY217" fmla="*/ 516946 h 1164818"/>
                  <a:gd name="csX218" fmla="*/ 593017 w 1227504"/>
                  <a:gd name="csY218" fmla="*/ 549062 h 1164818"/>
                  <a:gd name="csX219" fmla="*/ 808319 w 1227504"/>
                  <a:gd name="csY219" fmla="*/ 588073 h 1164818"/>
                  <a:gd name="csX220" fmla="*/ 102588 w 1227504"/>
                  <a:gd name="csY220" fmla="*/ 522138 h 1164818"/>
                  <a:gd name="csX221" fmla="*/ 84522 w 1227504"/>
                  <a:gd name="csY221" fmla="*/ 504073 h 1164818"/>
                  <a:gd name="csX222" fmla="*/ 66457 w 1227504"/>
                  <a:gd name="csY222" fmla="*/ 522138 h 1164818"/>
                  <a:gd name="csX223" fmla="*/ 84522 w 1227504"/>
                  <a:gd name="csY223" fmla="*/ 540204 h 1164818"/>
                  <a:gd name="csX224" fmla="*/ 102588 w 1227504"/>
                  <a:gd name="csY224" fmla="*/ 522138 h 1164818"/>
                  <a:gd name="csX225" fmla="*/ 235897 w 1227504"/>
                  <a:gd name="csY225" fmla="*/ 505775 h 1164818"/>
                  <a:gd name="csX226" fmla="*/ 144959 w 1227504"/>
                  <a:gd name="csY226" fmla="*/ 524756 h 1164818"/>
                  <a:gd name="csX227" fmla="*/ 132129 w 1227504"/>
                  <a:gd name="csY227" fmla="*/ 537586 h 1164818"/>
                  <a:gd name="csX228" fmla="*/ 289002 w 1227504"/>
                  <a:gd name="csY228" fmla="*/ 662255 h 1164818"/>
                  <a:gd name="csX229" fmla="*/ 279577 w 1227504"/>
                  <a:gd name="csY229" fmla="*/ 542996 h 1164818"/>
                  <a:gd name="csX230" fmla="*/ 251868 w 1227504"/>
                  <a:gd name="csY230" fmla="*/ 527069 h 1164818"/>
                  <a:gd name="csX231" fmla="*/ 235897 w 1227504"/>
                  <a:gd name="csY231" fmla="*/ 505775 h 1164818"/>
                  <a:gd name="csX232" fmla="*/ 557279 w 1227504"/>
                  <a:gd name="csY232" fmla="*/ 550153 h 1164818"/>
                  <a:gd name="csX233" fmla="*/ 511984 w 1227504"/>
                  <a:gd name="csY233" fmla="*/ 504858 h 1164818"/>
                  <a:gd name="csX234" fmla="*/ 466689 w 1227504"/>
                  <a:gd name="csY234" fmla="*/ 550153 h 1164818"/>
                  <a:gd name="csX235" fmla="*/ 511984 w 1227504"/>
                  <a:gd name="csY235" fmla="*/ 595447 h 1164818"/>
                  <a:gd name="csX236" fmla="*/ 557279 w 1227504"/>
                  <a:gd name="csY236" fmla="*/ 550153 h 1164818"/>
                  <a:gd name="csX237" fmla="*/ 432435 w 1227504"/>
                  <a:gd name="csY237" fmla="*/ 540727 h 1164818"/>
                  <a:gd name="csX238" fmla="*/ 347868 w 1227504"/>
                  <a:gd name="csY238" fmla="*/ 511011 h 1164818"/>
                  <a:gd name="csX239" fmla="*/ 317453 w 1227504"/>
                  <a:gd name="csY239" fmla="*/ 535753 h 1164818"/>
                  <a:gd name="csX240" fmla="*/ 319504 w 1227504"/>
                  <a:gd name="csY240" fmla="*/ 638386 h 1164818"/>
                  <a:gd name="csX241" fmla="*/ 341279 w 1227504"/>
                  <a:gd name="csY241" fmla="*/ 660116 h 1164818"/>
                  <a:gd name="csX242" fmla="*/ 439722 w 1227504"/>
                  <a:gd name="csY242" fmla="*/ 583927 h 1164818"/>
                  <a:gd name="csX243" fmla="*/ 432391 w 1227504"/>
                  <a:gd name="csY243" fmla="*/ 540727 h 1164818"/>
                  <a:gd name="csX244" fmla="*/ 1144319 w 1227504"/>
                  <a:gd name="csY244" fmla="*/ 527069 h 1164818"/>
                  <a:gd name="csX245" fmla="*/ 921817 w 1227504"/>
                  <a:gd name="csY245" fmla="*/ 609891 h 1164818"/>
                  <a:gd name="csX246" fmla="*/ 1033264 w 1227504"/>
                  <a:gd name="csY246" fmla="*/ 627476 h 1164818"/>
                  <a:gd name="csX247" fmla="*/ 1068915 w 1227504"/>
                  <a:gd name="csY247" fmla="*/ 610895 h 1164818"/>
                  <a:gd name="csX248" fmla="*/ 1099679 w 1227504"/>
                  <a:gd name="csY248" fmla="*/ 604524 h 1164818"/>
                  <a:gd name="csX249" fmla="*/ 1144319 w 1227504"/>
                  <a:gd name="csY249" fmla="*/ 527026 h 1164818"/>
                  <a:gd name="csX250" fmla="*/ 634340 w 1227504"/>
                  <a:gd name="csY250" fmla="*/ 701222 h 1164818"/>
                  <a:gd name="csX251" fmla="*/ 700624 w 1227504"/>
                  <a:gd name="csY251" fmla="*/ 709382 h 1164818"/>
                  <a:gd name="csX252" fmla="*/ 803868 w 1227504"/>
                  <a:gd name="csY252" fmla="*/ 629571 h 1164818"/>
                  <a:gd name="csX253" fmla="*/ 791999 w 1227504"/>
                  <a:gd name="csY253" fmla="*/ 619709 h 1164818"/>
                  <a:gd name="csX254" fmla="*/ 604842 w 1227504"/>
                  <a:gd name="csY254" fmla="*/ 584233 h 1164818"/>
                  <a:gd name="csX255" fmla="*/ 570151 w 1227504"/>
                  <a:gd name="csY255" fmla="*/ 605833 h 1164818"/>
                  <a:gd name="csX256" fmla="*/ 634340 w 1227504"/>
                  <a:gd name="csY256" fmla="*/ 701222 h 1164818"/>
                  <a:gd name="csX257" fmla="*/ 873991 w 1227504"/>
                  <a:gd name="csY257" fmla="*/ 615913 h 1164818"/>
                  <a:gd name="csX258" fmla="*/ 853919 w 1227504"/>
                  <a:gd name="csY258" fmla="*/ 595840 h 1164818"/>
                  <a:gd name="csX259" fmla="*/ 833846 w 1227504"/>
                  <a:gd name="csY259" fmla="*/ 615913 h 1164818"/>
                  <a:gd name="csX260" fmla="*/ 853919 w 1227504"/>
                  <a:gd name="csY260" fmla="*/ 635986 h 1164818"/>
                  <a:gd name="csX261" fmla="*/ 873991 w 1227504"/>
                  <a:gd name="csY261" fmla="*/ 615913 h 1164818"/>
                  <a:gd name="csX262" fmla="*/ 358820 w 1227504"/>
                  <a:gd name="csY262" fmla="*/ 697164 h 1164818"/>
                  <a:gd name="csX263" fmla="*/ 593366 w 1227504"/>
                  <a:gd name="csY263" fmla="*/ 735520 h 1164818"/>
                  <a:gd name="csX264" fmla="*/ 606631 w 1227504"/>
                  <a:gd name="csY264" fmla="*/ 720422 h 1164818"/>
                  <a:gd name="csX265" fmla="*/ 542137 w 1227504"/>
                  <a:gd name="csY265" fmla="*/ 624902 h 1164818"/>
                  <a:gd name="csX266" fmla="*/ 461409 w 1227504"/>
                  <a:gd name="csY266" fmla="*/ 611287 h 1164818"/>
                  <a:gd name="csX267" fmla="*/ 361831 w 1227504"/>
                  <a:gd name="csY267" fmla="*/ 683898 h 1164818"/>
                  <a:gd name="csX268" fmla="*/ 358864 w 1227504"/>
                  <a:gd name="csY268" fmla="*/ 697164 h 1164818"/>
                  <a:gd name="csX269" fmla="*/ 904319 w 1227504"/>
                  <a:gd name="csY269" fmla="*/ 640524 h 1164818"/>
                  <a:gd name="csX270" fmla="*/ 1026631 w 1227504"/>
                  <a:gd name="csY270" fmla="*/ 760698 h 1164818"/>
                  <a:gd name="csX271" fmla="*/ 1061366 w 1227504"/>
                  <a:gd name="csY271" fmla="*/ 695200 h 1164818"/>
                  <a:gd name="csX272" fmla="*/ 1043780 w 1227504"/>
                  <a:gd name="csY272" fmla="*/ 664698 h 1164818"/>
                  <a:gd name="csX273" fmla="*/ 904362 w 1227504"/>
                  <a:gd name="csY273" fmla="*/ 640524 h 1164818"/>
                  <a:gd name="csX274" fmla="*/ 1099984 w 1227504"/>
                  <a:gd name="csY274" fmla="*/ 641091 h 1164818"/>
                  <a:gd name="csX275" fmla="*/ 1078820 w 1227504"/>
                  <a:gd name="csY275" fmla="*/ 640480 h 1164818"/>
                  <a:gd name="csX276" fmla="*/ 1085497 w 1227504"/>
                  <a:gd name="csY276" fmla="*/ 666618 h 1164818"/>
                  <a:gd name="csX277" fmla="*/ 1099984 w 1227504"/>
                  <a:gd name="csY277" fmla="*/ 641091 h 1164818"/>
                  <a:gd name="csX278" fmla="*/ 1000319 w 1227504"/>
                  <a:gd name="csY278" fmla="*/ 780073 h 1164818"/>
                  <a:gd name="csX279" fmla="*/ 879795 w 1227504"/>
                  <a:gd name="csY279" fmla="*/ 663346 h 1164818"/>
                  <a:gd name="csX280" fmla="*/ 817308 w 1227504"/>
                  <a:gd name="csY280" fmla="*/ 664480 h 1164818"/>
                  <a:gd name="csX281" fmla="*/ 729599 w 1227504"/>
                  <a:gd name="csY281" fmla="*/ 729804 h 1164818"/>
                  <a:gd name="csX282" fmla="*/ 732086 w 1227504"/>
                  <a:gd name="csY282" fmla="*/ 753804 h 1164818"/>
                  <a:gd name="csX283" fmla="*/ 1000319 w 1227504"/>
                  <a:gd name="csY283" fmla="*/ 780073 h 1164818"/>
                  <a:gd name="csX284" fmla="*/ 325569 w 1227504"/>
                  <a:gd name="csY284" fmla="*/ 704407 h 1164818"/>
                  <a:gd name="csX285" fmla="*/ 309424 w 1227504"/>
                  <a:gd name="csY285" fmla="*/ 688262 h 1164818"/>
                  <a:gd name="csX286" fmla="*/ 293279 w 1227504"/>
                  <a:gd name="csY286" fmla="*/ 704407 h 1164818"/>
                  <a:gd name="csX287" fmla="*/ 309424 w 1227504"/>
                  <a:gd name="csY287" fmla="*/ 720553 h 1164818"/>
                  <a:gd name="csX288" fmla="*/ 325569 w 1227504"/>
                  <a:gd name="csY288" fmla="*/ 704407 h 1164818"/>
                  <a:gd name="csX289" fmla="*/ 691330 w 1227504"/>
                  <a:gd name="csY289" fmla="*/ 762444 h 1164818"/>
                  <a:gd name="csX290" fmla="*/ 659082 w 1227504"/>
                  <a:gd name="csY290" fmla="*/ 730196 h 1164818"/>
                  <a:gd name="csX291" fmla="*/ 626835 w 1227504"/>
                  <a:gd name="csY291" fmla="*/ 762444 h 1164818"/>
                  <a:gd name="csX292" fmla="*/ 659082 w 1227504"/>
                  <a:gd name="csY292" fmla="*/ 794691 h 1164818"/>
                  <a:gd name="csX293" fmla="*/ 691330 w 1227504"/>
                  <a:gd name="csY293" fmla="*/ 762444 h 1164818"/>
                  <a:gd name="csX294" fmla="*/ 563911 w 1227504"/>
                  <a:gd name="csY294" fmla="*/ 762706 h 1164818"/>
                  <a:gd name="csX295" fmla="*/ 376319 w 1227504"/>
                  <a:gd name="csY295" fmla="*/ 732160 h 1164818"/>
                  <a:gd name="csX296" fmla="*/ 419649 w 1227504"/>
                  <a:gd name="csY296" fmla="*/ 769513 h 1164818"/>
                  <a:gd name="csX297" fmla="*/ 472013 w 1227504"/>
                  <a:gd name="csY297" fmla="*/ 765193 h 1164818"/>
                  <a:gd name="csX298" fmla="*/ 500420 w 1227504"/>
                  <a:gd name="csY298" fmla="*/ 780378 h 1164818"/>
                  <a:gd name="csX299" fmla="*/ 563911 w 1227504"/>
                  <a:gd name="csY299" fmla="*/ 762749 h 1164818"/>
                  <a:gd name="csX300" fmla="*/ 965366 w 1227504"/>
                  <a:gd name="csY300" fmla="*/ 810706 h 1164818"/>
                  <a:gd name="csX301" fmla="*/ 738500 w 1227504"/>
                  <a:gd name="csY301" fmla="*/ 788887 h 1164818"/>
                  <a:gd name="csX302" fmla="*/ 799504 w 1227504"/>
                  <a:gd name="csY302" fmla="*/ 830691 h 1164818"/>
                  <a:gd name="csX303" fmla="*/ 876129 w 1227504"/>
                  <a:gd name="csY303" fmla="*/ 841207 h 1164818"/>
                  <a:gd name="csX304" fmla="*/ 965366 w 1227504"/>
                  <a:gd name="csY304" fmla="*/ 810706 h 1164818"/>
                  <a:gd name="csX305" fmla="*/ 1063897 w 1227504"/>
                  <a:gd name="csY305" fmla="*/ 804073 h 1164818"/>
                  <a:gd name="csX306" fmla="*/ 1049977 w 1227504"/>
                  <a:gd name="csY306" fmla="*/ 790153 h 1164818"/>
                  <a:gd name="csX307" fmla="*/ 1036057 w 1227504"/>
                  <a:gd name="csY307" fmla="*/ 804073 h 1164818"/>
                  <a:gd name="csX308" fmla="*/ 1049977 w 1227504"/>
                  <a:gd name="csY308" fmla="*/ 817993 h 1164818"/>
                  <a:gd name="csX309" fmla="*/ 1063897 w 1227504"/>
                  <a:gd name="csY309" fmla="*/ 804073 h 1164818"/>
                  <a:gd name="csX310" fmla="*/ 464464 w 1227504"/>
                  <a:gd name="csY310" fmla="*/ 806298 h 1164818"/>
                  <a:gd name="csX311" fmla="*/ 450500 w 1227504"/>
                  <a:gd name="csY311" fmla="*/ 792335 h 1164818"/>
                  <a:gd name="csX312" fmla="*/ 436537 w 1227504"/>
                  <a:gd name="csY312" fmla="*/ 806298 h 1164818"/>
                  <a:gd name="csX313" fmla="*/ 450500 w 1227504"/>
                  <a:gd name="csY313" fmla="*/ 820262 h 1164818"/>
                  <a:gd name="csX314" fmla="*/ 464464 w 1227504"/>
                  <a:gd name="csY314" fmla="*/ 806298 h 1164818"/>
                  <a:gd name="csX315" fmla="*/ 824551 w 1227504"/>
                  <a:gd name="csY315" fmla="*/ 916524 h 1164818"/>
                  <a:gd name="csX316" fmla="*/ 795751 w 1227504"/>
                  <a:gd name="csY316" fmla="*/ 895186 h 1164818"/>
                  <a:gd name="csX317" fmla="*/ 786457 w 1227504"/>
                  <a:gd name="csY317" fmla="*/ 860844 h 1164818"/>
                  <a:gd name="csX318" fmla="*/ 701977 w 1227504"/>
                  <a:gd name="csY318" fmla="*/ 811360 h 1164818"/>
                  <a:gd name="csX319" fmla="*/ 692682 w 1227504"/>
                  <a:gd name="csY319" fmla="*/ 819215 h 1164818"/>
                  <a:gd name="csX320" fmla="*/ 756828 w 1227504"/>
                  <a:gd name="csY320" fmla="*/ 1064975 h 1164818"/>
                  <a:gd name="csX321" fmla="*/ 815955 w 1227504"/>
                  <a:gd name="csY321" fmla="*/ 1034909 h 1164818"/>
                  <a:gd name="csX322" fmla="*/ 814428 w 1227504"/>
                  <a:gd name="csY322" fmla="*/ 1002400 h 1164818"/>
                  <a:gd name="csX323" fmla="*/ 834806 w 1227504"/>
                  <a:gd name="csY323" fmla="*/ 965658 h 1164818"/>
                  <a:gd name="csX324" fmla="*/ 824464 w 1227504"/>
                  <a:gd name="csY324" fmla="*/ 916567 h 1164818"/>
                  <a:gd name="csX325" fmla="*/ 836726 w 1227504"/>
                  <a:gd name="csY325" fmla="*/ 853775 h 1164818"/>
                  <a:gd name="csX326" fmla="*/ 818704 w 1227504"/>
                  <a:gd name="csY326" fmla="*/ 871709 h 1164818"/>
                  <a:gd name="csX327" fmla="*/ 836639 w 1227504"/>
                  <a:gd name="csY327" fmla="*/ 889731 h 1164818"/>
                  <a:gd name="csX328" fmla="*/ 854660 w 1227504"/>
                  <a:gd name="csY328" fmla="*/ 871796 h 1164818"/>
                  <a:gd name="csX329" fmla="*/ 836726 w 1227504"/>
                  <a:gd name="csY329" fmla="*/ 853775 h 1164818"/>
                  <a:gd name="csX330" fmla="*/ 873511 w 1227504"/>
                  <a:gd name="csY330" fmla="*/ 1015142 h 1164818"/>
                  <a:gd name="csX331" fmla="*/ 860028 w 1227504"/>
                  <a:gd name="csY331" fmla="*/ 1001658 h 1164818"/>
                  <a:gd name="csX332" fmla="*/ 846544 w 1227504"/>
                  <a:gd name="csY332" fmla="*/ 1015142 h 1164818"/>
                  <a:gd name="csX333" fmla="*/ 860028 w 1227504"/>
                  <a:gd name="csY333" fmla="*/ 1028626 h 1164818"/>
                  <a:gd name="csX334" fmla="*/ 873511 w 1227504"/>
                  <a:gd name="csY334" fmla="*/ 1015142 h 1164818"/>
                  <a:gd name="csX335" fmla="*/ 768609 w 1227504"/>
                  <a:gd name="csY335" fmla="*/ 1119607 h 1164818"/>
                  <a:gd name="csX336" fmla="*/ 755169 w 1227504"/>
                  <a:gd name="csY336" fmla="*/ 1106167 h 1164818"/>
                  <a:gd name="csX337" fmla="*/ 741729 w 1227504"/>
                  <a:gd name="csY337" fmla="*/ 1119607 h 1164818"/>
                  <a:gd name="csX338" fmla="*/ 755169 w 1227504"/>
                  <a:gd name="csY338" fmla="*/ 1133047 h 1164818"/>
                  <a:gd name="csX339" fmla="*/ 768609 w 1227504"/>
                  <a:gd name="csY339" fmla="*/ 1119607 h 11648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</a:cxnLst>
                <a:rect l="l" t="t" r="r" b="b"/>
                <a:pathLst>
                  <a:path w="1227504" h="1164818">
                    <a:moveTo>
                      <a:pt x="568973" y="33236"/>
                    </a:moveTo>
                    <a:cubicBezTo>
                      <a:pt x="598166" y="26255"/>
                      <a:pt x="664319" y="44669"/>
                      <a:pt x="687402" y="38342"/>
                    </a:cubicBezTo>
                    <a:cubicBezTo>
                      <a:pt x="689802" y="37687"/>
                      <a:pt x="702893" y="15738"/>
                      <a:pt x="712668" y="10284"/>
                    </a:cubicBezTo>
                    <a:cubicBezTo>
                      <a:pt x="734486" y="-1934"/>
                      <a:pt x="762457" y="2996"/>
                      <a:pt x="777860" y="22938"/>
                    </a:cubicBezTo>
                    <a:cubicBezTo>
                      <a:pt x="788115" y="36247"/>
                      <a:pt x="783489" y="52480"/>
                      <a:pt x="793395" y="59767"/>
                    </a:cubicBezTo>
                    <a:cubicBezTo>
                      <a:pt x="799504" y="64262"/>
                      <a:pt x="912260" y="108160"/>
                      <a:pt x="918893" y="107026"/>
                    </a:cubicBezTo>
                    <a:cubicBezTo>
                      <a:pt x="927533" y="105586"/>
                      <a:pt x="940057" y="91447"/>
                      <a:pt x="959039" y="90444"/>
                    </a:cubicBezTo>
                    <a:cubicBezTo>
                      <a:pt x="985962" y="89047"/>
                      <a:pt x="1017424" y="107287"/>
                      <a:pt x="1024449" y="134124"/>
                    </a:cubicBezTo>
                    <a:cubicBezTo>
                      <a:pt x="1029206" y="152189"/>
                      <a:pt x="1022399" y="165106"/>
                      <a:pt x="1023926" y="175927"/>
                    </a:cubicBezTo>
                    <a:cubicBezTo>
                      <a:pt x="1024449" y="179680"/>
                      <a:pt x="1075548" y="226720"/>
                      <a:pt x="1079039" y="228247"/>
                    </a:cubicBezTo>
                    <a:cubicBezTo>
                      <a:pt x="1087679" y="232087"/>
                      <a:pt x="1107620" y="223186"/>
                      <a:pt x="1123766" y="226807"/>
                    </a:cubicBezTo>
                    <a:cubicBezTo>
                      <a:pt x="1143970" y="231302"/>
                      <a:pt x="1161817" y="255520"/>
                      <a:pt x="1161860" y="276073"/>
                    </a:cubicBezTo>
                    <a:cubicBezTo>
                      <a:pt x="1161904" y="298066"/>
                      <a:pt x="1141177" y="310895"/>
                      <a:pt x="1145148" y="331666"/>
                    </a:cubicBezTo>
                    <a:cubicBezTo>
                      <a:pt x="1147111" y="341876"/>
                      <a:pt x="1180100" y="438531"/>
                      <a:pt x="1184289" y="445513"/>
                    </a:cubicBezTo>
                    <a:cubicBezTo>
                      <a:pt x="1193409" y="460786"/>
                      <a:pt x="1235170" y="456596"/>
                      <a:pt x="1226268" y="501891"/>
                    </a:cubicBezTo>
                    <a:cubicBezTo>
                      <a:pt x="1218850" y="539680"/>
                      <a:pt x="1189570" y="527593"/>
                      <a:pt x="1174559" y="541949"/>
                    </a:cubicBezTo>
                    <a:cubicBezTo>
                      <a:pt x="1171329" y="545047"/>
                      <a:pt x="1129744" y="614167"/>
                      <a:pt x="1128522" y="618487"/>
                    </a:cubicBezTo>
                    <a:cubicBezTo>
                      <a:pt x="1125206" y="630269"/>
                      <a:pt x="1145148" y="648684"/>
                      <a:pt x="1130617" y="676916"/>
                    </a:cubicBezTo>
                    <a:cubicBezTo>
                      <a:pt x="1121104" y="695375"/>
                      <a:pt x="1098020" y="694066"/>
                      <a:pt x="1092740" y="704451"/>
                    </a:cubicBezTo>
                    <a:cubicBezTo>
                      <a:pt x="1090471" y="708946"/>
                      <a:pt x="1078166" y="759520"/>
                      <a:pt x="1078384" y="764844"/>
                    </a:cubicBezTo>
                    <a:cubicBezTo>
                      <a:pt x="1078559" y="769513"/>
                      <a:pt x="1093962" y="779418"/>
                      <a:pt x="1096100" y="795651"/>
                    </a:cubicBezTo>
                    <a:cubicBezTo>
                      <a:pt x="1100639" y="829862"/>
                      <a:pt x="1071708" y="855869"/>
                      <a:pt x="1038413" y="848844"/>
                    </a:cubicBezTo>
                    <a:cubicBezTo>
                      <a:pt x="1027504" y="846531"/>
                      <a:pt x="1017162" y="834269"/>
                      <a:pt x="1008697" y="834400"/>
                    </a:cubicBezTo>
                    <a:cubicBezTo>
                      <a:pt x="999446" y="834531"/>
                      <a:pt x="888959" y="871098"/>
                      <a:pt x="884769" y="876116"/>
                    </a:cubicBezTo>
                    <a:cubicBezTo>
                      <a:pt x="881235" y="880349"/>
                      <a:pt x="881191" y="889600"/>
                      <a:pt x="877526" y="895055"/>
                    </a:cubicBezTo>
                    <a:cubicBezTo>
                      <a:pt x="870762" y="905222"/>
                      <a:pt x="860813" y="907447"/>
                      <a:pt x="860420" y="921586"/>
                    </a:cubicBezTo>
                    <a:cubicBezTo>
                      <a:pt x="860289" y="927040"/>
                      <a:pt x="865962" y="957411"/>
                      <a:pt x="868188" y="962255"/>
                    </a:cubicBezTo>
                    <a:cubicBezTo>
                      <a:pt x="875126" y="977135"/>
                      <a:pt x="896464" y="974429"/>
                      <a:pt x="902093" y="998036"/>
                    </a:cubicBezTo>
                    <a:cubicBezTo>
                      <a:pt x="906544" y="1016800"/>
                      <a:pt x="906806" y="1031811"/>
                      <a:pt x="893540" y="1046386"/>
                    </a:cubicBezTo>
                    <a:cubicBezTo>
                      <a:pt x="873075" y="1068902"/>
                      <a:pt x="851562" y="1052233"/>
                      <a:pt x="832013" y="1063404"/>
                    </a:cubicBezTo>
                    <a:cubicBezTo>
                      <a:pt x="828566" y="1065367"/>
                      <a:pt x="801162" y="1094167"/>
                      <a:pt x="800202" y="1097397"/>
                    </a:cubicBezTo>
                    <a:cubicBezTo>
                      <a:pt x="797759" y="1105862"/>
                      <a:pt x="802471" y="1113760"/>
                      <a:pt x="801468" y="1121047"/>
                    </a:cubicBezTo>
                    <a:cubicBezTo>
                      <a:pt x="791431" y="1192916"/>
                      <a:pt x="695911" y="1167738"/>
                      <a:pt x="709657" y="1107040"/>
                    </a:cubicBezTo>
                    <a:cubicBezTo>
                      <a:pt x="712842" y="1092902"/>
                      <a:pt x="728508" y="1083651"/>
                      <a:pt x="727853" y="1076495"/>
                    </a:cubicBezTo>
                    <a:lnTo>
                      <a:pt x="658995" y="828858"/>
                    </a:lnTo>
                    <a:cubicBezTo>
                      <a:pt x="629584" y="828422"/>
                      <a:pt x="616319" y="810313"/>
                      <a:pt x="596639" y="792989"/>
                    </a:cubicBezTo>
                    <a:cubicBezTo>
                      <a:pt x="591446" y="792553"/>
                      <a:pt x="501511" y="812276"/>
                      <a:pt x="497104" y="814851"/>
                    </a:cubicBezTo>
                    <a:cubicBezTo>
                      <a:pt x="487679" y="820349"/>
                      <a:pt x="487766" y="858182"/>
                      <a:pt x="445002" y="853426"/>
                    </a:cubicBezTo>
                    <a:cubicBezTo>
                      <a:pt x="399839" y="848364"/>
                      <a:pt x="412580" y="810662"/>
                      <a:pt x="393904" y="790720"/>
                    </a:cubicBezTo>
                    <a:cubicBezTo>
                      <a:pt x="389497" y="786007"/>
                      <a:pt x="340493" y="748611"/>
                      <a:pt x="337002" y="747564"/>
                    </a:cubicBezTo>
                    <a:cubicBezTo>
                      <a:pt x="330020" y="745469"/>
                      <a:pt x="318762" y="753891"/>
                      <a:pt x="308551" y="753978"/>
                    </a:cubicBezTo>
                    <a:cubicBezTo>
                      <a:pt x="273119" y="754284"/>
                      <a:pt x="255271" y="715840"/>
                      <a:pt x="261991" y="684902"/>
                    </a:cubicBezTo>
                    <a:lnTo>
                      <a:pt x="114151" y="568436"/>
                    </a:lnTo>
                    <a:cubicBezTo>
                      <a:pt x="79286" y="578778"/>
                      <a:pt x="37002" y="570313"/>
                      <a:pt x="32246" y="527986"/>
                    </a:cubicBezTo>
                    <a:cubicBezTo>
                      <a:pt x="28624" y="495956"/>
                      <a:pt x="58777" y="481949"/>
                      <a:pt x="60173" y="472655"/>
                    </a:cubicBezTo>
                    <a:cubicBezTo>
                      <a:pt x="60871" y="468204"/>
                      <a:pt x="50486" y="387520"/>
                      <a:pt x="48173" y="383680"/>
                    </a:cubicBezTo>
                    <a:cubicBezTo>
                      <a:pt x="47300" y="382240"/>
                      <a:pt x="25700" y="374996"/>
                      <a:pt x="18151" y="367927"/>
                    </a:cubicBezTo>
                    <a:cubicBezTo>
                      <a:pt x="-31289" y="321716"/>
                      <a:pt x="29715" y="247666"/>
                      <a:pt x="88231" y="280611"/>
                    </a:cubicBezTo>
                    <a:lnTo>
                      <a:pt x="244231" y="144640"/>
                    </a:lnTo>
                    <a:cubicBezTo>
                      <a:pt x="221846" y="88393"/>
                      <a:pt x="280275" y="30269"/>
                      <a:pt x="334166" y="60640"/>
                    </a:cubicBezTo>
                    <a:cubicBezTo>
                      <a:pt x="347999" y="68451"/>
                      <a:pt x="348260" y="83680"/>
                      <a:pt x="368464" y="81149"/>
                    </a:cubicBezTo>
                    <a:cubicBezTo>
                      <a:pt x="376711" y="80102"/>
                      <a:pt x="469308" y="50691"/>
                      <a:pt x="473715" y="47375"/>
                    </a:cubicBezTo>
                    <a:cubicBezTo>
                      <a:pt x="479169" y="43229"/>
                      <a:pt x="478122" y="25033"/>
                      <a:pt x="489380" y="13993"/>
                    </a:cubicBezTo>
                    <a:cubicBezTo>
                      <a:pt x="514166" y="-10356"/>
                      <a:pt x="560551" y="-2284"/>
                      <a:pt x="568886" y="33193"/>
                    </a:cubicBezTo>
                    <a:close/>
                    <a:moveTo>
                      <a:pt x="540479" y="49338"/>
                    </a:moveTo>
                    <a:cubicBezTo>
                      <a:pt x="540479" y="40436"/>
                      <a:pt x="533279" y="33236"/>
                      <a:pt x="524377" y="33236"/>
                    </a:cubicBezTo>
                    <a:cubicBezTo>
                      <a:pt x="515475" y="33236"/>
                      <a:pt x="508275" y="40436"/>
                      <a:pt x="508275" y="49338"/>
                    </a:cubicBezTo>
                    <a:cubicBezTo>
                      <a:pt x="508275" y="58240"/>
                      <a:pt x="515475" y="65440"/>
                      <a:pt x="524377" y="65440"/>
                    </a:cubicBezTo>
                    <a:cubicBezTo>
                      <a:pt x="533279" y="65440"/>
                      <a:pt x="540479" y="58240"/>
                      <a:pt x="540479" y="49338"/>
                    </a:cubicBezTo>
                    <a:close/>
                    <a:moveTo>
                      <a:pt x="755999" y="55142"/>
                    </a:moveTo>
                    <a:cubicBezTo>
                      <a:pt x="755999" y="45149"/>
                      <a:pt x="747882" y="37033"/>
                      <a:pt x="737890" y="37033"/>
                    </a:cubicBezTo>
                    <a:cubicBezTo>
                      <a:pt x="727897" y="37033"/>
                      <a:pt x="719780" y="45149"/>
                      <a:pt x="719780" y="55142"/>
                    </a:cubicBezTo>
                    <a:cubicBezTo>
                      <a:pt x="719780" y="65135"/>
                      <a:pt x="727897" y="73251"/>
                      <a:pt x="737890" y="73251"/>
                    </a:cubicBezTo>
                    <a:cubicBezTo>
                      <a:pt x="747882" y="73251"/>
                      <a:pt x="755999" y="65135"/>
                      <a:pt x="755999" y="55142"/>
                    </a:cubicBezTo>
                    <a:close/>
                    <a:moveTo>
                      <a:pt x="690500" y="68844"/>
                    </a:moveTo>
                    <a:lnTo>
                      <a:pt x="581410" y="68844"/>
                    </a:lnTo>
                    <a:cubicBezTo>
                      <a:pt x="597162" y="80626"/>
                      <a:pt x="686573" y="155680"/>
                      <a:pt x="696915" y="155986"/>
                    </a:cubicBezTo>
                    <a:cubicBezTo>
                      <a:pt x="721133" y="156815"/>
                      <a:pt x="719039" y="122647"/>
                      <a:pt x="717031" y="105760"/>
                    </a:cubicBezTo>
                    <a:cubicBezTo>
                      <a:pt x="716115" y="98036"/>
                      <a:pt x="703722" y="94066"/>
                      <a:pt x="697177" y="86080"/>
                    </a:cubicBezTo>
                    <a:cubicBezTo>
                      <a:pt x="692551" y="80451"/>
                      <a:pt x="691286" y="69367"/>
                      <a:pt x="690500" y="68844"/>
                    </a:cubicBezTo>
                    <a:close/>
                    <a:moveTo>
                      <a:pt x="401802" y="233920"/>
                    </a:moveTo>
                    <a:lnTo>
                      <a:pt x="485366" y="77571"/>
                    </a:lnTo>
                    <a:lnTo>
                      <a:pt x="368115" y="113047"/>
                    </a:lnTo>
                    <a:cubicBezTo>
                      <a:pt x="375620" y="131200"/>
                      <a:pt x="346908" y="161047"/>
                      <a:pt x="347693" y="169556"/>
                    </a:cubicBezTo>
                    <a:cubicBezTo>
                      <a:pt x="349308" y="187360"/>
                      <a:pt x="372784" y="214764"/>
                      <a:pt x="376973" y="233920"/>
                    </a:cubicBezTo>
                    <a:cubicBezTo>
                      <a:pt x="380159" y="235840"/>
                      <a:pt x="398617" y="235840"/>
                      <a:pt x="401802" y="233920"/>
                    </a:cubicBezTo>
                    <a:close/>
                    <a:moveTo>
                      <a:pt x="335039" y="117324"/>
                    </a:moveTo>
                    <a:cubicBezTo>
                      <a:pt x="335039" y="100044"/>
                      <a:pt x="321031" y="86080"/>
                      <a:pt x="303795" y="86080"/>
                    </a:cubicBezTo>
                    <a:cubicBezTo>
                      <a:pt x="286559" y="86080"/>
                      <a:pt x="272551" y="100087"/>
                      <a:pt x="272551" y="117324"/>
                    </a:cubicBezTo>
                    <a:cubicBezTo>
                      <a:pt x="272551" y="134560"/>
                      <a:pt x="286559" y="148567"/>
                      <a:pt x="303795" y="148567"/>
                    </a:cubicBezTo>
                    <a:cubicBezTo>
                      <a:pt x="321031" y="148567"/>
                      <a:pt x="335039" y="134560"/>
                      <a:pt x="335039" y="117324"/>
                    </a:cubicBezTo>
                    <a:close/>
                    <a:moveTo>
                      <a:pt x="672042" y="203200"/>
                    </a:moveTo>
                    <a:lnTo>
                      <a:pt x="675402" y="182386"/>
                    </a:lnTo>
                    <a:lnTo>
                      <a:pt x="549424" y="91622"/>
                    </a:lnTo>
                    <a:lnTo>
                      <a:pt x="512377" y="100218"/>
                    </a:lnTo>
                    <a:lnTo>
                      <a:pt x="429337" y="253687"/>
                    </a:lnTo>
                    <a:lnTo>
                      <a:pt x="442995" y="264247"/>
                    </a:lnTo>
                    <a:lnTo>
                      <a:pt x="671999" y="203200"/>
                    </a:lnTo>
                    <a:close/>
                    <a:moveTo>
                      <a:pt x="899911" y="134342"/>
                    </a:moveTo>
                    <a:cubicBezTo>
                      <a:pt x="867882" y="132378"/>
                      <a:pt x="810719" y="92233"/>
                      <a:pt x="783970" y="90706"/>
                    </a:cubicBezTo>
                    <a:cubicBezTo>
                      <a:pt x="751548" y="88829"/>
                      <a:pt x="744566" y="123476"/>
                      <a:pt x="752377" y="148786"/>
                    </a:cubicBezTo>
                    <a:cubicBezTo>
                      <a:pt x="752900" y="150444"/>
                      <a:pt x="774588" y="173615"/>
                      <a:pt x="776289" y="173920"/>
                    </a:cubicBezTo>
                    <a:cubicBezTo>
                      <a:pt x="782268" y="174880"/>
                      <a:pt x="878573" y="147607"/>
                      <a:pt x="893584" y="143156"/>
                    </a:cubicBezTo>
                    <a:cubicBezTo>
                      <a:pt x="899911" y="141280"/>
                      <a:pt x="901220" y="145687"/>
                      <a:pt x="899955" y="134386"/>
                    </a:cubicBezTo>
                    <a:close/>
                    <a:moveTo>
                      <a:pt x="994602" y="155156"/>
                    </a:moveTo>
                    <a:cubicBezTo>
                      <a:pt x="994602" y="138095"/>
                      <a:pt x="980769" y="124306"/>
                      <a:pt x="963751" y="124306"/>
                    </a:cubicBezTo>
                    <a:cubicBezTo>
                      <a:pt x="946733" y="124306"/>
                      <a:pt x="932900" y="138138"/>
                      <a:pt x="932900" y="155156"/>
                    </a:cubicBezTo>
                    <a:cubicBezTo>
                      <a:pt x="932900" y="172175"/>
                      <a:pt x="946733" y="186007"/>
                      <a:pt x="963751" y="186007"/>
                    </a:cubicBezTo>
                    <a:cubicBezTo>
                      <a:pt x="980769" y="186007"/>
                      <a:pt x="994602" y="172175"/>
                      <a:pt x="994602" y="155156"/>
                    </a:cubicBezTo>
                    <a:close/>
                    <a:moveTo>
                      <a:pt x="110180" y="308844"/>
                    </a:moveTo>
                    <a:lnTo>
                      <a:pt x="319766" y="289382"/>
                    </a:lnTo>
                    <a:cubicBezTo>
                      <a:pt x="322122" y="276160"/>
                      <a:pt x="340799" y="256436"/>
                      <a:pt x="340973" y="245658"/>
                    </a:cubicBezTo>
                    <a:cubicBezTo>
                      <a:pt x="341279" y="228815"/>
                      <a:pt x="320289" y="204422"/>
                      <a:pt x="317453" y="186575"/>
                    </a:cubicBezTo>
                    <a:lnTo>
                      <a:pt x="264260" y="172306"/>
                    </a:lnTo>
                    <a:lnTo>
                      <a:pt x="136231" y="280393"/>
                    </a:lnTo>
                    <a:lnTo>
                      <a:pt x="110180" y="308844"/>
                    </a:lnTo>
                    <a:close/>
                    <a:moveTo>
                      <a:pt x="904057" y="173658"/>
                    </a:moveTo>
                    <a:cubicBezTo>
                      <a:pt x="874297" y="186095"/>
                      <a:pt x="815649" y="189891"/>
                      <a:pt x="789773" y="204116"/>
                    </a:cubicBezTo>
                    <a:cubicBezTo>
                      <a:pt x="785584" y="206429"/>
                      <a:pt x="781613" y="214895"/>
                      <a:pt x="782617" y="218866"/>
                    </a:cubicBezTo>
                    <a:cubicBezTo>
                      <a:pt x="784450" y="225978"/>
                      <a:pt x="894719" y="304175"/>
                      <a:pt x="902049" y="304306"/>
                    </a:cubicBezTo>
                    <a:cubicBezTo>
                      <a:pt x="909380" y="304436"/>
                      <a:pt x="920464" y="294575"/>
                      <a:pt x="929977" y="295273"/>
                    </a:cubicBezTo>
                    <a:cubicBezTo>
                      <a:pt x="928013" y="278080"/>
                      <a:pt x="934209" y="261891"/>
                      <a:pt x="934995" y="245746"/>
                    </a:cubicBezTo>
                    <a:cubicBezTo>
                      <a:pt x="935431" y="237455"/>
                      <a:pt x="936609" y="217862"/>
                      <a:pt x="934908" y="211535"/>
                    </a:cubicBezTo>
                    <a:cubicBezTo>
                      <a:pt x="933948" y="207913"/>
                      <a:pt x="900348" y="189978"/>
                      <a:pt x="904057" y="173615"/>
                    </a:cubicBezTo>
                    <a:close/>
                    <a:moveTo>
                      <a:pt x="752639" y="203287"/>
                    </a:moveTo>
                    <a:cubicBezTo>
                      <a:pt x="752639" y="190851"/>
                      <a:pt x="742559" y="180771"/>
                      <a:pt x="730122" y="180771"/>
                    </a:cubicBezTo>
                    <a:cubicBezTo>
                      <a:pt x="717686" y="180771"/>
                      <a:pt x="707606" y="190851"/>
                      <a:pt x="707606" y="203287"/>
                    </a:cubicBezTo>
                    <a:cubicBezTo>
                      <a:pt x="707606" y="215724"/>
                      <a:pt x="717686" y="225804"/>
                      <a:pt x="730122" y="225804"/>
                    </a:cubicBezTo>
                    <a:cubicBezTo>
                      <a:pt x="742559" y="225804"/>
                      <a:pt x="752639" y="215724"/>
                      <a:pt x="752639" y="203287"/>
                    </a:cubicBezTo>
                    <a:close/>
                    <a:moveTo>
                      <a:pt x="970340" y="217775"/>
                    </a:moveTo>
                    <a:lnTo>
                      <a:pt x="962486" y="293876"/>
                    </a:lnTo>
                    <a:cubicBezTo>
                      <a:pt x="970209" y="300422"/>
                      <a:pt x="982384" y="314036"/>
                      <a:pt x="992682" y="312596"/>
                    </a:cubicBezTo>
                    <a:cubicBezTo>
                      <a:pt x="1012449" y="309847"/>
                      <a:pt x="1076551" y="279607"/>
                      <a:pt x="1059359" y="252160"/>
                    </a:cubicBezTo>
                    <a:cubicBezTo>
                      <a:pt x="1057700" y="249542"/>
                      <a:pt x="1016682" y="213193"/>
                      <a:pt x="1013060" y="210836"/>
                    </a:cubicBezTo>
                    <a:cubicBezTo>
                      <a:pt x="1009919" y="208829"/>
                      <a:pt x="1006340" y="205469"/>
                      <a:pt x="1002588" y="205687"/>
                    </a:cubicBezTo>
                    <a:lnTo>
                      <a:pt x="970340" y="217775"/>
                    </a:lnTo>
                    <a:close/>
                    <a:moveTo>
                      <a:pt x="707475" y="252596"/>
                    </a:moveTo>
                    <a:lnTo>
                      <a:pt x="682995" y="235273"/>
                    </a:lnTo>
                    <a:cubicBezTo>
                      <a:pt x="609817" y="255651"/>
                      <a:pt x="523373" y="269440"/>
                      <a:pt x="452202" y="295316"/>
                    </a:cubicBezTo>
                    <a:cubicBezTo>
                      <a:pt x="446137" y="297498"/>
                      <a:pt x="444784" y="293833"/>
                      <a:pt x="446137" y="304436"/>
                    </a:cubicBezTo>
                    <a:lnTo>
                      <a:pt x="630980" y="373426"/>
                    </a:lnTo>
                    <a:cubicBezTo>
                      <a:pt x="649264" y="355011"/>
                      <a:pt x="667679" y="342618"/>
                      <a:pt x="694035" y="338604"/>
                    </a:cubicBezTo>
                    <a:lnTo>
                      <a:pt x="707431" y="252640"/>
                    </a:lnTo>
                    <a:close/>
                    <a:moveTo>
                      <a:pt x="739155" y="257135"/>
                    </a:moveTo>
                    <a:lnTo>
                      <a:pt x="726850" y="341876"/>
                    </a:lnTo>
                    <a:cubicBezTo>
                      <a:pt x="727679" y="346938"/>
                      <a:pt x="745482" y="353178"/>
                      <a:pt x="751766" y="358895"/>
                    </a:cubicBezTo>
                    <a:cubicBezTo>
                      <a:pt x="758704" y="365266"/>
                      <a:pt x="769133" y="383331"/>
                      <a:pt x="773191" y="385251"/>
                    </a:cubicBezTo>
                    <a:cubicBezTo>
                      <a:pt x="777948" y="387520"/>
                      <a:pt x="872857" y="365484"/>
                      <a:pt x="875999" y="361295"/>
                    </a:cubicBezTo>
                    <a:cubicBezTo>
                      <a:pt x="879620" y="356495"/>
                      <a:pt x="879751" y="343404"/>
                      <a:pt x="882326" y="336858"/>
                    </a:cubicBezTo>
                    <a:lnTo>
                      <a:pt x="768871" y="249804"/>
                    </a:lnTo>
                    <a:lnTo>
                      <a:pt x="739199" y="257178"/>
                    </a:lnTo>
                    <a:close/>
                    <a:moveTo>
                      <a:pt x="1127911" y="276815"/>
                    </a:moveTo>
                    <a:cubicBezTo>
                      <a:pt x="1127911" y="266691"/>
                      <a:pt x="1119708" y="258531"/>
                      <a:pt x="1109628" y="258531"/>
                    </a:cubicBezTo>
                    <a:cubicBezTo>
                      <a:pt x="1099548" y="258531"/>
                      <a:pt x="1091344" y="266735"/>
                      <a:pt x="1091344" y="276815"/>
                    </a:cubicBezTo>
                    <a:cubicBezTo>
                      <a:pt x="1091344" y="286895"/>
                      <a:pt x="1099548" y="295098"/>
                      <a:pt x="1109628" y="295098"/>
                    </a:cubicBezTo>
                    <a:cubicBezTo>
                      <a:pt x="1119708" y="295098"/>
                      <a:pt x="1127911" y="286895"/>
                      <a:pt x="1127911" y="276815"/>
                    </a:cubicBezTo>
                    <a:close/>
                    <a:moveTo>
                      <a:pt x="412624" y="297193"/>
                    </a:moveTo>
                    <a:cubicBezTo>
                      <a:pt x="412624" y="281135"/>
                      <a:pt x="399620" y="268131"/>
                      <a:pt x="383562" y="268131"/>
                    </a:cubicBezTo>
                    <a:cubicBezTo>
                      <a:pt x="367504" y="268131"/>
                      <a:pt x="354500" y="281135"/>
                      <a:pt x="354500" y="297193"/>
                    </a:cubicBezTo>
                    <a:cubicBezTo>
                      <a:pt x="354500" y="313251"/>
                      <a:pt x="367504" y="326255"/>
                      <a:pt x="383562" y="326255"/>
                    </a:cubicBezTo>
                    <a:cubicBezTo>
                      <a:pt x="399620" y="326255"/>
                      <a:pt x="412624" y="313251"/>
                      <a:pt x="412624" y="297193"/>
                    </a:cubicBezTo>
                    <a:close/>
                    <a:moveTo>
                      <a:pt x="78413" y="327346"/>
                    </a:moveTo>
                    <a:cubicBezTo>
                      <a:pt x="78413" y="315084"/>
                      <a:pt x="68464" y="305135"/>
                      <a:pt x="56202" y="305135"/>
                    </a:cubicBezTo>
                    <a:cubicBezTo>
                      <a:pt x="43940" y="305135"/>
                      <a:pt x="33991" y="315084"/>
                      <a:pt x="33991" y="327346"/>
                    </a:cubicBezTo>
                    <a:cubicBezTo>
                      <a:pt x="33991" y="339607"/>
                      <a:pt x="43940" y="349556"/>
                      <a:pt x="56202" y="349556"/>
                    </a:cubicBezTo>
                    <a:cubicBezTo>
                      <a:pt x="68464" y="349556"/>
                      <a:pt x="78413" y="339607"/>
                      <a:pt x="78413" y="327346"/>
                    </a:cubicBezTo>
                    <a:close/>
                    <a:moveTo>
                      <a:pt x="1153002" y="465891"/>
                    </a:moveTo>
                    <a:lnTo>
                      <a:pt x="1109366" y="328480"/>
                    </a:lnTo>
                    <a:lnTo>
                      <a:pt x="1069002" y="313775"/>
                    </a:lnTo>
                    <a:cubicBezTo>
                      <a:pt x="1040508" y="331186"/>
                      <a:pt x="990675" y="332102"/>
                      <a:pt x="1004508" y="376393"/>
                    </a:cubicBezTo>
                    <a:lnTo>
                      <a:pt x="1153046" y="465891"/>
                    </a:lnTo>
                    <a:close/>
                    <a:moveTo>
                      <a:pt x="327402" y="322807"/>
                    </a:moveTo>
                    <a:lnTo>
                      <a:pt x="110137" y="341527"/>
                    </a:lnTo>
                    <a:lnTo>
                      <a:pt x="246806" y="425964"/>
                    </a:lnTo>
                    <a:cubicBezTo>
                      <a:pt x="258413" y="408029"/>
                      <a:pt x="300915" y="412698"/>
                      <a:pt x="308769" y="404887"/>
                    </a:cubicBezTo>
                    <a:cubicBezTo>
                      <a:pt x="311169" y="402487"/>
                      <a:pt x="340493" y="348466"/>
                      <a:pt x="340755" y="345062"/>
                    </a:cubicBezTo>
                    <a:cubicBezTo>
                      <a:pt x="340973" y="342575"/>
                      <a:pt x="328580" y="323418"/>
                      <a:pt x="327446" y="322764"/>
                    </a:cubicBezTo>
                    <a:close/>
                    <a:moveTo>
                      <a:pt x="970515" y="354749"/>
                    </a:moveTo>
                    <a:cubicBezTo>
                      <a:pt x="970515" y="338778"/>
                      <a:pt x="957555" y="325818"/>
                      <a:pt x="941584" y="325818"/>
                    </a:cubicBezTo>
                    <a:cubicBezTo>
                      <a:pt x="925613" y="325818"/>
                      <a:pt x="912653" y="338778"/>
                      <a:pt x="912653" y="354749"/>
                    </a:cubicBezTo>
                    <a:cubicBezTo>
                      <a:pt x="912653" y="370720"/>
                      <a:pt x="925613" y="383680"/>
                      <a:pt x="941584" y="383680"/>
                    </a:cubicBezTo>
                    <a:cubicBezTo>
                      <a:pt x="957555" y="383680"/>
                      <a:pt x="970515" y="370720"/>
                      <a:pt x="970515" y="354749"/>
                    </a:cubicBezTo>
                    <a:close/>
                    <a:moveTo>
                      <a:pt x="620115" y="405411"/>
                    </a:moveTo>
                    <a:lnTo>
                      <a:pt x="428682" y="335069"/>
                    </a:lnTo>
                    <a:lnTo>
                      <a:pt x="496668" y="473920"/>
                    </a:lnTo>
                    <a:cubicBezTo>
                      <a:pt x="520013" y="466240"/>
                      <a:pt x="544057" y="477629"/>
                      <a:pt x="562559" y="491549"/>
                    </a:cubicBezTo>
                    <a:lnTo>
                      <a:pt x="623082" y="448436"/>
                    </a:lnTo>
                    <a:lnTo>
                      <a:pt x="620071" y="405367"/>
                    </a:lnTo>
                    <a:close/>
                    <a:moveTo>
                      <a:pt x="401802" y="357586"/>
                    </a:moveTo>
                    <a:cubicBezTo>
                      <a:pt x="369555" y="337556"/>
                      <a:pt x="343111" y="405411"/>
                      <a:pt x="337613" y="427927"/>
                    </a:cubicBezTo>
                    <a:cubicBezTo>
                      <a:pt x="354020" y="438749"/>
                      <a:pt x="352886" y="471127"/>
                      <a:pt x="363228" y="481164"/>
                    </a:cubicBezTo>
                    <a:cubicBezTo>
                      <a:pt x="367111" y="484916"/>
                      <a:pt x="439155" y="509484"/>
                      <a:pt x="443344" y="508698"/>
                    </a:cubicBezTo>
                    <a:cubicBezTo>
                      <a:pt x="448057" y="507782"/>
                      <a:pt x="463417" y="492204"/>
                      <a:pt x="462893" y="486356"/>
                    </a:cubicBezTo>
                    <a:lnTo>
                      <a:pt x="401802" y="357542"/>
                    </a:lnTo>
                    <a:close/>
                    <a:moveTo>
                      <a:pt x="91068" y="370327"/>
                    </a:moveTo>
                    <a:cubicBezTo>
                      <a:pt x="86180" y="371156"/>
                      <a:pt x="80333" y="379273"/>
                      <a:pt x="79984" y="384858"/>
                    </a:cubicBezTo>
                    <a:cubicBezTo>
                      <a:pt x="79460" y="393193"/>
                      <a:pt x="92900" y="468422"/>
                      <a:pt x="97177" y="472349"/>
                    </a:cubicBezTo>
                    <a:cubicBezTo>
                      <a:pt x="102849" y="477542"/>
                      <a:pt x="122617" y="483564"/>
                      <a:pt x="129642" y="494866"/>
                    </a:cubicBezTo>
                    <a:lnTo>
                      <a:pt x="226035" y="470560"/>
                    </a:lnTo>
                    <a:lnTo>
                      <a:pt x="223635" y="450662"/>
                    </a:lnTo>
                    <a:cubicBezTo>
                      <a:pt x="204697" y="444684"/>
                      <a:pt x="98748" y="369062"/>
                      <a:pt x="91111" y="370371"/>
                    </a:cubicBezTo>
                    <a:close/>
                    <a:moveTo>
                      <a:pt x="746399" y="419724"/>
                    </a:moveTo>
                    <a:cubicBezTo>
                      <a:pt x="746399" y="393935"/>
                      <a:pt x="725497" y="373033"/>
                      <a:pt x="699708" y="373033"/>
                    </a:cubicBezTo>
                    <a:cubicBezTo>
                      <a:pt x="673919" y="373033"/>
                      <a:pt x="653017" y="393935"/>
                      <a:pt x="653017" y="419724"/>
                    </a:cubicBezTo>
                    <a:cubicBezTo>
                      <a:pt x="653017" y="445513"/>
                      <a:pt x="673919" y="466415"/>
                      <a:pt x="699708" y="466415"/>
                    </a:cubicBezTo>
                    <a:cubicBezTo>
                      <a:pt x="725497" y="466415"/>
                      <a:pt x="746399" y="445513"/>
                      <a:pt x="746399" y="419724"/>
                    </a:cubicBezTo>
                    <a:close/>
                    <a:moveTo>
                      <a:pt x="895591" y="396160"/>
                    </a:moveTo>
                    <a:lnTo>
                      <a:pt x="778209" y="418371"/>
                    </a:lnTo>
                    <a:cubicBezTo>
                      <a:pt x="781875" y="441236"/>
                      <a:pt x="767431" y="454633"/>
                      <a:pt x="762370" y="474749"/>
                    </a:cubicBezTo>
                    <a:lnTo>
                      <a:pt x="837293" y="565557"/>
                    </a:lnTo>
                    <a:lnTo>
                      <a:pt x="851999" y="558706"/>
                    </a:lnTo>
                    <a:lnTo>
                      <a:pt x="895591" y="396204"/>
                    </a:lnTo>
                    <a:close/>
                    <a:moveTo>
                      <a:pt x="1131184" y="496436"/>
                    </a:moveTo>
                    <a:lnTo>
                      <a:pt x="987184" y="402793"/>
                    </a:lnTo>
                    <a:cubicBezTo>
                      <a:pt x="964013" y="409076"/>
                      <a:pt x="947169" y="425178"/>
                      <a:pt x="921773" y="413571"/>
                    </a:cubicBezTo>
                    <a:lnTo>
                      <a:pt x="882151" y="572146"/>
                    </a:lnTo>
                    <a:lnTo>
                      <a:pt x="900086" y="581746"/>
                    </a:lnTo>
                    <a:lnTo>
                      <a:pt x="1131140" y="496436"/>
                    </a:lnTo>
                    <a:close/>
                    <a:moveTo>
                      <a:pt x="324260" y="474618"/>
                    </a:moveTo>
                    <a:cubicBezTo>
                      <a:pt x="324260" y="456815"/>
                      <a:pt x="309817" y="442371"/>
                      <a:pt x="292013" y="442371"/>
                    </a:cubicBezTo>
                    <a:cubicBezTo>
                      <a:pt x="274209" y="442371"/>
                      <a:pt x="259766" y="456815"/>
                      <a:pt x="259766" y="474618"/>
                    </a:cubicBezTo>
                    <a:cubicBezTo>
                      <a:pt x="259766" y="492422"/>
                      <a:pt x="274209" y="506866"/>
                      <a:pt x="292013" y="506866"/>
                    </a:cubicBezTo>
                    <a:cubicBezTo>
                      <a:pt x="309817" y="506866"/>
                      <a:pt x="324260" y="492422"/>
                      <a:pt x="324260" y="474618"/>
                    </a:cubicBezTo>
                    <a:close/>
                    <a:moveTo>
                      <a:pt x="808319" y="588073"/>
                    </a:moveTo>
                    <a:lnTo>
                      <a:pt x="735664" y="492596"/>
                    </a:lnTo>
                    <a:cubicBezTo>
                      <a:pt x="720740" y="493120"/>
                      <a:pt x="709657" y="501149"/>
                      <a:pt x="693948" y="499927"/>
                    </a:cubicBezTo>
                    <a:cubicBezTo>
                      <a:pt x="674835" y="498444"/>
                      <a:pt x="650442" y="478066"/>
                      <a:pt x="640668" y="478895"/>
                    </a:cubicBezTo>
                    <a:cubicBezTo>
                      <a:pt x="636479" y="479244"/>
                      <a:pt x="586122" y="513629"/>
                      <a:pt x="585511" y="516946"/>
                    </a:cubicBezTo>
                    <a:cubicBezTo>
                      <a:pt x="584726" y="521091"/>
                      <a:pt x="589744" y="547316"/>
                      <a:pt x="593017" y="549062"/>
                    </a:cubicBezTo>
                    <a:lnTo>
                      <a:pt x="808319" y="588073"/>
                    </a:lnTo>
                    <a:close/>
                    <a:moveTo>
                      <a:pt x="102588" y="522138"/>
                    </a:moveTo>
                    <a:cubicBezTo>
                      <a:pt x="102588" y="512146"/>
                      <a:pt x="94515" y="504073"/>
                      <a:pt x="84522" y="504073"/>
                    </a:cubicBezTo>
                    <a:cubicBezTo>
                      <a:pt x="74529" y="504073"/>
                      <a:pt x="66457" y="512146"/>
                      <a:pt x="66457" y="522138"/>
                    </a:cubicBezTo>
                    <a:cubicBezTo>
                      <a:pt x="66457" y="532131"/>
                      <a:pt x="74529" y="540204"/>
                      <a:pt x="84522" y="540204"/>
                    </a:cubicBezTo>
                    <a:cubicBezTo>
                      <a:pt x="94515" y="540204"/>
                      <a:pt x="102588" y="532131"/>
                      <a:pt x="102588" y="522138"/>
                    </a:cubicBezTo>
                    <a:close/>
                    <a:moveTo>
                      <a:pt x="235897" y="505775"/>
                    </a:moveTo>
                    <a:cubicBezTo>
                      <a:pt x="231882" y="503418"/>
                      <a:pt x="153686" y="521353"/>
                      <a:pt x="144959" y="524756"/>
                    </a:cubicBezTo>
                    <a:cubicBezTo>
                      <a:pt x="139897" y="526764"/>
                      <a:pt x="130559" y="530429"/>
                      <a:pt x="132129" y="537586"/>
                    </a:cubicBezTo>
                    <a:lnTo>
                      <a:pt x="289002" y="662255"/>
                    </a:lnTo>
                    <a:lnTo>
                      <a:pt x="279577" y="542996"/>
                    </a:lnTo>
                    <a:cubicBezTo>
                      <a:pt x="277002" y="535622"/>
                      <a:pt x="260289" y="533266"/>
                      <a:pt x="251868" y="527069"/>
                    </a:cubicBezTo>
                    <a:cubicBezTo>
                      <a:pt x="243926" y="521222"/>
                      <a:pt x="237031" y="506473"/>
                      <a:pt x="235897" y="505775"/>
                    </a:cubicBezTo>
                    <a:close/>
                    <a:moveTo>
                      <a:pt x="557279" y="550153"/>
                    </a:moveTo>
                    <a:cubicBezTo>
                      <a:pt x="557279" y="525149"/>
                      <a:pt x="536988" y="504858"/>
                      <a:pt x="511984" y="504858"/>
                    </a:cubicBezTo>
                    <a:cubicBezTo>
                      <a:pt x="486980" y="504858"/>
                      <a:pt x="466689" y="525149"/>
                      <a:pt x="466689" y="550153"/>
                    </a:cubicBezTo>
                    <a:cubicBezTo>
                      <a:pt x="466689" y="575156"/>
                      <a:pt x="486980" y="595447"/>
                      <a:pt x="511984" y="595447"/>
                    </a:cubicBezTo>
                    <a:cubicBezTo>
                      <a:pt x="536988" y="595447"/>
                      <a:pt x="557279" y="575156"/>
                      <a:pt x="557279" y="550153"/>
                    </a:cubicBezTo>
                    <a:close/>
                    <a:moveTo>
                      <a:pt x="432435" y="540727"/>
                    </a:moveTo>
                    <a:lnTo>
                      <a:pt x="347868" y="511011"/>
                    </a:lnTo>
                    <a:cubicBezTo>
                      <a:pt x="342588" y="518560"/>
                      <a:pt x="320246" y="531127"/>
                      <a:pt x="317453" y="535753"/>
                    </a:cubicBezTo>
                    <a:cubicBezTo>
                      <a:pt x="311868" y="544916"/>
                      <a:pt x="317628" y="621891"/>
                      <a:pt x="319504" y="638386"/>
                    </a:cubicBezTo>
                    <a:cubicBezTo>
                      <a:pt x="320988" y="651433"/>
                      <a:pt x="325439" y="667229"/>
                      <a:pt x="341279" y="660116"/>
                    </a:cubicBezTo>
                    <a:cubicBezTo>
                      <a:pt x="348129" y="657018"/>
                      <a:pt x="437017" y="589557"/>
                      <a:pt x="439722" y="583927"/>
                    </a:cubicBezTo>
                    <a:lnTo>
                      <a:pt x="432391" y="540727"/>
                    </a:lnTo>
                    <a:close/>
                    <a:moveTo>
                      <a:pt x="1144319" y="527069"/>
                    </a:moveTo>
                    <a:lnTo>
                      <a:pt x="921817" y="609891"/>
                    </a:lnTo>
                    <a:cubicBezTo>
                      <a:pt x="957031" y="612073"/>
                      <a:pt x="998835" y="626604"/>
                      <a:pt x="1033264" y="627476"/>
                    </a:cubicBezTo>
                    <a:cubicBezTo>
                      <a:pt x="1059359" y="628175"/>
                      <a:pt x="1053424" y="618356"/>
                      <a:pt x="1068915" y="610895"/>
                    </a:cubicBezTo>
                    <a:cubicBezTo>
                      <a:pt x="1079344" y="605876"/>
                      <a:pt x="1094486" y="607622"/>
                      <a:pt x="1099679" y="604524"/>
                    </a:cubicBezTo>
                    <a:cubicBezTo>
                      <a:pt x="1105875" y="600858"/>
                      <a:pt x="1136289" y="538022"/>
                      <a:pt x="1144319" y="527026"/>
                    </a:cubicBezTo>
                    <a:close/>
                    <a:moveTo>
                      <a:pt x="634340" y="701222"/>
                    </a:moveTo>
                    <a:cubicBezTo>
                      <a:pt x="660217" y="691927"/>
                      <a:pt x="677453" y="698778"/>
                      <a:pt x="700624" y="709382"/>
                    </a:cubicBezTo>
                    <a:lnTo>
                      <a:pt x="803868" y="629571"/>
                    </a:lnTo>
                    <a:lnTo>
                      <a:pt x="791999" y="619709"/>
                    </a:lnTo>
                    <a:cubicBezTo>
                      <a:pt x="731213" y="615302"/>
                      <a:pt x="664188" y="589077"/>
                      <a:pt x="604842" y="584233"/>
                    </a:cubicBezTo>
                    <a:cubicBezTo>
                      <a:pt x="584289" y="582531"/>
                      <a:pt x="576304" y="584146"/>
                      <a:pt x="570151" y="605833"/>
                    </a:cubicBezTo>
                    <a:lnTo>
                      <a:pt x="634340" y="701222"/>
                    </a:lnTo>
                    <a:close/>
                    <a:moveTo>
                      <a:pt x="873991" y="615913"/>
                    </a:moveTo>
                    <a:cubicBezTo>
                      <a:pt x="873991" y="604829"/>
                      <a:pt x="865002" y="595840"/>
                      <a:pt x="853919" y="595840"/>
                    </a:cubicBezTo>
                    <a:cubicBezTo>
                      <a:pt x="842835" y="595840"/>
                      <a:pt x="833846" y="604829"/>
                      <a:pt x="833846" y="615913"/>
                    </a:cubicBezTo>
                    <a:cubicBezTo>
                      <a:pt x="833846" y="626996"/>
                      <a:pt x="842835" y="635986"/>
                      <a:pt x="853919" y="635986"/>
                    </a:cubicBezTo>
                    <a:cubicBezTo>
                      <a:pt x="865002" y="635986"/>
                      <a:pt x="873991" y="626996"/>
                      <a:pt x="873991" y="615913"/>
                    </a:cubicBezTo>
                    <a:close/>
                    <a:moveTo>
                      <a:pt x="358820" y="697164"/>
                    </a:moveTo>
                    <a:lnTo>
                      <a:pt x="593366" y="735520"/>
                    </a:lnTo>
                    <a:lnTo>
                      <a:pt x="606631" y="720422"/>
                    </a:lnTo>
                    <a:cubicBezTo>
                      <a:pt x="607155" y="714662"/>
                      <a:pt x="547984" y="627913"/>
                      <a:pt x="542137" y="624902"/>
                    </a:cubicBezTo>
                    <a:cubicBezTo>
                      <a:pt x="535024" y="621236"/>
                      <a:pt x="476900" y="636247"/>
                      <a:pt x="461409" y="611287"/>
                    </a:cubicBezTo>
                    <a:lnTo>
                      <a:pt x="361831" y="683898"/>
                    </a:lnTo>
                    <a:lnTo>
                      <a:pt x="358864" y="697164"/>
                    </a:lnTo>
                    <a:close/>
                    <a:moveTo>
                      <a:pt x="904319" y="640524"/>
                    </a:moveTo>
                    <a:lnTo>
                      <a:pt x="1026631" y="760698"/>
                    </a:lnTo>
                    <a:cubicBezTo>
                      <a:pt x="1047271" y="771520"/>
                      <a:pt x="1062413" y="705978"/>
                      <a:pt x="1061366" y="695200"/>
                    </a:cubicBezTo>
                    <a:cubicBezTo>
                      <a:pt x="1060930" y="691055"/>
                      <a:pt x="1047097" y="667273"/>
                      <a:pt x="1043780" y="664698"/>
                    </a:cubicBezTo>
                    <a:cubicBezTo>
                      <a:pt x="1025933" y="650996"/>
                      <a:pt x="931460" y="649426"/>
                      <a:pt x="904362" y="640524"/>
                    </a:cubicBezTo>
                    <a:close/>
                    <a:moveTo>
                      <a:pt x="1099984" y="641091"/>
                    </a:moveTo>
                    <a:lnTo>
                      <a:pt x="1078820" y="640480"/>
                    </a:lnTo>
                    <a:lnTo>
                      <a:pt x="1085497" y="666618"/>
                    </a:lnTo>
                    <a:cubicBezTo>
                      <a:pt x="1102253" y="666836"/>
                      <a:pt x="1108449" y="654662"/>
                      <a:pt x="1099984" y="641091"/>
                    </a:cubicBezTo>
                    <a:close/>
                    <a:moveTo>
                      <a:pt x="1000319" y="780073"/>
                    </a:moveTo>
                    <a:lnTo>
                      <a:pt x="879795" y="663346"/>
                    </a:lnTo>
                    <a:cubicBezTo>
                      <a:pt x="860639" y="673469"/>
                      <a:pt x="832886" y="659069"/>
                      <a:pt x="817308" y="664480"/>
                    </a:cubicBezTo>
                    <a:cubicBezTo>
                      <a:pt x="812159" y="666269"/>
                      <a:pt x="735620" y="723476"/>
                      <a:pt x="729599" y="729804"/>
                    </a:cubicBezTo>
                    <a:cubicBezTo>
                      <a:pt x="720217" y="739666"/>
                      <a:pt x="714064" y="749396"/>
                      <a:pt x="732086" y="753804"/>
                    </a:cubicBezTo>
                    <a:lnTo>
                      <a:pt x="1000319" y="780073"/>
                    </a:lnTo>
                    <a:close/>
                    <a:moveTo>
                      <a:pt x="325569" y="704407"/>
                    </a:moveTo>
                    <a:cubicBezTo>
                      <a:pt x="325569" y="695506"/>
                      <a:pt x="318326" y="688262"/>
                      <a:pt x="309424" y="688262"/>
                    </a:cubicBezTo>
                    <a:cubicBezTo>
                      <a:pt x="300522" y="688262"/>
                      <a:pt x="293279" y="695506"/>
                      <a:pt x="293279" y="704407"/>
                    </a:cubicBezTo>
                    <a:cubicBezTo>
                      <a:pt x="293279" y="713309"/>
                      <a:pt x="300522" y="720553"/>
                      <a:pt x="309424" y="720553"/>
                    </a:cubicBezTo>
                    <a:cubicBezTo>
                      <a:pt x="318326" y="720553"/>
                      <a:pt x="325569" y="713309"/>
                      <a:pt x="325569" y="704407"/>
                    </a:cubicBezTo>
                    <a:close/>
                    <a:moveTo>
                      <a:pt x="691330" y="762444"/>
                    </a:moveTo>
                    <a:cubicBezTo>
                      <a:pt x="691330" y="744640"/>
                      <a:pt x="676886" y="730196"/>
                      <a:pt x="659082" y="730196"/>
                    </a:cubicBezTo>
                    <a:cubicBezTo>
                      <a:pt x="641279" y="730196"/>
                      <a:pt x="626835" y="744640"/>
                      <a:pt x="626835" y="762444"/>
                    </a:cubicBezTo>
                    <a:cubicBezTo>
                      <a:pt x="626835" y="780247"/>
                      <a:pt x="641279" y="794691"/>
                      <a:pt x="659082" y="794691"/>
                    </a:cubicBezTo>
                    <a:cubicBezTo>
                      <a:pt x="676886" y="794691"/>
                      <a:pt x="691330" y="780247"/>
                      <a:pt x="691330" y="762444"/>
                    </a:cubicBezTo>
                    <a:close/>
                    <a:moveTo>
                      <a:pt x="563911" y="762706"/>
                    </a:moveTo>
                    <a:lnTo>
                      <a:pt x="376319" y="732160"/>
                    </a:lnTo>
                    <a:lnTo>
                      <a:pt x="419649" y="769513"/>
                    </a:lnTo>
                    <a:cubicBezTo>
                      <a:pt x="437584" y="761876"/>
                      <a:pt x="452988" y="754982"/>
                      <a:pt x="472013" y="765193"/>
                    </a:cubicBezTo>
                    <a:cubicBezTo>
                      <a:pt x="481133" y="770080"/>
                      <a:pt x="485191" y="784349"/>
                      <a:pt x="500420" y="780378"/>
                    </a:cubicBezTo>
                    <a:lnTo>
                      <a:pt x="563911" y="762749"/>
                    </a:lnTo>
                    <a:close/>
                    <a:moveTo>
                      <a:pt x="965366" y="810706"/>
                    </a:moveTo>
                    <a:lnTo>
                      <a:pt x="738500" y="788887"/>
                    </a:lnTo>
                    <a:cubicBezTo>
                      <a:pt x="751199" y="799011"/>
                      <a:pt x="786195" y="826764"/>
                      <a:pt x="799504" y="830691"/>
                    </a:cubicBezTo>
                    <a:cubicBezTo>
                      <a:pt x="819664" y="836626"/>
                      <a:pt x="851169" y="814589"/>
                      <a:pt x="876129" y="841207"/>
                    </a:cubicBezTo>
                    <a:lnTo>
                      <a:pt x="965366" y="810706"/>
                    </a:lnTo>
                    <a:close/>
                    <a:moveTo>
                      <a:pt x="1063897" y="804073"/>
                    </a:moveTo>
                    <a:cubicBezTo>
                      <a:pt x="1063897" y="796393"/>
                      <a:pt x="1057657" y="790153"/>
                      <a:pt x="1049977" y="790153"/>
                    </a:cubicBezTo>
                    <a:cubicBezTo>
                      <a:pt x="1042297" y="790153"/>
                      <a:pt x="1036057" y="796393"/>
                      <a:pt x="1036057" y="804073"/>
                    </a:cubicBezTo>
                    <a:cubicBezTo>
                      <a:pt x="1036057" y="811753"/>
                      <a:pt x="1042297" y="817993"/>
                      <a:pt x="1049977" y="817993"/>
                    </a:cubicBezTo>
                    <a:cubicBezTo>
                      <a:pt x="1057657" y="817993"/>
                      <a:pt x="1063897" y="811753"/>
                      <a:pt x="1063897" y="804073"/>
                    </a:cubicBezTo>
                    <a:close/>
                    <a:moveTo>
                      <a:pt x="464464" y="806298"/>
                    </a:moveTo>
                    <a:cubicBezTo>
                      <a:pt x="464464" y="798575"/>
                      <a:pt x="458224" y="792335"/>
                      <a:pt x="450500" y="792335"/>
                    </a:cubicBezTo>
                    <a:cubicBezTo>
                      <a:pt x="442777" y="792335"/>
                      <a:pt x="436537" y="798575"/>
                      <a:pt x="436537" y="806298"/>
                    </a:cubicBezTo>
                    <a:cubicBezTo>
                      <a:pt x="436537" y="814022"/>
                      <a:pt x="442777" y="820262"/>
                      <a:pt x="450500" y="820262"/>
                    </a:cubicBezTo>
                    <a:cubicBezTo>
                      <a:pt x="458224" y="820262"/>
                      <a:pt x="464464" y="814022"/>
                      <a:pt x="464464" y="806298"/>
                    </a:cubicBezTo>
                    <a:close/>
                    <a:moveTo>
                      <a:pt x="824551" y="916524"/>
                    </a:moveTo>
                    <a:cubicBezTo>
                      <a:pt x="818311" y="910851"/>
                      <a:pt x="803737" y="911287"/>
                      <a:pt x="795751" y="895186"/>
                    </a:cubicBezTo>
                    <a:cubicBezTo>
                      <a:pt x="789555" y="882706"/>
                      <a:pt x="793439" y="869353"/>
                      <a:pt x="786457" y="860844"/>
                    </a:cubicBezTo>
                    <a:cubicBezTo>
                      <a:pt x="781962" y="855389"/>
                      <a:pt x="706820" y="810444"/>
                      <a:pt x="701977" y="811360"/>
                    </a:cubicBezTo>
                    <a:lnTo>
                      <a:pt x="692682" y="819215"/>
                    </a:lnTo>
                    <a:lnTo>
                      <a:pt x="756828" y="1064975"/>
                    </a:lnTo>
                    <a:cubicBezTo>
                      <a:pt x="765424" y="1097527"/>
                      <a:pt x="814951" y="1040538"/>
                      <a:pt x="815955" y="1034909"/>
                    </a:cubicBezTo>
                    <a:cubicBezTo>
                      <a:pt x="817220" y="1027884"/>
                      <a:pt x="810980" y="1017498"/>
                      <a:pt x="814428" y="1002400"/>
                    </a:cubicBezTo>
                    <a:cubicBezTo>
                      <a:pt x="818355" y="985207"/>
                      <a:pt x="833890" y="981236"/>
                      <a:pt x="834806" y="965658"/>
                    </a:cubicBezTo>
                    <a:cubicBezTo>
                      <a:pt x="835199" y="958982"/>
                      <a:pt x="828217" y="919971"/>
                      <a:pt x="824464" y="916567"/>
                    </a:cubicBezTo>
                    <a:close/>
                    <a:moveTo>
                      <a:pt x="836726" y="853775"/>
                    </a:moveTo>
                    <a:lnTo>
                      <a:pt x="818704" y="871709"/>
                    </a:lnTo>
                    <a:lnTo>
                      <a:pt x="836639" y="889731"/>
                    </a:lnTo>
                    <a:lnTo>
                      <a:pt x="854660" y="871796"/>
                    </a:lnTo>
                    <a:lnTo>
                      <a:pt x="836726" y="853775"/>
                    </a:lnTo>
                    <a:close/>
                    <a:moveTo>
                      <a:pt x="873511" y="1015142"/>
                    </a:moveTo>
                    <a:cubicBezTo>
                      <a:pt x="873511" y="1007680"/>
                      <a:pt x="867489" y="1001658"/>
                      <a:pt x="860028" y="1001658"/>
                    </a:cubicBezTo>
                    <a:cubicBezTo>
                      <a:pt x="852566" y="1001658"/>
                      <a:pt x="846544" y="1007680"/>
                      <a:pt x="846544" y="1015142"/>
                    </a:cubicBezTo>
                    <a:cubicBezTo>
                      <a:pt x="846544" y="1022604"/>
                      <a:pt x="852566" y="1028626"/>
                      <a:pt x="860028" y="1028626"/>
                    </a:cubicBezTo>
                    <a:cubicBezTo>
                      <a:pt x="867489" y="1028626"/>
                      <a:pt x="873511" y="1022604"/>
                      <a:pt x="873511" y="1015142"/>
                    </a:cubicBezTo>
                    <a:close/>
                    <a:moveTo>
                      <a:pt x="768609" y="1119607"/>
                    </a:moveTo>
                    <a:cubicBezTo>
                      <a:pt x="768609" y="1112189"/>
                      <a:pt x="762588" y="1106167"/>
                      <a:pt x="755169" y="1106167"/>
                    </a:cubicBezTo>
                    <a:cubicBezTo>
                      <a:pt x="747751" y="1106167"/>
                      <a:pt x="741729" y="1112189"/>
                      <a:pt x="741729" y="1119607"/>
                    </a:cubicBezTo>
                    <a:cubicBezTo>
                      <a:pt x="741729" y="1127026"/>
                      <a:pt x="747751" y="1133047"/>
                      <a:pt x="755169" y="1133047"/>
                    </a:cubicBezTo>
                    <a:cubicBezTo>
                      <a:pt x="762588" y="1133047"/>
                      <a:pt x="768609" y="1127026"/>
                      <a:pt x="768609" y="1119607"/>
                    </a:cubicBezTo>
                    <a:close/>
                  </a:path>
                </a:pathLst>
              </a:custGeom>
              <a:solidFill>
                <a:schemeClr val="accent3">
                  <a:lumMod val="40000"/>
                  <a:lumOff val="60000"/>
                </a:schemeClr>
              </a:solidFill>
              <a:ln w="9525" cap="flat">
                <a:solidFill>
                  <a:schemeClr val="accent3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Ovale 42">
                <a:extLst>
                  <a:ext uri="{FF2B5EF4-FFF2-40B4-BE49-F238E27FC236}">
                    <a16:creationId xmlns:a16="http://schemas.microsoft.com/office/drawing/2014/main" id="{CE311094-AF2E-45DD-E996-1A807D0FDEFD}"/>
                  </a:ext>
                </a:extLst>
              </p:cNvPr>
              <p:cNvSpPr/>
              <p:nvPr/>
            </p:nvSpPr>
            <p:spPr>
              <a:xfrm>
                <a:off x="7077354" y="4499362"/>
                <a:ext cx="1406836" cy="1406836"/>
              </a:xfrm>
              <a:prstGeom prst="ellipse">
                <a:avLst/>
              </a:prstGeom>
              <a:noFill/>
              <a:ln w="34867" cap="flat">
                <a:solidFill>
                  <a:schemeClr val="accent3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650623F6-4C1F-B8B1-8DA1-5590EDF5E452}"/>
                </a:ext>
              </a:extLst>
            </p:cNvPr>
            <p:cNvGrpSpPr/>
            <p:nvPr/>
          </p:nvGrpSpPr>
          <p:grpSpPr>
            <a:xfrm>
              <a:off x="9595255" y="4103807"/>
              <a:ext cx="1758545" cy="1758545"/>
              <a:chOff x="9575618" y="4323726"/>
              <a:chExt cx="1758545" cy="1758545"/>
            </a:xfrm>
          </p:grpSpPr>
          <p:sp>
            <p:nvSpPr>
              <p:cNvPr id="46" name="Figura a mano libera: forma 45">
                <a:extLst>
                  <a:ext uri="{FF2B5EF4-FFF2-40B4-BE49-F238E27FC236}">
                    <a16:creationId xmlns:a16="http://schemas.microsoft.com/office/drawing/2014/main" id="{B35BB325-A4F3-40E7-25CF-AF312C91BBC2}"/>
                  </a:ext>
                </a:extLst>
              </p:cNvPr>
              <p:cNvSpPr/>
              <p:nvPr/>
            </p:nvSpPr>
            <p:spPr>
              <a:xfrm>
                <a:off x="9687601" y="4474889"/>
                <a:ext cx="1534380" cy="1456023"/>
              </a:xfrm>
              <a:custGeom>
                <a:avLst/>
                <a:gdLst>
                  <a:gd name="csX0" fmla="*/ 711216 w 1534380"/>
                  <a:gd name="csY0" fmla="*/ 41546 h 1456023"/>
                  <a:gd name="csX1" fmla="*/ 859253 w 1534380"/>
                  <a:gd name="csY1" fmla="*/ 47927 h 1456023"/>
                  <a:gd name="csX2" fmla="*/ 890835 w 1534380"/>
                  <a:gd name="csY2" fmla="*/ 12855 h 1456023"/>
                  <a:gd name="csX3" fmla="*/ 972325 w 1534380"/>
                  <a:gd name="csY3" fmla="*/ 28673 h 1456023"/>
                  <a:gd name="csX4" fmla="*/ 991744 w 1534380"/>
                  <a:gd name="csY4" fmla="*/ 74709 h 1456023"/>
                  <a:gd name="csX5" fmla="*/ 1148616 w 1534380"/>
                  <a:gd name="csY5" fmla="*/ 133782 h 1456023"/>
                  <a:gd name="csX6" fmla="*/ 1198798 w 1534380"/>
                  <a:gd name="csY6" fmla="*/ 113055 h 1456023"/>
                  <a:gd name="csX7" fmla="*/ 1280562 w 1534380"/>
                  <a:gd name="csY7" fmla="*/ 167655 h 1456023"/>
                  <a:gd name="csX8" fmla="*/ 1279907 w 1534380"/>
                  <a:gd name="csY8" fmla="*/ 219909 h 1456023"/>
                  <a:gd name="csX9" fmla="*/ 1348798 w 1534380"/>
                  <a:gd name="csY9" fmla="*/ 285309 h 1456023"/>
                  <a:gd name="csX10" fmla="*/ 1404707 w 1534380"/>
                  <a:gd name="csY10" fmla="*/ 283509 h 1456023"/>
                  <a:gd name="csX11" fmla="*/ 1452326 w 1534380"/>
                  <a:gd name="csY11" fmla="*/ 345091 h 1456023"/>
                  <a:gd name="csX12" fmla="*/ 1431435 w 1534380"/>
                  <a:gd name="csY12" fmla="*/ 414582 h 1456023"/>
                  <a:gd name="csX13" fmla="*/ 1480362 w 1534380"/>
                  <a:gd name="csY13" fmla="*/ 556891 h 1456023"/>
                  <a:gd name="csX14" fmla="*/ 1532835 w 1534380"/>
                  <a:gd name="csY14" fmla="*/ 627364 h 1456023"/>
                  <a:gd name="csX15" fmla="*/ 1468198 w 1534380"/>
                  <a:gd name="csY15" fmla="*/ 677437 h 1456023"/>
                  <a:gd name="csX16" fmla="*/ 1410653 w 1534380"/>
                  <a:gd name="csY16" fmla="*/ 773109 h 1456023"/>
                  <a:gd name="csX17" fmla="*/ 1413271 w 1534380"/>
                  <a:gd name="csY17" fmla="*/ 846146 h 1456023"/>
                  <a:gd name="csX18" fmla="*/ 1365926 w 1534380"/>
                  <a:gd name="csY18" fmla="*/ 880564 h 1456023"/>
                  <a:gd name="csX19" fmla="*/ 1347980 w 1534380"/>
                  <a:gd name="csY19" fmla="*/ 956055 h 1456023"/>
                  <a:gd name="csX20" fmla="*/ 1370126 w 1534380"/>
                  <a:gd name="csY20" fmla="*/ 994564 h 1456023"/>
                  <a:gd name="csX21" fmla="*/ 1298016 w 1534380"/>
                  <a:gd name="csY21" fmla="*/ 1061055 h 1456023"/>
                  <a:gd name="csX22" fmla="*/ 1260871 w 1534380"/>
                  <a:gd name="csY22" fmla="*/ 1043000 h 1456023"/>
                  <a:gd name="csX23" fmla="*/ 1105962 w 1534380"/>
                  <a:gd name="csY23" fmla="*/ 1095146 h 1456023"/>
                  <a:gd name="csX24" fmla="*/ 1096907 w 1534380"/>
                  <a:gd name="csY24" fmla="*/ 1118818 h 1456023"/>
                  <a:gd name="csX25" fmla="*/ 1075526 w 1534380"/>
                  <a:gd name="csY25" fmla="*/ 1151982 h 1456023"/>
                  <a:gd name="csX26" fmla="*/ 1085235 w 1534380"/>
                  <a:gd name="csY26" fmla="*/ 1202818 h 1456023"/>
                  <a:gd name="csX27" fmla="*/ 1127616 w 1534380"/>
                  <a:gd name="csY27" fmla="*/ 1247546 h 1456023"/>
                  <a:gd name="csX28" fmla="*/ 1116926 w 1534380"/>
                  <a:gd name="csY28" fmla="*/ 1307982 h 1456023"/>
                  <a:gd name="csX29" fmla="*/ 1040016 w 1534380"/>
                  <a:gd name="csY29" fmla="*/ 1329255 h 1456023"/>
                  <a:gd name="csX30" fmla="*/ 1000253 w 1534380"/>
                  <a:gd name="csY30" fmla="*/ 1371746 h 1456023"/>
                  <a:gd name="csX31" fmla="*/ 1001835 w 1534380"/>
                  <a:gd name="csY31" fmla="*/ 1401309 h 1456023"/>
                  <a:gd name="csX32" fmla="*/ 887071 w 1534380"/>
                  <a:gd name="csY32" fmla="*/ 1383800 h 1456023"/>
                  <a:gd name="csX33" fmla="*/ 909816 w 1534380"/>
                  <a:gd name="csY33" fmla="*/ 1345618 h 1456023"/>
                  <a:gd name="csX34" fmla="*/ 823744 w 1534380"/>
                  <a:gd name="csY34" fmla="*/ 1036073 h 1456023"/>
                  <a:gd name="csX35" fmla="*/ 745798 w 1534380"/>
                  <a:gd name="csY35" fmla="*/ 991237 h 1456023"/>
                  <a:gd name="csX36" fmla="*/ 621380 w 1534380"/>
                  <a:gd name="csY36" fmla="*/ 1018564 h 1456023"/>
                  <a:gd name="csX37" fmla="*/ 556253 w 1534380"/>
                  <a:gd name="csY37" fmla="*/ 1066782 h 1456023"/>
                  <a:gd name="csX38" fmla="*/ 492380 w 1534380"/>
                  <a:gd name="csY38" fmla="*/ 988400 h 1456023"/>
                  <a:gd name="csX39" fmla="*/ 421253 w 1534380"/>
                  <a:gd name="csY39" fmla="*/ 934455 h 1456023"/>
                  <a:gd name="csX40" fmla="*/ 385689 w 1534380"/>
                  <a:gd name="csY40" fmla="*/ 942473 h 1456023"/>
                  <a:gd name="csX41" fmla="*/ 327489 w 1534380"/>
                  <a:gd name="csY41" fmla="*/ 856127 h 1456023"/>
                  <a:gd name="csX42" fmla="*/ 142689 w 1534380"/>
                  <a:gd name="csY42" fmla="*/ 710546 h 1456023"/>
                  <a:gd name="csX43" fmla="*/ 40307 w 1534380"/>
                  <a:gd name="csY43" fmla="*/ 659982 h 1456023"/>
                  <a:gd name="csX44" fmla="*/ 75216 w 1534380"/>
                  <a:gd name="csY44" fmla="*/ 590818 h 1456023"/>
                  <a:gd name="csX45" fmla="*/ 60216 w 1534380"/>
                  <a:gd name="csY45" fmla="*/ 479600 h 1456023"/>
                  <a:gd name="csX46" fmla="*/ 22689 w 1534380"/>
                  <a:gd name="csY46" fmla="*/ 459909 h 1456023"/>
                  <a:gd name="csX47" fmla="*/ 110289 w 1534380"/>
                  <a:gd name="csY47" fmla="*/ 350764 h 1456023"/>
                  <a:gd name="csX48" fmla="*/ 305289 w 1534380"/>
                  <a:gd name="csY48" fmla="*/ 180800 h 1456023"/>
                  <a:gd name="csX49" fmla="*/ 417707 w 1534380"/>
                  <a:gd name="csY49" fmla="*/ 75800 h 1456023"/>
                  <a:gd name="csX50" fmla="*/ 460580 w 1534380"/>
                  <a:gd name="csY50" fmla="*/ 101436 h 1456023"/>
                  <a:gd name="csX51" fmla="*/ 592144 w 1534380"/>
                  <a:gd name="csY51" fmla="*/ 59218 h 1456023"/>
                  <a:gd name="csX52" fmla="*/ 611725 w 1534380"/>
                  <a:gd name="csY52" fmla="*/ 17491 h 1456023"/>
                  <a:gd name="csX53" fmla="*/ 711107 w 1534380"/>
                  <a:gd name="csY53" fmla="*/ 41491 h 1456023"/>
                  <a:gd name="csX54" fmla="*/ 675598 w 1534380"/>
                  <a:gd name="csY54" fmla="*/ 61673 h 1456023"/>
                  <a:gd name="csX55" fmla="*/ 655471 w 1534380"/>
                  <a:gd name="csY55" fmla="*/ 41546 h 1456023"/>
                  <a:gd name="csX56" fmla="*/ 635344 w 1534380"/>
                  <a:gd name="csY56" fmla="*/ 61673 h 1456023"/>
                  <a:gd name="csX57" fmla="*/ 655471 w 1534380"/>
                  <a:gd name="csY57" fmla="*/ 81800 h 1456023"/>
                  <a:gd name="csX58" fmla="*/ 675598 w 1534380"/>
                  <a:gd name="csY58" fmla="*/ 61673 h 1456023"/>
                  <a:gd name="csX59" fmla="*/ 944998 w 1534380"/>
                  <a:gd name="csY59" fmla="*/ 68927 h 1456023"/>
                  <a:gd name="csX60" fmla="*/ 922362 w 1534380"/>
                  <a:gd name="csY60" fmla="*/ 46291 h 1456023"/>
                  <a:gd name="csX61" fmla="*/ 899725 w 1534380"/>
                  <a:gd name="csY61" fmla="*/ 68927 h 1456023"/>
                  <a:gd name="csX62" fmla="*/ 922362 w 1534380"/>
                  <a:gd name="csY62" fmla="*/ 91564 h 1456023"/>
                  <a:gd name="csX63" fmla="*/ 944998 w 1534380"/>
                  <a:gd name="csY63" fmla="*/ 68927 h 1456023"/>
                  <a:gd name="csX64" fmla="*/ 863126 w 1534380"/>
                  <a:gd name="csY64" fmla="*/ 86055 h 1456023"/>
                  <a:gd name="csX65" fmla="*/ 726762 w 1534380"/>
                  <a:gd name="csY65" fmla="*/ 86055 h 1456023"/>
                  <a:gd name="csX66" fmla="*/ 871144 w 1534380"/>
                  <a:gd name="csY66" fmla="*/ 194982 h 1456023"/>
                  <a:gd name="csX67" fmla="*/ 896289 w 1534380"/>
                  <a:gd name="csY67" fmla="*/ 132200 h 1456023"/>
                  <a:gd name="csX68" fmla="*/ 871471 w 1534380"/>
                  <a:gd name="csY68" fmla="*/ 107600 h 1456023"/>
                  <a:gd name="csX69" fmla="*/ 863126 w 1534380"/>
                  <a:gd name="csY69" fmla="*/ 86055 h 1456023"/>
                  <a:gd name="csX70" fmla="*/ 502253 w 1534380"/>
                  <a:gd name="csY70" fmla="*/ 292400 h 1456023"/>
                  <a:gd name="csX71" fmla="*/ 606707 w 1534380"/>
                  <a:gd name="csY71" fmla="*/ 96964 h 1456023"/>
                  <a:gd name="csX72" fmla="*/ 460144 w 1534380"/>
                  <a:gd name="csY72" fmla="*/ 141309 h 1456023"/>
                  <a:gd name="csX73" fmla="*/ 434616 w 1534380"/>
                  <a:gd name="csY73" fmla="*/ 211946 h 1456023"/>
                  <a:gd name="csX74" fmla="*/ 471216 w 1534380"/>
                  <a:gd name="csY74" fmla="*/ 292400 h 1456023"/>
                  <a:gd name="csX75" fmla="*/ 502253 w 1534380"/>
                  <a:gd name="csY75" fmla="*/ 292400 h 1456023"/>
                  <a:gd name="csX76" fmla="*/ 418798 w 1534380"/>
                  <a:gd name="csY76" fmla="*/ 146655 h 1456023"/>
                  <a:gd name="csX77" fmla="*/ 379744 w 1534380"/>
                  <a:gd name="csY77" fmla="*/ 107600 h 1456023"/>
                  <a:gd name="csX78" fmla="*/ 340689 w 1534380"/>
                  <a:gd name="csY78" fmla="*/ 146655 h 1456023"/>
                  <a:gd name="csX79" fmla="*/ 379744 w 1534380"/>
                  <a:gd name="csY79" fmla="*/ 185709 h 1456023"/>
                  <a:gd name="csX80" fmla="*/ 418798 w 1534380"/>
                  <a:gd name="csY80" fmla="*/ 146655 h 1456023"/>
                  <a:gd name="csX81" fmla="*/ 840053 w 1534380"/>
                  <a:gd name="csY81" fmla="*/ 254000 h 1456023"/>
                  <a:gd name="csX82" fmla="*/ 844253 w 1534380"/>
                  <a:gd name="csY82" fmla="*/ 227982 h 1456023"/>
                  <a:gd name="csX83" fmla="*/ 686780 w 1534380"/>
                  <a:gd name="csY83" fmla="*/ 114527 h 1456023"/>
                  <a:gd name="csX84" fmla="*/ 640471 w 1534380"/>
                  <a:gd name="csY84" fmla="*/ 125273 h 1456023"/>
                  <a:gd name="csX85" fmla="*/ 536671 w 1534380"/>
                  <a:gd name="csY85" fmla="*/ 317109 h 1456023"/>
                  <a:gd name="csX86" fmla="*/ 553744 w 1534380"/>
                  <a:gd name="csY86" fmla="*/ 330309 h 1456023"/>
                  <a:gd name="csX87" fmla="*/ 839998 w 1534380"/>
                  <a:gd name="csY87" fmla="*/ 254000 h 1456023"/>
                  <a:gd name="csX88" fmla="*/ 1124889 w 1534380"/>
                  <a:gd name="csY88" fmla="*/ 167927 h 1456023"/>
                  <a:gd name="csX89" fmla="*/ 979962 w 1534380"/>
                  <a:gd name="csY89" fmla="*/ 113382 h 1456023"/>
                  <a:gd name="csX90" fmla="*/ 940471 w 1534380"/>
                  <a:gd name="csY90" fmla="*/ 185982 h 1456023"/>
                  <a:gd name="csX91" fmla="*/ 970362 w 1534380"/>
                  <a:gd name="csY91" fmla="*/ 217400 h 1456023"/>
                  <a:gd name="csX92" fmla="*/ 1116980 w 1534380"/>
                  <a:gd name="csY92" fmla="*/ 178946 h 1456023"/>
                  <a:gd name="csX93" fmla="*/ 1124944 w 1534380"/>
                  <a:gd name="csY93" fmla="*/ 167982 h 1456023"/>
                  <a:gd name="csX94" fmla="*/ 1243253 w 1534380"/>
                  <a:gd name="csY94" fmla="*/ 193946 h 1456023"/>
                  <a:gd name="csX95" fmla="*/ 1204689 w 1534380"/>
                  <a:gd name="csY95" fmla="*/ 155382 h 1456023"/>
                  <a:gd name="csX96" fmla="*/ 1166126 w 1534380"/>
                  <a:gd name="csY96" fmla="*/ 193946 h 1456023"/>
                  <a:gd name="csX97" fmla="*/ 1204689 w 1534380"/>
                  <a:gd name="csY97" fmla="*/ 232509 h 1456023"/>
                  <a:gd name="csX98" fmla="*/ 1243253 w 1534380"/>
                  <a:gd name="csY98" fmla="*/ 193946 h 1456023"/>
                  <a:gd name="csX99" fmla="*/ 137725 w 1534380"/>
                  <a:gd name="csY99" fmla="*/ 386055 h 1456023"/>
                  <a:gd name="csX100" fmla="*/ 399707 w 1534380"/>
                  <a:gd name="csY100" fmla="*/ 361727 h 1456023"/>
                  <a:gd name="csX101" fmla="*/ 426216 w 1534380"/>
                  <a:gd name="csY101" fmla="*/ 307073 h 1456023"/>
                  <a:gd name="csX102" fmla="*/ 396816 w 1534380"/>
                  <a:gd name="csY102" fmla="*/ 233218 h 1456023"/>
                  <a:gd name="csX103" fmla="*/ 330325 w 1534380"/>
                  <a:gd name="csY103" fmla="*/ 215382 h 1456023"/>
                  <a:gd name="csX104" fmla="*/ 170289 w 1534380"/>
                  <a:gd name="csY104" fmla="*/ 350491 h 1456023"/>
                  <a:gd name="csX105" fmla="*/ 137725 w 1534380"/>
                  <a:gd name="csY105" fmla="*/ 386055 h 1456023"/>
                  <a:gd name="csX106" fmla="*/ 1130071 w 1534380"/>
                  <a:gd name="csY106" fmla="*/ 217073 h 1456023"/>
                  <a:gd name="csX107" fmla="*/ 987216 w 1534380"/>
                  <a:gd name="csY107" fmla="*/ 255146 h 1456023"/>
                  <a:gd name="csX108" fmla="*/ 978271 w 1534380"/>
                  <a:gd name="csY108" fmla="*/ 273582 h 1456023"/>
                  <a:gd name="csX109" fmla="*/ 1127562 w 1534380"/>
                  <a:gd name="csY109" fmla="*/ 380382 h 1456023"/>
                  <a:gd name="csX110" fmla="*/ 1162471 w 1534380"/>
                  <a:gd name="csY110" fmla="*/ 369091 h 1456023"/>
                  <a:gd name="csX111" fmla="*/ 1168744 w 1534380"/>
                  <a:gd name="csY111" fmla="*/ 307182 h 1456023"/>
                  <a:gd name="csX112" fmla="*/ 1168635 w 1534380"/>
                  <a:gd name="csY112" fmla="*/ 264418 h 1456023"/>
                  <a:gd name="csX113" fmla="*/ 1130071 w 1534380"/>
                  <a:gd name="csY113" fmla="*/ 217018 h 1456023"/>
                  <a:gd name="csX114" fmla="*/ 940798 w 1534380"/>
                  <a:gd name="csY114" fmla="*/ 254109 h 1456023"/>
                  <a:gd name="csX115" fmla="*/ 912653 w 1534380"/>
                  <a:gd name="csY115" fmla="*/ 225964 h 1456023"/>
                  <a:gd name="csX116" fmla="*/ 884507 w 1534380"/>
                  <a:gd name="csY116" fmla="*/ 254109 h 1456023"/>
                  <a:gd name="csX117" fmla="*/ 912653 w 1534380"/>
                  <a:gd name="csY117" fmla="*/ 282255 h 1456023"/>
                  <a:gd name="csX118" fmla="*/ 940798 w 1534380"/>
                  <a:gd name="csY118" fmla="*/ 254109 h 1456023"/>
                  <a:gd name="csX119" fmla="*/ 1212925 w 1534380"/>
                  <a:gd name="csY119" fmla="*/ 272218 h 1456023"/>
                  <a:gd name="csX120" fmla="*/ 1203107 w 1534380"/>
                  <a:gd name="csY120" fmla="*/ 367346 h 1456023"/>
                  <a:gd name="csX121" fmla="*/ 1240853 w 1534380"/>
                  <a:gd name="csY121" fmla="*/ 390746 h 1456023"/>
                  <a:gd name="csX122" fmla="*/ 1324198 w 1534380"/>
                  <a:gd name="csY122" fmla="*/ 315200 h 1456023"/>
                  <a:gd name="csX123" fmla="*/ 1266326 w 1534380"/>
                  <a:gd name="csY123" fmla="*/ 263546 h 1456023"/>
                  <a:gd name="csX124" fmla="*/ 1253235 w 1534380"/>
                  <a:gd name="csY124" fmla="*/ 257109 h 1456023"/>
                  <a:gd name="csX125" fmla="*/ 1212925 w 1534380"/>
                  <a:gd name="csY125" fmla="*/ 272218 h 1456023"/>
                  <a:gd name="csX126" fmla="*/ 884344 w 1534380"/>
                  <a:gd name="csY126" fmla="*/ 315746 h 1456023"/>
                  <a:gd name="csX127" fmla="*/ 853744 w 1534380"/>
                  <a:gd name="csY127" fmla="*/ 294091 h 1456023"/>
                  <a:gd name="csX128" fmla="*/ 565253 w 1534380"/>
                  <a:gd name="csY128" fmla="*/ 369146 h 1456023"/>
                  <a:gd name="csX129" fmla="*/ 557671 w 1534380"/>
                  <a:gd name="csY129" fmla="*/ 380546 h 1456023"/>
                  <a:gd name="csX130" fmla="*/ 788726 w 1534380"/>
                  <a:gd name="csY130" fmla="*/ 466782 h 1456023"/>
                  <a:gd name="csX131" fmla="*/ 867544 w 1534380"/>
                  <a:gd name="csY131" fmla="*/ 423255 h 1456023"/>
                  <a:gd name="csX132" fmla="*/ 884289 w 1534380"/>
                  <a:gd name="csY132" fmla="*/ 315800 h 1456023"/>
                  <a:gd name="csX133" fmla="*/ 923944 w 1534380"/>
                  <a:gd name="csY133" fmla="*/ 321418 h 1456023"/>
                  <a:gd name="csX134" fmla="*/ 908562 w 1534380"/>
                  <a:gd name="csY134" fmla="*/ 427346 h 1456023"/>
                  <a:gd name="csX135" fmla="*/ 939707 w 1534380"/>
                  <a:gd name="csY135" fmla="*/ 448618 h 1456023"/>
                  <a:gd name="csX136" fmla="*/ 966489 w 1534380"/>
                  <a:gd name="csY136" fmla="*/ 481564 h 1456023"/>
                  <a:gd name="csX137" fmla="*/ 1094998 w 1534380"/>
                  <a:gd name="csY137" fmla="*/ 451618 h 1456023"/>
                  <a:gd name="csX138" fmla="*/ 1102907 w 1534380"/>
                  <a:gd name="csY138" fmla="*/ 421073 h 1456023"/>
                  <a:gd name="csX139" fmla="*/ 961089 w 1534380"/>
                  <a:gd name="csY139" fmla="*/ 312255 h 1456023"/>
                  <a:gd name="csX140" fmla="*/ 923998 w 1534380"/>
                  <a:gd name="csY140" fmla="*/ 321473 h 1456023"/>
                  <a:gd name="csX141" fmla="*/ 1409889 w 1534380"/>
                  <a:gd name="csY141" fmla="*/ 346018 h 1456023"/>
                  <a:gd name="csX142" fmla="*/ 1387035 w 1534380"/>
                  <a:gd name="csY142" fmla="*/ 323164 h 1456023"/>
                  <a:gd name="csX143" fmla="*/ 1364180 w 1534380"/>
                  <a:gd name="csY143" fmla="*/ 346018 h 1456023"/>
                  <a:gd name="csX144" fmla="*/ 1387035 w 1534380"/>
                  <a:gd name="csY144" fmla="*/ 368873 h 1456023"/>
                  <a:gd name="csX145" fmla="*/ 1409889 w 1534380"/>
                  <a:gd name="csY145" fmla="*/ 346018 h 1456023"/>
                  <a:gd name="csX146" fmla="*/ 515780 w 1534380"/>
                  <a:gd name="csY146" fmla="*/ 371491 h 1456023"/>
                  <a:gd name="csX147" fmla="*/ 479453 w 1534380"/>
                  <a:gd name="csY147" fmla="*/ 335164 h 1456023"/>
                  <a:gd name="csX148" fmla="*/ 443125 w 1534380"/>
                  <a:gd name="csY148" fmla="*/ 371491 h 1456023"/>
                  <a:gd name="csX149" fmla="*/ 479453 w 1534380"/>
                  <a:gd name="csY149" fmla="*/ 407818 h 1456023"/>
                  <a:gd name="csX150" fmla="*/ 515780 w 1534380"/>
                  <a:gd name="csY150" fmla="*/ 371491 h 1456023"/>
                  <a:gd name="csX151" fmla="*/ 98016 w 1534380"/>
                  <a:gd name="csY151" fmla="*/ 409182 h 1456023"/>
                  <a:gd name="csX152" fmla="*/ 70253 w 1534380"/>
                  <a:gd name="csY152" fmla="*/ 381418 h 1456023"/>
                  <a:gd name="csX153" fmla="*/ 42489 w 1534380"/>
                  <a:gd name="csY153" fmla="*/ 409182 h 1456023"/>
                  <a:gd name="csX154" fmla="*/ 70253 w 1534380"/>
                  <a:gd name="csY154" fmla="*/ 436946 h 1456023"/>
                  <a:gd name="csX155" fmla="*/ 98016 w 1534380"/>
                  <a:gd name="csY155" fmla="*/ 409182 h 1456023"/>
                  <a:gd name="csX156" fmla="*/ 1441253 w 1534380"/>
                  <a:gd name="csY156" fmla="*/ 582364 h 1456023"/>
                  <a:gd name="csX157" fmla="*/ 1386707 w 1534380"/>
                  <a:gd name="csY157" fmla="*/ 410600 h 1456023"/>
                  <a:gd name="csX158" fmla="*/ 1336253 w 1534380"/>
                  <a:gd name="csY158" fmla="*/ 392218 h 1456023"/>
                  <a:gd name="csX159" fmla="*/ 1255635 w 1534380"/>
                  <a:gd name="csY159" fmla="*/ 470491 h 1456023"/>
                  <a:gd name="csX160" fmla="*/ 1441307 w 1534380"/>
                  <a:gd name="csY160" fmla="*/ 582364 h 1456023"/>
                  <a:gd name="csX161" fmla="*/ 409253 w 1534380"/>
                  <a:gd name="csY161" fmla="*/ 403509 h 1456023"/>
                  <a:gd name="csX162" fmla="*/ 137671 w 1534380"/>
                  <a:gd name="csY162" fmla="*/ 426909 h 1456023"/>
                  <a:gd name="csX163" fmla="*/ 308507 w 1534380"/>
                  <a:gd name="csY163" fmla="*/ 532455 h 1456023"/>
                  <a:gd name="csX164" fmla="*/ 385962 w 1534380"/>
                  <a:gd name="csY164" fmla="*/ 506109 h 1456023"/>
                  <a:gd name="csX165" fmla="*/ 425944 w 1534380"/>
                  <a:gd name="csY165" fmla="*/ 431327 h 1456023"/>
                  <a:gd name="csX166" fmla="*/ 409307 w 1534380"/>
                  <a:gd name="csY166" fmla="*/ 403455 h 1456023"/>
                  <a:gd name="csX167" fmla="*/ 1213144 w 1534380"/>
                  <a:gd name="csY167" fmla="*/ 443436 h 1456023"/>
                  <a:gd name="csX168" fmla="*/ 1176980 w 1534380"/>
                  <a:gd name="csY168" fmla="*/ 407273 h 1456023"/>
                  <a:gd name="csX169" fmla="*/ 1140816 w 1534380"/>
                  <a:gd name="csY169" fmla="*/ 443436 h 1456023"/>
                  <a:gd name="csX170" fmla="*/ 1176980 w 1534380"/>
                  <a:gd name="csY170" fmla="*/ 479600 h 1456023"/>
                  <a:gd name="csX171" fmla="*/ 1213144 w 1534380"/>
                  <a:gd name="csY171" fmla="*/ 443436 h 1456023"/>
                  <a:gd name="csX172" fmla="*/ 775144 w 1534380"/>
                  <a:gd name="csY172" fmla="*/ 506764 h 1456023"/>
                  <a:gd name="csX173" fmla="*/ 535853 w 1534380"/>
                  <a:gd name="csY173" fmla="*/ 418836 h 1456023"/>
                  <a:gd name="csX174" fmla="*/ 620835 w 1534380"/>
                  <a:gd name="csY174" fmla="*/ 592400 h 1456023"/>
                  <a:gd name="csX175" fmla="*/ 703198 w 1534380"/>
                  <a:gd name="csY175" fmla="*/ 614436 h 1456023"/>
                  <a:gd name="csX176" fmla="*/ 778853 w 1534380"/>
                  <a:gd name="csY176" fmla="*/ 560546 h 1456023"/>
                  <a:gd name="csX177" fmla="*/ 775089 w 1534380"/>
                  <a:gd name="csY177" fmla="*/ 506709 h 1456023"/>
                  <a:gd name="csX178" fmla="*/ 502253 w 1534380"/>
                  <a:gd name="csY178" fmla="*/ 446982 h 1456023"/>
                  <a:gd name="csX179" fmla="*/ 422016 w 1534380"/>
                  <a:gd name="csY179" fmla="*/ 534909 h 1456023"/>
                  <a:gd name="csX180" fmla="*/ 454035 w 1534380"/>
                  <a:gd name="csY180" fmla="*/ 601455 h 1456023"/>
                  <a:gd name="csX181" fmla="*/ 554180 w 1534380"/>
                  <a:gd name="csY181" fmla="*/ 635873 h 1456023"/>
                  <a:gd name="csX182" fmla="*/ 578616 w 1534380"/>
                  <a:gd name="csY182" fmla="*/ 607946 h 1456023"/>
                  <a:gd name="csX183" fmla="*/ 502253 w 1534380"/>
                  <a:gd name="csY183" fmla="*/ 446927 h 1456023"/>
                  <a:gd name="csX184" fmla="*/ 113835 w 1534380"/>
                  <a:gd name="csY184" fmla="*/ 462909 h 1456023"/>
                  <a:gd name="csX185" fmla="*/ 99980 w 1534380"/>
                  <a:gd name="csY185" fmla="*/ 481073 h 1456023"/>
                  <a:gd name="csX186" fmla="*/ 121471 w 1534380"/>
                  <a:gd name="csY186" fmla="*/ 590437 h 1456023"/>
                  <a:gd name="csX187" fmla="*/ 162053 w 1534380"/>
                  <a:gd name="csY187" fmla="*/ 618582 h 1456023"/>
                  <a:gd name="csX188" fmla="*/ 282544 w 1534380"/>
                  <a:gd name="csY188" fmla="*/ 588200 h 1456023"/>
                  <a:gd name="csX189" fmla="*/ 279544 w 1534380"/>
                  <a:gd name="csY189" fmla="*/ 563327 h 1456023"/>
                  <a:gd name="csX190" fmla="*/ 113889 w 1534380"/>
                  <a:gd name="csY190" fmla="*/ 462964 h 1456023"/>
                  <a:gd name="csX191" fmla="*/ 932998 w 1534380"/>
                  <a:gd name="csY191" fmla="*/ 524655 h 1456023"/>
                  <a:gd name="csX192" fmla="*/ 874635 w 1534380"/>
                  <a:gd name="csY192" fmla="*/ 466291 h 1456023"/>
                  <a:gd name="csX193" fmla="*/ 816271 w 1534380"/>
                  <a:gd name="csY193" fmla="*/ 524655 h 1456023"/>
                  <a:gd name="csX194" fmla="*/ 874635 w 1534380"/>
                  <a:gd name="csY194" fmla="*/ 583018 h 1456023"/>
                  <a:gd name="csX195" fmla="*/ 932998 w 1534380"/>
                  <a:gd name="csY195" fmla="*/ 524655 h 1456023"/>
                  <a:gd name="csX196" fmla="*/ 1119489 w 1534380"/>
                  <a:gd name="csY196" fmla="*/ 495200 h 1456023"/>
                  <a:gd name="csX197" fmla="*/ 972762 w 1534380"/>
                  <a:gd name="csY197" fmla="*/ 522964 h 1456023"/>
                  <a:gd name="csX198" fmla="*/ 952962 w 1534380"/>
                  <a:gd name="csY198" fmla="*/ 593436 h 1456023"/>
                  <a:gd name="csX199" fmla="*/ 1046616 w 1534380"/>
                  <a:gd name="csY199" fmla="*/ 706946 h 1456023"/>
                  <a:gd name="csX200" fmla="*/ 1064998 w 1534380"/>
                  <a:gd name="csY200" fmla="*/ 698382 h 1456023"/>
                  <a:gd name="csX201" fmla="*/ 1119489 w 1534380"/>
                  <a:gd name="csY201" fmla="*/ 495255 h 1456023"/>
                  <a:gd name="csX202" fmla="*/ 1413980 w 1534380"/>
                  <a:gd name="csY202" fmla="*/ 620546 h 1456023"/>
                  <a:gd name="csX203" fmla="*/ 1233980 w 1534380"/>
                  <a:gd name="csY203" fmla="*/ 503491 h 1456023"/>
                  <a:gd name="csX204" fmla="*/ 1152216 w 1534380"/>
                  <a:gd name="csY204" fmla="*/ 516964 h 1456023"/>
                  <a:gd name="csX205" fmla="*/ 1102689 w 1534380"/>
                  <a:gd name="csY205" fmla="*/ 715182 h 1456023"/>
                  <a:gd name="csX206" fmla="*/ 1125107 w 1534380"/>
                  <a:gd name="csY206" fmla="*/ 727182 h 1456023"/>
                  <a:gd name="csX207" fmla="*/ 1413926 w 1534380"/>
                  <a:gd name="csY207" fmla="*/ 620546 h 1456023"/>
                  <a:gd name="csX208" fmla="*/ 405325 w 1534380"/>
                  <a:gd name="csY208" fmla="*/ 593273 h 1456023"/>
                  <a:gd name="csX209" fmla="*/ 365016 w 1534380"/>
                  <a:gd name="csY209" fmla="*/ 552964 h 1456023"/>
                  <a:gd name="csX210" fmla="*/ 324707 w 1534380"/>
                  <a:gd name="csY210" fmla="*/ 593273 h 1456023"/>
                  <a:gd name="csX211" fmla="*/ 365016 w 1534380"/>
                  <a:gd name="csY211" fmla="*/ 633582 h 1456023"/>
                  <a:gd name="csX212" fmla="*/ 405325 w 1534380"/>
                  <a:gd name="csY212" fmla="*/ 593273 h 1456023"/>
                  <a:gd name="csX213" fmla="*/ 1010398 w 1534380"/>
                  <a:gd name="csY213" fmla="*/ 735091 h 1456023"/>
                  <a:gd name="csX214" fmla="*/ 919580 w 1534380"/>
                  <a:gd name="csY214" fmla="*/ 615746 h 1456023"/>
                  <a:gd name="csX215" fmla="*/ 867435 w 1534380"/>
                  <a:gd name="csY215" fmla="*/ 624909 h 1456023"/>
                  <a:gd name="csX216" fmla="*/ 800835 w 1534380"/>
                  <a:gd name="csY216" fmla="*/ 598618 h 1456023"/>
                  <a:gd name="csX217" fmla="*/ 731889 w 1534380"/>
                  <a:gd name="csY217" fmla="*/ 646182 h 1456023"/>
                  <a:gd name="csX218" fmla="*/ 741271 w 1534380"/>
                  <a:gd name="csY218" fmla="*/ 686327 h 1456023"/>
                  <a:gd name="csX219" fmla="*/ 1010398 w 1534380"/>
                  <a:gd name="csY219" fmla="*/ 735091 h 1456023"/>
                  <a:gd name="csX220" fmla="*/ 128235 w 1534380"/>
                  <a:gd name="csY220" fmla="*/ 652673 h 1456023"/>
                  <a:gd name="csX221" fmla="*/ 105653 w 1534380"/>
                  <a:gd name="csY221" fmla="*/ 630091 h 1456023"/>
                  <a:gd name="csX222" fmla="*/ 83071 w 1534380"/>
                  <a:gd name="csY222" fmla="*/ 652673 h 1456023"/>
                  <a:gd name="csX223" fmla="*/ 105653 w 1534380"/>
                  <a:gd name="csY223" fmla="*/ 675255 h 1456023"/>
                  <a:gd name="csX224" fmla="*/ 128235 w 1534380"/>
                  <a:gd name="csY224" fmla="*/ 652673 h 1456023"/>
                  <a:gd name="csX225" fmla="*/ 294871 w 1534380"/>
                  <a:gd name="csY225" fmla="*/ 632218 h 1456023"/>
                  <a:gd name="csX226" fmla="*/ 181198 w 1534380"/>
                  <a:gd name="csY226" fmla="*/ 655946 h 1456023"/>
                  <a:gd name="csX227" fmla="*/ 165162 w 1534380"/>
                  <a:gd name="csY227" fmla="*/ 671982 h 1456023"/>
                  <a:gd name="csX228" fmla="*/ 361253 w 1534380"/>
                  <a:gd name="csY228" fmla="*/ 827818 h 1456023"/>
                  <a:gd name="csX229" fmla="*/ 349471 w 1534380"/>
                  <a:gd name="csY229" fmla="*/ 678746 h 1456023"/>
                  <a:gd name="csX230" fmla="*/ 314835 w 1534380"/>
                  <a:gd name="csY230" fmla="*/ 658836 h 1456023"/>
                  <a:gd name="csX231" fmla="*/ 294871 w 1534380"/>
                  <a:gd name="csY231" fmla="*/ 632218 h 1456023"/>
                  <a:gd name="csX232" fmla="*/ 696598 w 1534380"/>
                  <a:gd name="csY232" fmla="*/ 687691 h 1456023"/>
                  <a:gd name="csX233" fmla="*/ 639980 w 1534380"/>
                  <a:gd name="csY233" fmla="*/ 631073 h 1456023"/>
                  <a:gd name="csX234" fmla="*/ 583362 w 1534380"/>
                  <a:gd name="csY234" fmla="*/ 687691 h 1456023"/>
                  <a:gd name="csX235" fmla="*/ 639980 w 1534380"/>
                  <a:gd name="csY235" fmla="*/ 744309 h 1456023"/>
                  <a:gd name="csX236" fmla="*/ 696598 w 1534380"/>
                  <a:gd name="csY236" fmla="*/ 687691 h 1456023"/>
                  <a:gd name="csX237" fmla="*/ 540544 w 1534380"/>
                  <a:gd name="csY237" fmla="*/ 675909 h 1456023"/>
                  <a:gd name="csX238" fmla="*/ 434835 w 1534380"/>
                  <a:gd name="csY238" fmla="*/ 638764 h 1456023"/>
                  <a:gd name="csX239" fmla="*/ 396816 w 1534380"/>
                  <a:gd name="csY239" fmla="*/ 669691 h 1456023"/>
                  <a:gd name="csX240" fmla="*/ 399380 w 1534380"/>
                  <a:gd name="csY240" fmla="*/ 797982 h 1456023"/>
                  <a:gd name="csX241" fmla="*/ 426598 w 1534380"/>
                  <a:gd name="csY241" fmla="*/ 825146 h 1456023"/>
                  <a:gd name="csX242" fmla="*/ 549653 w 1534380"/>
                  <a:gd name="csY242" fmla="*/ 729909 h 1456023"/>
                  <a:gd name="csX243" fmla="*/ 540489 w 1534380"/>
                  <a:gd name="csY243" fmla="*/ 675909 h 1456023"/>
                  <a:gd name="csX244" fmla="*/ 1430398 w 1534380"/>
                  <a:gd name="csY244" fmla="*/ 658836 h 1456023"/>
                  <a:gd name="csX245" fmla="*/ 1152271 w 1534380"/>
                  <a:gd name="csY245" fmla="*/ 762364 h 1456023"/>
                  <a:gd name="csX246" fmla="*/ 1291580 w 1534380"/>
                  <a:gd name="csY246" fmla="*/ 784346 h 1456023"/>
                  <a:gd name="csX247" fmla="*/ 1336144 w 1534380"/>
                  <a:gd name="csY247" fmla="*/ 763618 h 1456023"/>
                  <a:gd name="csX248" fmla="*/ 1374598 w 1534380"/>
                  <a:gd name="csY248" fmla="*/ 755655 h 1456023"/>
                  <a:gd name="csX249" fmla="*/ 1430398 w 1534380"/>
                  <a:gd name="csY249" fmla="*/ 658782 h 1456023"/>
                  <a:gd name="csX250" fmla="*/ 792925 w 1534380"/>
                  <a:gd name="csY250" fmla="*/ 876527 h 1456023"/>
                  <a:gd name="csX251" fmla="*/ 875780 w 1534380"/>
                  <a:gd name="csY251" fmla="*/ 886727 h 1456023"/>
                  <a:gd name="csX252" fmla="*/ 1004835 w 1534380"/>
                  <a:gd name="csY252" fmla="*/ 786964 h 1456023"/>
                  <a:gd name="csX253" fmla="*/ 989998 w 1534380"/>
                  <a:gd name="csY253" fmla="*/ 774636 h 1456023"/>
                  <a:gd name="csX254" fmla="*/ 756053 w 1534380"/>
                  <a:gd name="csY254" fmla="*/ 730291 h 1456023"/>
                  <a:gd name="csX255" fmla="*/ 712689 w 1534380"/>
                  <a:gd name="csY255" fmla="*/ 757291 h 1456023"/>
                  <a:gd name="csX256" fmla="*/ 792925 w 1534380"/>
                  <a:gd name="csY256" fmla="*/ 876527 h 1456023"/>
                  <a:gd name="csX257" fmla="*/ 1092489 w 1534380"/>
                  <a:gd name="csY257" fmla="*/ 769891 h 1456023"/>
                  <a:gd name="csX258" fmla="*/ 1067398 w 1534380"/>
                  <a:gd name="csY258" fmla="*/ 744800 h 1456023"/>
                  <a:gd name="csX259" fmla="*/ 1042307 w 1534380"/>
                  <a:gd name="csY259" fmla="*/ 769891 h 1456023"/>
                  <a:gd name="csX260" fmla="*/ 1067398 w 1534380"/>
                  <a:gd name="csY260" fmla="*/ 794982 h 1456023"/>
                  <a:gd name="csX261" fmla="*/ 1092489 w 1534380"/>
                  <a:gd name="csY261" fmla="*/ 769891 h 1456023"/>
                  <a:gd name="csX262" fmla="*/ 448525 w 1534380"/>
                  <a:gd name="csY262" fmla="*/ 871455 h 1456023"/>
                  <a:gd name="csX263" fmla="*/ 741707 w 1534380"/>
                  <a:gd name="csY263" fmla="*/ 919400 h 1456023"/>
                  <a:gd name="csX264" fmla="*/ 758289 w 1534380"/>
                  <a:gd name="csY264" fmla="*/ 900527 h 1456023"/>
                  <a:gd name="csX265" fmla="*/ 677671 w 1534380"/>
                  <a:gd name="csY265" fmla="*/ 781127 h 1456023"/>
                  <a:gd name="csX266" fmla="*/ 576762 w 1534380"/>
                  <a:gd name="csY266" fmla="*/ 764109 h 1456023"/>
                  <a:gd name="csX267" fmla="*/ 452289 w 1534380"/>
                  <a:gd name="csY267" fmla="*/ 854873 h 1456023"/>
                  <a:gd name="csX268" fmla="*/ 448580 w 1534380"/>
                  <a:gd name="csY268" fmla="*/ 871455 h 1456023"/>
                  <a:gd name="csX269" fmla="*/ 1130398 w 1534380"/>
                  <a:gd name="csY269" fmla="*/ 800655 h 1456023"/>
                  <a:gd name="csX270" fmla="*/ 1283289 w 1534380"/>
                  <a:gd name="csY270" fmla="*/ 950873 h 1456023"/>
                  <a:gd name="csX271" fmla="*/ 1326707 w 1534380"/>
                  <a:gd name="csY271" fmla="*/ 869000 h 1456023"/>
                  <a:gd name="csX272" fmla="*/ 1304726 w 1534380"/>
                  <a:gd name="csY272" fmla="*/ 830873 h 1456023"/>
                  <a:gd name="csX273" fmla="*/ 1130453 w 1534380"/>
                  <a:gd name="csY273" fmla="*/ 800655 h 1456023"/>
                  <a:gd name="csX274" fmla="*/ 1374980 w 1534380"/>
                  <a:gd name="csY274" fmla="*/ 801364 h 1456023"/>
                  <a:gd name="csX275" fmla="*/ 1348526 w 1534380"/>
                  <a:gd name="csY275" fmla="*/ 800600 h 1456023"/>
                  <a:gd name="csX276" fmla="*/ 1356871 w 1534380"/>
                  <a:gd name="csY276" fmla="*/ 833273 h 1456023"/>
                  <a:gd name="csX277" fmla="*/ 1374980 w 1534380"/>
                  <a:gd name="csY277" fmla="*/ 801364 h 1456023"/>
                  <a:gd name="csX278" fmla="*/ 1250398 w 1534380"/>
                  <a:gd name="csY278" fmla="*/ 975091 h 1456023"/>
                  <a:gd name="csX279" fmla="*/ 1099744 w 1534380"/>
                  <a:gd name="csY279" fmla="*/ 829182 h 1456023"/>
                  <a:gd name="csX280" fmla="*/ 1021635 w 1534380"/>
                  <a:gd name="csY280" fmla="*/ 830600 h 1456023"/>
                  <a:gd name="csX281" fmla="*/ 911998 w 1534380"/>
                  <a:gd name="csY281" fmla="*/ 912255 h 1456023"/>
                  <a:gd name="csX282" fmla="*/ 915107 w 1534380"/>
                  <a:gd name="csY282" fmla="*/ 942255 h 1456023"/>
                  <a:gd name="csX283" fmla="*/ 1250398 w 1534380"/>
                  <a:gd name="csY283" fmla="*/ 975091 h 1456023"/>
                  <a:gd name="csX284" fmla="*/ 406962 w 1534380"/>
                  <a:gd name="csY284" fmla="*/ 880509 h 1456023"/>
                  <a:gd name="csX285" fmla="*/ 386780 w 1534380"/>
                  <a:gd name="csY285" fmla="*/ 860327 h 1456023"/>
                  <a:gd name="csX286" fmla="*/ 366598 w 1534380"/>
                  <a:gd name="csY286" fmla="*/ 880509 h 1456023"/>
                  <a:gd name="csX287" fmla="*/ 386780 w 1534380"/>
                  <a:gd name="csY287" fmla="*/ 900691 h 1456023"/>
                  <a:gd name="csX288" fmla="*/ 406962 w 1534380"/>
                  <a:gd name="csY288" fmla="*/ 880509 h 1456023"/>
                  <a:gd name="csX289" fmla="*/ 864162 w 1534380"/>
                  <a:gd name="csY289" fmla="*/ 953055 h 1456023"/>
                  <a:gd name="csX290" fmla="*/ 823853 w 1534380"/>
                  <a:gd name="csY290" fmla="*/ 912746 h 1456023"/>
                  <a:gd name="csX291" fmla="*/ 783544 w 1534380"/>
                  <a:gd name="csY291" fmla="*/ 953055 h 1456023"/>
                  <a:gd name="csX292" fmla="*/ 823853 w 1534380"/>
                  <a:gd name="csY292" fmla="*/ 993364 h 1456023"/>
                  <a:gd name="csX293" fmla="*/ 864162 w 1534380"/>
                  <a:gd name="csY293" fmla="*/ 953055 h 1456023"/>
                  <a:gd name="csX294" fmla="*/ 704889 w 1534380"/>
                  <a:gd name="csY294" fmla="*/ 953382 h 1456023"/>
                  <a:gd name="csX295" fmla="*/ 470398 w 1534380"/>
                  <a:gd name="csY295" fmla="*/ 915200 h 1456023"/>
                  <a:gd name="csX296" fmla="*/ 524562 w 1534380"/>
                  <a:gd name="csY296" fmla="*/ 961891 h 1456023"/>
                  <a:gd name="csX297" fmla="*/ 590016 w 1534380"/>
                  <a:gd name="csY297" fmla="*/ 956491 h 1456023"/>
                  <a:gd name="csX298" fmla="*/ 625526 w 1534380"/>
                  <a:gd name="csY298" fmla="*/ 975473 h 1456023"/>
                  <a:gd name="csX299" fmla="*/ 704889 w 1534380"/>
                  <a:gd name="csY299" fmla="*/ 953436 h 1456023"/>
                  <a:gd name="csX300" fmla="*/ 1206707 w 1534380"/>
                  <a:gd name="csY300" fmla="*/ 1013382 h 1456023"/>
                  <a:gd name="csX301" fmla="*/ 923126 w 1534380"/>
                  <a:gd name="csY301" fmla="*/ 986109 h 1456023"/>
                  <a:gd name="csX302" fmla="*/ 999380 w 1534380"/>
                  <a:gd name="csY302" fmla="*/ 1038364 h 1456023"/>
                  <a:gd name="csX303" fmla="*/ 1095162 w 1534380"/>
                  <a:gd name="csY303" fmla="*/ 1051509 h 1456023"/>
                  <a:gd name="csX304" fmla="*/ 1206707 w 1534380"/>
                  <a:gd name="csY304" fmla="*/ 1013382 h 1456023"/>
                  <a:gd name="csX305" fmla="*/ 1329871 w 1534380"/>
                  <a:gd name="csY305" fmla="*/ 1005091 h 1456023"/>
                  <a:gd name="csX306" fmla="*/ 1312471 w 1534380"/>
                  <a:gd name="csY306" fmla="*/ 987691 h 1456023"/>
                  <a:gd name="csX307" fmla="*/ 1295071 w 1534380"/>
                  <a:gd name="csY307" fmla="*/ 1005091 h 1456023"/>
                  <a:gd name="csX308" fmla="*/ 1312471 w 1534380"/>
                  <a:gd name="csY308" fmla="*/ 1022491 h 1456023"/>
                  <a:gd name="csX309" fmla="*/ 1329871 w 1534380"/>
                  <a:gd name="csY309" fmla="*/ 1005091 h 1456023"/>
                  <a:gd name="csX310" fmla="*/ 580580 w 1534380"/>
                  <a:gd name="csY310" fmla="*/ 1007873 h 1456023"/>
                  <a:gd name="csX311" fmla="*/ 563125 w 1534380"/>
                  <a:gd name="csY311" fmla="*/ 990418 h 1456023"/>
                  <a:gd name="csX312" fmla="*/ 545671 w 1534380"/>
                  <a:gd name="csY312" fmla="*/ 1007873 h 1456023"/>
                  <a:gd name="csX313" fmla="*/ 563125 w 1534380"/>
                  <a:gd name="csY313" fmla="*/ 1025327 h 1456023"/>
                  <a:gd name="csX314" fmla="*/ 580580 w 1534380"/>
                  <a:gd name="csY314" fmla="*/ 1007873 h 1456023"/>
                  <a:gd name="csX315" fmla="*/ 1030689 w 1534380"/>
                  <a:gd name="csY315" fmla="*/ 1145655 h 1456023"/>
                  <a:gd name="csX316" fmla="*/ 994689 w 1534380"/>
                  <a:gd name="csY316" fmla="*/ 1118982 h 1456023"/>
                  <a:gd name="csX317" fmla="*/ 983071 w 1534380"/>
                  <a:gd name="csY317" fmla="*/ 1076055 h 1456023"/>
                  <a:gd name="csX318" fmla="*/ 877471 w 1534380"/>
                  <a:gd name="csY318" fmla="*/ 1014200 h 1456023"/>
                  <a:gd name="csX319" fmla="*/ 865853 w 1534380"/>
                  <a:gd name="csY319" fmla="*/ 1024018 h 1456023"/>
                  <a:gd name="csX320" fmla="*/ 946035 w 1534380"/>
                  <a:gd name="csY320" fmla="*/ 1331218 h 1456023"/>
                  <a:gd name="csX321" fmla="*/ 1019944 w 1534380"/>
                  <a:gd name="csY321" fmla="*/ 1293637 h 1456023"/>
                  <a:gd name="csX322" fmla="*/ 1018035 w 1534380"/>
                  <a:gd name="csY322" fmla="*/ 1253000 h 1456023"/>
                  <a:gd name="csX323" fmla="*/ 1043507 w 1534380"/>
                  <a:gd name="csY323" fmla="*/ 1207073 h 1456023"/>
                  <a:gd name="csX324" fmla="*/ 1030580 w 1534380"/>
                  <a:gd name="csY324" fmla="*/ 1145709 h 1456023"/>
                  <a:gd name="csX325" fmla="*/ 1045907 w 1534380"/>
                  <a:gd name="csY325" fmla="*/ 1067218 h 1456023"/>
                  <a:gd name="csX326" fmla="*/ 1023380 w 1534380"/>
                  <a:gd name="csY326" fmla="*/ 1089636 h 1456023"/>
                  <a:gd name="csX327" fmla="*/ 1045798 w 1534380"/>
                  <a:gd name="csY327" fmla="*/ 1112164 h 1456023"/>
                  <a:gd name="csX328" fmla="*/ 1068326 w 1534380"/>
                  <a:gd name="csY328" fmla="*/ 1089746 h 1456023"/>
                  <a:gd name="csX329" fmla="*/ 1045907 w 1534380"/>
                  <a:gd name="csY329" fmla="*/ 1067218 h 1456023"/>
                  <a:gd name="csX330" fmla="*/ 1091889 w 1534380"/>
                  <a:gd name="csY330" fmla="*/ 1268927 h 1456023"/>
                  <a:gd name="csX331" fmla="*/ 1075035 w 1534380"/>
                  <a:gd name="csY331" fmla="*/ 1252073 h 1456023"/>
                  <a:gd name="csX332" fmla="*/ 1058180 w 1534380"/>
                  <a:gd name="csY332" fmla="*/ 1268927 h 1456023"/>
                  <a:gd name="csX333" fmla="*/ 1075035 w 1534380"/>
                  <a:gd name="csY333" fmla="*/ 1285782 h 1456023"/>
                  <a:gd name="csX334" fmla="*/ 1091889 w 1534380"/>
                  <a:gd name="csY334" fmla="*/ 1268927 h 1456023"/>
                  <a:gd name="csX335" fmla="*/ 960762 w 1534380"/>
                  <a:gd name="csY335" fmla="*/ 1399509 h 1456023"/>
                  <a:gd name="csX336" fmla="*/ 943962 w 1534380"/>
                  <a:gd name="csY336" fmla="*/ 1382709 h 1456023"/>
                  <a:gd name="csX337" fmla="*/ 927162 w 1534380"/>
                  <a:gd name="csY337" fmla="*/ 1399509 h 1456023"/>
                  <a:gd name="csX338" fmla="*/ 943962 w 1534380"/>
                  <a:gd name="csY338" fmla="*/ 1416309 h 1456023"/>
                  <a:gd name="csX339" fmla="*/ 960762 w 1534380"/>
                  <a:gd name="csY339" fmla="*/ 1399509 h 14560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</a:cxnLst>
                <a:rect l="l" t="t" r="r" b="b"/>
                <a:pathLst>
                  <a:path w="1534380" h="1456023">
                    <a:moveTo>
                      <a:pt x="711216" y="41546"/>
                    </a:moveTo>
                    <a:cubicBezTo>
                      <a:pt x="747707" y="32818"/>
                      <a:pt x="830398" y="55836"/>
                      <a:pt x="859253" y="47927"/>
                    </a:cubicBezTo>
                    <a:cubicBezTo>
                      <a:pt x="862253" y="47109"/>
                      <a:pt x="878616" y="19673"/>
                      <a:pt x="890835" y="12855"/>
                    </a:cubicBezTo>
                    <a:cubicBezTo>
                      <a:pt x="918107" y="-2418"/>
                      <a:pt x="953071" y="3746"/>
                      <a:pt x="972325" y="28673"/>
                    </a:cubicBezTo>
                    <a:cubicBezTo>
                      <a:pt x="985144" y="45309"/>
                      <a:pt x="979362" y="65600"/>
                      <a:pt x="991744" y="74709"/>
                    </a:cubicBezTo>
                    <a:cubicBezTo>
                      <a:pt x="999380" y="80327"/>
                      <a:pt x="1140326" y="135200"/>
                      <a:pt x="1148616" y="133782"/>
                    </a:cubicBezTo>
                    <a:cubicBezTo>
                      <a:pt x="1159416" y="131982"/>
                      <a:pt x="1175071" y="114309"/>
                      <a:pt x="1198798" y="113055"/>
                    </a:cubicBezTo>
                    <a:cubicBezTo>
                      <a:pt x="1232453" y="111309"/>
                      <a:pt x="1271780" y="134109"/>
                      <a:pt x="1280562" y="167655"/>
                    </a:cubicBezTo>
                    <a:cubicBezTo>
                      <a:pt x="1286507" y="190236"/>
                      <a:pt x="1277998" y="206382"/>
                      <a:pt x="1279907" y="219909"/>
                    </a:cubicBezTo>
                    <a:cubicBezTo>
                      <a:pt x="1280562" y="224600"/>
                      <a:pt x="1344435" y="283400"/>
                      <a:pt x="1348798" y="285309"/>
                    </a:cubicBezTo>
                    <a:cubicBezTo>
                      <a:pt x="1359598" y="290109"/>
                      <a:pt x="1384525" y="278982"/>
                      <a:pt x="1404707" y="283509"/>
                    </a:cubicBezTo>
                    <a:cubicBezTo>
                      <a:pt x="1429962" y="289127"/>
                      <a:pt x="1452271" y="319400"/>
                      <a:pt x="1452326" y="345091"/>
                    </a:cubicBezTo>
                    <a:cubicBezTo>
                      <a:pt x="1452380" y="372582"/>
                      <a:pt x="1426471" y="388618"/>
                      <a:pt x="1431435" y="414582"/>
                    </a:cubicBezTo>
                    <a:cubicBezTo>
                      <a:pt x="1433889" y="427346"/>
                      <a:pt x="1475126" y="548164"/>
                      <a:pt x="1480362" y="556891"/>
                    </a:cubicBezTo>
                    <a:cubicBezTo>
                      <a:pt x="1491762" y="575982"/>
                      <a:pt x="1543962" y="570746"/>
                      <a:pt x="1532835" y="627364"/>
                    </a:cubicBezTo>
                    <a:cubicBezTo>
                      <a:pt x="1523562" y="674600"/>
                      <a:pt x="1486962" y="659491"/>
                      <a:pt x="1468198" y="677437"/>
                    </a:cubicBezTo>
                    <a:cubicBezTo>
                      <a:pt x="1464162" y="681309"/>
                      <a:pt x="1412180" y="767709"/>
                      <a:pt x="1410653" y="773109"/>
                    </a:cubicBezTo>
                    <a:cubicBezTo>
                      <a:pt x="1406507" y="787836"/>
                      <a:pt x="1431435" y="810855"/>
                      <a:pt x="1413271" y="846146"/>
                    </a:cubicBezTo>
                    <a:cubicBezTo>
                      <a:pt x="1401380" y="869218"/>
                      <a:pt x="1372526" y="867582"/>
                      <a:pt x="1365926" y="880564"/>
                    </a:cubicBezTo>
                    <a:cubicBezTo>
                      <a:pt x="1363089" y="886182"/>
                      <a:pt x="1347707" y="949400"/>
                      <a:pt x="1347980" y="956055"/>
                    </a:cubicBezTo>
                    <a:cubicBezTo>
                      <a:pt x="1348198" y="961891"/>
                      <a:pt x="1367453" y="974273"/>
                      <a:pt x="1370126" y="994564"/>
                    </a:cubicBezTo>
                    <a:cubicBezTo>
                      <a:pt x="1375798" y="1037327"/>
                      <a:pt x="1339635" y="1069837"/>
                      <a:pt x="1298016" y="1061055"/>
                    </a:cubicBezTo>
                    <a:cubicBezTo>
                      <a:pt x="1284380" y="1058164"/>
                      <a:pt x="1271453" y="1042836"/>
                      <a:pt x="1260871" y="1043000"/>
                    </a:cubicBezTo>
                    <a:cubicBezTo>
                      <a:pt x="1249307" y="1043164"/>
                      <a:pt x="1111198" y="1088873"/>
                      <a:pt x="1105962" y="1095146"/>
                    </a:cubicBezTo>
                    <a:cubicBezTo>
                      <a:pt x="1101544" y="1100437"/>
                      <a:pt x="1101489" y="1112000"/>
                      <a:pt x="1096907" y="1118818"/>
                    </a:cubicBezTo>
                    <a:cubicBezTo>
                      <a:pt x="1088453" y="1131527"/>
                      <a:pt x="1076016" y="1134309"/>
                      <a:pt x="1075526" y="1151982"/>
                    </a:cubicBezTo>
                    <a:cubicBezTo>
                      <a:pt x="1075362" y="1158800"/>
                      <a:pt x="1082453" y="1196764"/>
                      <a:pt x="1085235" y="1202818"/>
                    </a:cubicBezTo>
                    <a:cubicBezTo>
                      <a:pt x="1093907" y="1221418"/>
                      <a:pt x="1120580" y="1218037"/>
                      <a:pt x="1127616" y="1247546"/>
                    </a:cubicBezTo>
                    <a:cubicBezTo>
                      <a:pt x="1133180" y="1271000"/>
                      <a:pt x="1133507" y="1289764"/>
                      <a:pt x="1116926" y="1307982"/>
                    </a:cubicBezTo>
                    <a:cubicBezTo>
                      <a:pt x="1091344" y="1336128"/>
                      <a:pt x="1064453" y="1315291"/>
                      <a:pt x="1040016" y="1329255"/>
                    </a:cubicBezTo>
                    <a:cubicBezTo>
                      <a:pt x="1035707" y="1331709"/>
                      <a:pt x="1001453" y="1367709"/>
                      <a:pt x="1000253" y="1371746"/>
                    </a:cubicBezTo>
                    <a:cubicBezTo>
                      <a:pt x="997198" y="1382328"/>
                      <a:pt x="1003089" y="1392200"/>
                      <a:pt x="1001835" y="1401309"/>
                    </a:cubicBezTo>
                    <a:cubicBezTo>
                      <a:pt x="989289" y="1491146"/>
                      <a:pt x="869889" y="1459673"/>
                      <a:pt x="887071" y="1383800"/>
                    </a:cubicBezTo>
                    <a:cubicBezTo>
                      <a:pt x="891053" y="1366128"/>
                      <a:pt x="910635" y="1354564"/>
                      <a:pt x="909816" y="1345618"/>
                    </a:cubicBezTo>
                    <a:lnTo>
                      <a:pt x="823744" y="1036073"/>
                    </a:lnTo>
                    <a:cubicBezTo>
                      <a:pt x="786980" y="1035527"/>
                      <a:pt x="770398" y="1012891"/>
                      <a:pt x="745798" y="991237"/>
                    </a:cubicBezTo>
                    <a:cubicBezTo>
                      <a:pt x="739307" y="990691"/>
                      <a:pt x="626889" y="1015346"/>
                      <a:pt x="621380" y="1018564"/>
                    </a:cubicBezTo>
                    <a:cubicBezTo>
                      <a:pt x="609598" y="1025437"/>
                      <a:pt x="609707" y="1072727"/>
                      <a:pt x="556253" y="1066782"/>
                    </a:cubicBezTo>
                    <a:cubicBezTo>
                      <a:pt x="499798" y="1060455"/>
                      <a:pt x="515725" y="1013327"/>
                      <a:pt x="492380" y="988400"/>
                    </a:cubicBezTo>
                    <a:cubicBezTo>
                      <a:pt x="486871" y="982509"/>
                      <a:pt x="425616" y="935764"/>
                      <a:pt x="421253" y="934455"/>
                    </a:cubicBezTo>
                    <a:cubicBezTo>
                      <a:pt x="412525" y="931837"/>
                      <a:pt x="398453" y="942364"/>
                      <a:pt x="385689" y="942473"/>
                    </a:cubicBezTo>
                    <a:cubicBezTo>
                      <a:pt x="341398" y="942855"/>
                      <a:pt x="319089" y="894800"/>
                      <a:pt x="327489" y="856127"/>
                    </a:cubicBezTo>
                    <a:lnTo>
                      <a:pt x="142689" y="710546"/>
                    </a:lnTo>
                    <a:cubicBezTo>
                      <a:pt x="99107" y="723473"/>
                      <a:pt x="46253" y="712891"/>
                      <a:pt x="40307" y="659982"/>
                    </a:cubicBezTo>
                    <a:cubicBezTo>
                      <a:pt x="35780" y="619946"/>
                      <a:pt x="73471" y="602437"/>
                      <a:pt x="75216" y="590818"/>
                    </a:cubicBezTo>
                    <a:cubicBezTo>
                      <a:pt x="76089" y="585255"/>
                      <a:pt x="63107" y="484400"/>
                      <a:pt x="60216" y="479600"/>
                    </a:cubicBezTo>
                    <a:cubicBezTo>
                      <a:pt x="59125" y="477800"/>
                      <a:pt x="32125" y="468746"/>
                      <a:pt x="22689" y="459909"/>
                    </a:cubicBezTo>
                    <a:cubicBezTo>
                      <a:pt x="-39111" y="402146"/>
                      <a:pt x="37144" y="309582"/>
                      <a:pt x="110289" y="350764"/>
                    </a:cubicBezTo>
                    <a:lnTo>
                      <a:pt x="305289" y="180800"/>
                    </a:lnTo>
                    <a:cubicBezTo>
                      <a:pt x="277307" y="110491"/>
                      <a:pt x="350344" y="37836"/>
                      <a:pt x="417707" y="75800"/>
                    </a:cubicBezTo>
                    <a:cubicBezTo>
                      <a:pt x="434998" y="85564"/>
                      <a:pt x="435325" y="104600"/>
                      <a:pt x="460580" y="101436"/>
                    </a:cubicBezTo>
                    <a:cubicBezTo>
                      <a:pt x="470889" y="100127"/>
                      <a:pt x="586635" y="63364"/>
                      <a:pt x="592144" y="59218"/>
                    </a:cubicBezTo>
                    <a:cubicBezTo>
                      <a:pt x="598962" y="54036"/>
                      <a:pt x="597653" y="31291"/>
                      <a:pt x="611725" y="17491"/>
                    </a:cubicBezTo>
                    <a:cubicBezTo>
                      <a:pt x="642707" y="-12945"/>
                      <a:pt x="700689" y="-2854"/>
                      <a:pt x="711107" y="41491"/>
                    </a:cubicBezTo>
                    <a:close/>
                    <a:moveTo>
                      <a:pt x="675598" y="61673"/>
                    </a:moveTo>
                    <a:cubicBezTo>
                      <a:pt x="675598" y="50546"/>
                      <a:pt x="666598" y="41546"/>
                      <a:pt x="655471" y="41546"/>
                    </a:cubicBezTo>
                    <a:cubicBezTo>
                      <a:pt x="644344" y="41546"/>
                      <a:pt x="635344" y="50546"/>
                      <a:pt x="635344" y="61673"/>
                    </a:cubicBezTo>
                    <a:cubicBezTo>
                      <a:pt x="635344" y="72800"/>
                      <a:pt x="644344" y="81800"/>
                      <a:pt x="655471" y="81800"/>
                    </a:cubicBezTo>
                    <a:cubicBezTo>
                      <a:pt x="666598" y="81800"/>
                      <a:pt x="675598" y="72800"/>
                      <a:pt x="675598" y="61673"/>
                    </a:cubicBezTo>
                    <a:close/>
                    <a:moveTo>
                      <a:pt x="944998" y="68927"/>
                    </a:moveTo>
                    <a:cubicBezTo>
                      <a:pt x="944998" y="56436"/>
                      <a:pt x="934853" y="46291"/>
                      <a:pt x="922362" y="46291"/>
                    </a:cubicBezTo>
                    <a:cubicBezTo>
                      <a:pt x="909871" y="46291"/>
                      <a:pt x="899725" y="56436"/>
                      <a:pt x="899725" y="68927"/>
                    </a:cubicBezTo>
                    <a:cubicBezTo>
                      <a:pt x="899725" y="81418"/>
                      <a:pt x="909871" y="91564"/>
                      <a:pt x="922362" y="91564"/>
                    </a:cubicBezTo>
                    <a:cubicBezTo>
                      <a:pt x="934853" y="91564"/>
                      <a:pt x="944998" y="81418"/>
                      <a:pt x="944998" y="68927"/>
                    </a:cubicBezTo>
                    <a:close/>
                    <a:moveTo>
                      <a:pt x="863126" y="86055"/>
                    </a:moveTo>
                    <a:lnTo>
                      <a:pt x="726762" y="86055"/>
                    </a:lnTo>
                    <a:cubicBezTo>
                      <a:pt x="746453" y="100782"/>
                      <a:pt x="858216" y="194600"/>
                      <a:pt x="871144" y="194982"/>
                    </a:cubicBezTo>
                    <a:cubicBezTo>
                      <a:pt x="901416" y="196018"/>
                      <a:pt x="898798" y="153309"/>
                      <a:pt x="896289" y="132200"/>
                    </a:cubicBezTo>
                    <a:cubicBezTo>
                      <a:pt x="895144" y="122546"/>
                      <a:pt x="879653" y="117582"/>
                      <a:pt x="871471" y="107600"/>
                    </a:cubicBezTo>
                    <a:cubicBezTo>
                      <a:pt x="865689" y="100564"/>
                      <a:pt x="864107" y="86709"/>
                      <a:pt x="863126" y="86055"/>
                    </a:cubicBezTo>
                    <a:close/>
                    <a:moveTo>
                      <a:pt x="502253" y="292400"/>
                    </a:moveTo>
                    <a:lnTo>
                      <a:pt x="606707" y="96964"/>
                    </a:lnTo>
                    <a:lnTo>
                      <a:pt x="460144" y="141309"/>
                    </a:lnTo>
                    <a:cubicBezTo>
                      <a:pt x="469525" y="164000"/>
                      <a:pt x="433635" y="201309"/>
                      <a:pt x="434616" y="211946"/>
                    </a:cubicBezTo>
                    <a:cubicBezTo>
                      <a:pt x="436635" y="234200"/>
                      <a:pt x="465980" y="268455"/>
                      <a:pt x="471216" y="292400"/>
                    </a:cubicBezTo>
                    <a:cubicBezTo>
                      <a:pt x="475198" y="294800"/>
                      <a:pt x="498271" y="294800"/>
                      <a:pt x="502253" y="292400"/>
                    </a:cubicBezTo>
                    <a:close/>
                    <a:moveTo>
                      <a:pt x="418798" y="146655"/>
                    </a:moveTo>
                    <a:cubicBezTo>
                      <a:pt x="418798" y="125055"/>
                      <a:pt x="401289" y="107600"/>
                      <a:pt x="379744" y="107600"/>
                    </a:cubicBezTo>
                    <a:cubicBezTo>
                      <a:pt x="358198" y="107600"/>
                      <a:pt x="340689" y="125109"/>
                      <a:pt x="340689" y="146655"/>
                    </a:cubicBezTo>
                    <a:cubicBezTo>
                      <a:pt x="340689" y="168200"/>
                      <a:pt x="358198" y="185709"/>
                      <a:pt x="379744" y="185709"/>
                    </a:cubicBezTo>
                    <a:cubicBezTo>
                      <a:pt x="401289" y="185709"/>
                      <a:pt x="418798" y="168200"/>
                      <a:pt x="418798" y="146655"/>
                    </a:cubicBezTo>
                    <a:close/>
                    <a:moveTo>
                      <a:pt x="840053" y="254000"/>
                    </a:moveTo>
                    <a:lnTo>
                      <a:pt x="844253" y="227982"/>
                    </a:lnTo>
                    <a:lnTo>
                      <a:pt x="686780" y="114527"/>
                    </a:lnTo>
                    <a:lnTo>
                      <a:pt x="640471" y="125273"/>
                    </a:lnTo>
                    <a:lnTo>
                      <a:pt x="536671" y="317109"/>
                    </a:lnTo>
                    <a:lnTo>
                      <a:pt x="553744" y="330309"/>
                    </a:lnTo>
                    <a:lnTo>
                      <a:pt x="839998" y="254000"/>
                    </a:lnTo>
                    <a:close/>
                    <a:moveTo>
                      <a:pt x="1124889" y="167927"/>
                    </a:moveTo>
                    <a:cubicBezTo>
                      <a:pt x="1084853" y="165473"/>
                      <a:pt x="1013398" y="115291"/>
                      <a:pt x="979962" y="113382"/>
                    </a:cubicBezTo>
                    <a:cubicBezTo>
                      <a:pt x="939435" y="111036"/>
                      <a:pt x="930707" y="154346"/>
                      <a:pt x="940471" y="185982"/>
                    </a:cubicBezTo>
                    <a:cubicBezTo>
                      <a:pt x="941126" y="188055"/>
                      <a:pt x="968235" y="217018"/>
                      <a:pt x="970362" y="217400"/>
                    </a:cubicBezTo>
                    <a:cubicBezTo>
                      <a:pt x="977835" y="218600"/>
                      <a:pt x="1098216" y="184509"/>
                      <a:pt x="1116980" y="178946"/>
                    </a:cubicBezTo>
                    <a:cubicBezTo>
                      <a:pt x="1124889" y="176600"/>
                      <a:pt x="1126526" y="182109"/>
                      <a:pt x="1124944" y="167982"/>
                    </a:cubicBezTo>
                    <a:close/>
                    <a:moveTo>
                      <a:pt x="1243253" y="193946"/>
                    </a:moveTo>
                    <a:cubicBezTo>
                      <a:pt x="1243253" y="172618"/>
                      <a:pt x="1225962" y="155382"/>
                      <a:pt x="1204689" y="155382"/>
                    </a:cubicBezTo>
                    <a:cubicBezTo>
                      <a:pt x="1183416" y="155382"/>
                      <a:pt x="1166126" y="172673"/>
                      <a:pt x="1166126" y="193946"/>
                    </a:cubicBezTo>
                    <a:cubicBezTo>
                      <a:pt x="1166126" y="215218"/>
                      <a:pt x="1183416" y="232509"/>
                      <a:pt x="1204689" y="232509"/>
                    </a:cubicBezTo>
                    <a:cubicBezTo>
                      <a:pt x="1225962" y="232509"/>
                      <a:pt x="1243253" y="215218"/>
                      <a:pt x="1243253" y="193946"/>
                    </a:cubicBezTo>
                    <a:close/>
                    <a:moveTo>
                      <a:pt x="137725" y="386055"/>
                    </a:moveTo>
                    <a:lnTo>
                      <a:pt x="399707" y="361727"/>
                    </a:lnTo>
                    <a:cubicBezTo>
                      <a:pt x="402653" y="345200"/>
                      <a:pt x="425998" y="320546"/>
                      <a:pt x="426216" y="307073"/>
                    </a:cubicBezTo>
                    <a:cubicBezTo>
                      <a:pt x="426598" y="286018"/>
                      <a:pt x="400362" y="255527"/>
                      <a:pt x="396816" y="233218"/>
                    </a:cubicBezTo>
                    <a:lnTo>
                      <a:pt x="330325" y="215382"/>
                    </a:lnTo>
                    <a:lnTo>
                      <a:pt x="170289" y="350491"/>
                    </a:lnTo>
                    <a:lnTo>
                      <a:pt x="137725" y="386055"/>
                    </a:lnTo>
                    <a:close/>
                    <a:moveTo>
                      <a:pt x="1130071" y="217073"/>
                    </a:moveTo>
                    <a:cubicBezTo>
                      <a:pt x="1092871" y="232618"/>
                      <a:pt x="1019562" y="237364"/>
                      <a:pt x="987216" y="255146"/>
                    </a:cubicBezTo>
                    <a:cubicBezTo>
                      <a:pt x="981980" y="258036"/>
                      <a:pt x="977016" y="268618"/>
                      <a:pt x="978271" y="273582"/>
                    </a:cubicBezTo>
                    <a:cubicBezTo>
                      <a:pt x="980562" y="282473"/>
                      <a:pt x="1118398" y="380218"/>
                      <a:pt x="1127562" y="380382"/>
                    </a:cubicBezTo>
                    <a:cubicBezTo>
                      <a:pt x="1136725" y="380546"/>
                      <a:pt x="1150580" y="368218"/>
                      <a:pt x="1162471" y="369091"/>
                    </a:cubicBezTo>
                    <a:cubicBezTo>
                      <a:pt x="1160016" y="347600"/>
                      <a:pt x="1167762" y="327364"/>
                      <a:pt x="1168744" y="307182"/>
                    </a:cubicBezTo>
                    <a:cubicBezTo>
                      <a:pt x="1169289" y="296818"/>
                      <a:pt x="1170762" y="272327"/>
                      <a:pt x="1168635" y="264418"/>
                    </a:cubicBezTo>
                    <a:cubicBezTo>
                      <a:pt x="1167435" y="259891"/>
                      <a:pt x="1125435" y="237473"/>
                      <a:pt x="1130071" y="217018"/>
                    </a:cubicBezTo>
                    <a:close/>
                    <a:moveTo>
                      <a:pt x="940798" y="254109"/>
                    </a:moveTo>
                    <a:cubicBezTo>
                      <a:pt x="940798" y="238564"/>
                      <a:pt x="928198" y="225964"/>
                      <a:pt x="912653" y="225964"/>
                    </a:cubicBezTo>
                    <a:cubicBezTo>
                      <a:pt x="897107" y="225964"/>
                      <a:pt x="884507" y="238564"/>
                      <a:pt x="884507" y="254109"/>
                    </a:cubicBezTo>
                    <a:cubicBezTo>
                      <a:pt x="884507" y="269655"/>
                      <a:pt x="897107" y="282255"/>
                      <a:pt x="912653" y="282255"/>
                    </a:cubicBezTo>
                    <a:cubicBezTo>
                      <a:pt x="928198" y="282255"/>
                      <a:pt x="940798" y="269655"/>
                      <a:pt x="940798" y="254109"/>
                    </a:cubicBezTo>
                    <a:close/>
                    <a:moveTo>
                      <a:pt x="1212925" y="272218"/>
                    </a:moveTo>
                    <a:lnTo>
                      <a:pt x="1203107" y="367346"/>
                    </a:lnTo>
                    <a:cubicBezTo>
                      <a:pt x="1212762" y="375527"/>
                      <a:pt x="1227980" y="392546"/>
                      <a:pt x="1240853" y="390746"/>
                    </a:cubicBezTo>
                    <a:cubicBezTo>
                      <a:pt x="1265562" y="387309"/>
                      <a:pt x="1345689" y="349509"/>
                      <a:pt x="1324198" y="315200"/>
                    </a:cubicBezTo>
                    <a:cubicBezTo>
                      <a:pt x="1322126" y="311927"/>
                      <a:pt x="1270853" y="266491"/>
                      <a:pt x="1266326" y="263546"/>
                    </a:cubicBezTo>
                    <a:cubicBezTo>
                      <a:pt x="1262398" y="261036"/>
                      <a:pt x="1257925" y="256836"/>
                      <a:pt x="1253235" y="257109"/>
                    </a:cubicBezTo>
                    <a:lnTo>
                      <a:pt x="1212925" y="272218"/>
                    </a:lnTo>
                    <a:close/>
                    <a:moveTo>
                      <a:pt x="884344" y="315746"/>
                    </a:moveTo>
                    <a:lnTo>
                      <a:pt x="853744" y="294091"/>
                    </a:lnTo>
                    <a:cubicBezTo>
                      <a:pt x="762271" y="319564"/>
                      <a:pt x="654216" y="336800"/>
                      <a:pt x="565253" y="369146"/>
                    </a:cubicBezTo>
                    <a:cubicBezTo>
                      <a:pt x="557671" y="371873"/>
                      <a:pt x="555980" y="367291"/>
                      <a:pt x="557671" y="380546"/>
                    </a:cubicBezTo>
                    <a:lnTo>
                      <a:pt x="788726" y="466782"/>
                    </a:lnTo>
                    <a:cubicBezTo>
                      <a:pt x="811580" y="443764"/>
                      <a:pt x="834598" y="428273"/>
                      <a:pt x="867544" y="423255"/>
                    </a:cubicBezTo>
                    <a:lnTo>
                      <a:pt x="884289" y="315800"/>
                    </a:lnTo>
                    <a:close/>
                    <a:moveTo>
                      <a:pt x="923944" y="321418"/>
                    </a:moveTo>
                    <a:lnTo>
                      <a:pt x="908562" y="427346"/>
                    </a:lnTo>
                    <a:cubicBezTo>
                      <a:pt x="909598" y="433673"/>
                      <a:pt x="931853" y="441473"/>
                      <a:pt x="939707" y="448618"/>
                    </a:cubicBezTo>
                    <a:cubicBezTo>
                      <a:pt x="948380" y="456582"/>
                      <a:pt x="961416" y="479164"/>
                      <a:pt x="966489" y="481564"/>
                    </a:cubicBezTo>
                    <a:cubicBezTo>
                      <a:pt x="972435" y="484400"/>
                      <a:pt x="1091071" y="456855"/>
                      <a:pt x="1094998" y="451618"/>
                    </a:cubicBezTo>
                    <a:cubicBezTo>
                      <a:pt x="1099526" y="445618"/>
                      <a:pt x="1099689" y="429255"/>
                      <a:pt x="1102907" y="421073"/>
                    </a:cubicBezTo>
                    <a:lnTo>
                      <a:pt x="961089" y="312255"/>
                    </a:lnTo>
                    <a:lnTo>
                      <a:pt x="923998" y="321473"/>
                    </a:lnTo>
                    <a:close/>
                    <a:moveTo>
                      <a:pt x="1409889" y="346018"/>
                    </a:moveTo>
                    <a:cubicBezTo>
                      <a:pt x="1409889" y="333364"/>
                      <a:pt x="1399635" y="323164"/>
                      <a:pt x="1387035" y="323164"/>
                    </a:cubicBezTo>
                    <a:cubicBezTo>
                      <a:pt x="1374435" y="323164"/>
                      <a:pt x="1364180" y="333418"/>
                      <a:pt x="1364180" y="346018"/>
                    </a:cubicBezTo>
                    <a:cubicBezTo>
                      <a:pt x="1364180" y="358618"/>
                      <a:pt x="1374435" y="368873"/>
                      <a:pt x="1387035" y="368873"/>
                    </a:cubicBezTo>
                    <a:cubicBezTo>
                      <a:pt x="1399635" y="368873"/>
                      <a:pt x="1409889" y="358618"/>
                      <a:pt x="1409889" y="346018"/>
                    </a:cubicBezTo>
                    <a:close/>
                    <a:moveTo>
                      <a:pt x="515780" y="371491"/>
                    </a:moveTo>
                    <a:cubicBezTo>
                      <a:pt x="515780" y="351418"/>
                      <a:pt x="499525" y="335164"/>
                      <a:pt x="479453" y="335164"/>
                    </a:cubicBezTo>
                    <a:cubicBezTo>
                      <a:pt x="459380" y="335164"/>
                      <a:pt x="443125" y="351418"/>
                      <a:pt x="443125" y="371491"/>
                    </a:cubicBezTo>
                    <a:cubicBezTo>
                      <a:pt x="443125" y="391564"/>
                      <a:pt x="459380" y="407818"/>
                      <a:pt x="479453" y="407818"/>
                    </a:cubicBezTo>
                    <a:cubicBezTo>
                      <a:pt x="499525" y="407818"/>
                      <a:pt x="515780" y="391564"/>
                      <a:pt x="515780" y="371491"/>
                    </a:cubicBezTo>
                    <a:close/>
                    <a:moveTo>
                      <a:pt x="98016" y="409182"/>
                    </a:moveTo>
                    <a:cubicBezTo>
                      <a:pt x="98016" y="393855"/>
                      <a:pt x="85580" y="381418"/>
                      <a:pt x="70253" y="381418"/>
                    </a:cubicBezTo>
                    <a:cubicBezTo>
                      <a:pt x="54925" y="381418"/>
                      <a:pt x="42489" y="393855"/>
                      <a:pt x="42489" y="409182"/>
                    </a:cubicBezTo>
                    <a:cubicBezTo>
                      <a:pt x="42489" y="424509"/>
                      <a:pt x="54925" y="436946"/>
                      <a:pt x="70253" y="436946"/>
                    </a:cubicBezTo>
                    <a:cubicBezTo>
                      <a:pt x="85580" y="436946"/>
                      <a:pt x="98016" y="424509"/>
                      <a:pt x="98016" y="409182"/>
                    </a:cubicBezTo>
                    <a:close/>
                    <a:moveTo>
                      <a:pt x="1441253" y="582364"/>
                    </a:moveTo>
                    <a:lnTo>
                      <a:pt x="1386707" y="410600"/>
                    </a:lnTo>
                    <a:lnTo>
                      <a:pt x="1336253" y="392218"/>
                    </a:lnTo>
                    <a:cubicBezTo>
                      <a:pt x="1300635" y="413982"/>
                      <a:pt x="1238344" y="415127"/>
                      <a:pt x="1255635" y="470491"/>
                    </a:cubicBezTo>
                    <a:lnTo>
                      <a:pt x="1441307" y="582364"/>
                    </a:lnTo>
                    <a:close/>
                    <a:moveTo>
                      <a:pt x="409253" y="403509"/>
                    </a:moveTo>
                    <a:lnTo>
                      <a:pt x="137671" y="426909"/>
                    </a:lnTo>
                    <a:lnTo>
                      <a:pt x="308507" y="532455"/>
                    </a:lnTo>
                    <a:cubicBezTo>
                      <a:pt x="323016" y="510036"/>
                      <a:pt x="376144" y="515873"/>
                      <a:pt x="385962" y="506109"/>
                    </a:cubicBezTo>
                    <a:cubicBezTo>
                      <a:pt x="388962" y="503109"/>
                      <a:pt x="425616" y="435582"/>
                      <a:pt x="425944" y="431327"/>
                    </a:cubicBezTo>
                    <a:cubicBezTo>
                      <a:pt x="426216" y="428218"/>
                      <a:pt x="410725" y="404273"/>
                      <a:pt x="409307" y="403455"/>
                    </a:cubicBezTo>
                    <a:close/>
                    <a:moveTo>
                      <a:pt x="1213144" y="443436"/>
                    </a:moveTo>
                    <a:cubicBezTo>
                      <a:pt x="1213144" y="423473"/>
                      <a:pt x="1196944" y="407273"/>
                      <a:pt x="1176980" y="407273"/>
                    </a:cubicBezTo>
                    <a:cubicBezTo>
                      <a:pt x="1157016" y="407273"/>
                      <a:pt x="1140816" y="423473"/>
                      <a:pt x="1140816" y="443436"/>
                    </a:cubicBezTo>
                    <a:cubicBezTo>
                      <a:pt x="1140816" y="463400"/>
                      <a:pt x="1157016" y="479600"/>
                      <a:pt x="1176980" y="479600"/>
                    </a:cubicBezTo>
                    <a:cubicBezTo>
                      <a:pt x="1196944" y="479600"/>
                      <a:pt x="1213144" y="463400"/>
                      <a:pt x="1213144" y="443436"/>
                    </a:cubicBezTo>
                    <a:close/>
                    <a:moveTo>
                      <a:pt x="775144" y="506764"/>
                    </a:moveTo>
                    <a:lnTo>
                      <a:pt x="535853" y="418836"/>
                    </a:lnTo>
                    <a:lnTo>
                      <a:pt x="620835" y="592400"/>
                    </a:lnTo>
                    <a:cubicBezTo>
                      <a:pt x="650016" y="582800"/>
                      <a:pt x="680071" y="597036"/>
                      <a:pt x="703198" y="614436"/>
                    </a:cubicBezTo>
                    <a:lnTo>
                      <a:pt x="778853" y="560546"/>
                    </a:lnTo>
                    <a:lnTo>
                      <a:pt x="775089" y="506709"/>
                    </a:lnTo>
                    <a:close/>
                    <a:moveTo>
                      <a:pt x="502253" y="446982"/>
                    </a:moveTo>
                    <a:cubicBezTo>
                      <a:pt x="461944" y="421946"/>
                      <a:pt x="428889" y="506764"/>
                      <a:pt x="422016" y="534909"/>
                    </a:cubicBezTo>
                    <a:cubicBezTo>
                      <a:pt x="442525" y="548436"/>
                      <a:pt x="441107" y="588909"/>
                      <a:pt x="454035" y="601455"/>
                    </a:cubicBezTo>
                    <a:cubicBezTo>
                      <a:pt x="458889" y="606146"/>
                      <a:pt x="548944" y="636855"/>
                      <a:pt x="554180" y="635873"/>
                    </a:cubicBezTo>
                    <a:cubicBezTo>
                      <a:pt x="560071" y="634727"/>
                      <a:pt x="579271" y="615255"/>
                      <a:pt x="578616" y="607946"/>
                    </a:cubicBezTo>
                    <a:lnTo>
                      <a:pt x="502253" y="446927"/>
                    </a:lnTo>
                    <a:close/>
                    <a:moveTo>
                      <a:pt x="113835" y="462909"/>
                    </a:moveTo>
                    <a:cubicBezTo>
                      <a:pt x="107725" y="463946"/>
                      <a:pt x="100416" y="474091"/>
                      <a:pt x="99980" y="481073"/>
                    </a:cubicBezTo>
                    <a:cubicBezTo>
                      <a:pt x="99325" y="491491"/>
                      <a:pt x="116125" y="585527"/>
                      <a:pt x="121471" y="590437"/>
                    </a:cubicBezTo>
                    <a:cubicBezTo>
                      <a:pt x="128562" y="596927"/>
                      <a:pt x="153271" y="604455"/>
                      <a:pt x="162053" y="618582"/>
                    </a:cubicBezTo>
                    <a:lnTo>
                      <a:pt x="282544" y="588200"/>
                    </a:lnTo>
                    <a:lnTo>
                      <a:pt x="279544" y="563327"/>
                    </a:lnTo>
                    <a:cubicBezTo>
                      <a:pt x="255871" y="555855"/>
                      <a:pt x="123435" y="461327"/>
                      <a:pt x="113889" y="462964"/>
                    </a:cubicBezTo>
                    <a:close/>
                    <a:moveTo>
                      <a:pt x="932998" y="524655"/>
                    </a:moveTo>
                    <a:cubicBezTo>
                      <a:pt x="932998" y="492418"/>
                      <a:pt x="906871" y="466291"/>
                      <a:pt x="874635" y="466291"/>
                    </a:cubicBezTo>
                    <a:cubicBezTo>
                      <a:pt x="842398" y="466291"/>
                      <a:pt x="816271" y="492418"/>
                      <a:pt x="816271" y="524655"/>
                    </a:cubicBezTo>
                    <a:cubicBezTo>
                      <a:pt x="816271" y="556891"/>
                      <a:pt x="842398" y="583018"/>
                      <a:pt x="874635" y="583018"/>
                    </a:cubicBezTo>
                    <a:cubicBezTo>
                      <a:pt x="906871" y="583018"/>
                      <a:pt x="932998" y="556891"/>
                      <a:pt x="932998" y="524655"/>
                    </a:cubicBezTo>
                    <a:close/>
                    <a:moveTo>
                      <a:pt x="1119489" y="495200"/>
                    </a:moveTo>
                    <a:lnTo>
                      <a:pt x="972762" y="522964"/>
                    </a:lnTo>
                    <a:cubicBezTo>
                      <a:pt x="977344" y="551546"/>
                      <a:pt x="959289" y="568291"/>
                      <a:pt x="952962" y="593436"/>
                    </a:cubicBezTo>
                    <a:lnTo>
                      <a:pt x="1046616" y="706946"/>
                    </a:lnTo>
                    <a:lnTo>
                      <a:pt x="1064998" y="698382"/>
                    </a:lnTo>
                    <a:lnTo>
                      <a:pt x="1119489" y="495255"/>
                    </a:lnTo>
                    <a:close/>
                    <a:moveTo>
                      <a:pt x="1413980" y="620546"/>
                    </a:moveTo>
                    <a:lnTo>
                      <a:pt x="1233980" y="503491"/>
                    </a:lnTo>
                    <a:cubicBezTo>
                      <a:pt x="1205016" y="511346"/>
                      <a:pt x="1183962" y="531473"/>
                      <a:pt x="1152216" y="516964"/>
                    </a:cubicBezTo>
                    <a:lnTo>
                      <a:pt x="1102689" y="715182"/>
                    </a:lnTo>
                    <a:lnTo>
                      <a:pt x="1125107" y="727182"/>
                    </a:lnTo>
                    <a:lnTo>
                      <a:pt x="1413926" y="620546"/>
                    </a:lnTo>
                    <a:close/>
                    <a:moveTo>
                      <a:pt x="405325" y="593273"/>
                    </a:moveTo>
                    <a:cubicBezTo>
                      <a:pt x="405325" y="571018"/>
                      <a:pt x="387271" y="552964"/>
                      <a:pt x="365016" y="552964"/>
                    </a:cubicBezTo>
                    <a:cubicBezTo>
                      <a:pt x="342762" y="552964"/>
                      <a:pt x="324707" y="571018"/>
                      <a:pt x="324707" y="593273"/>
                    </a:cubicBezTo>
                    <a:cubicBezTo>
                      <a:pt x="324707" y="615527"/>
                      <a:pt x="342762" y="633582"/>
                      <a:pt x="365016" y="633582"/>
                    </a:cubicBezTo>
                    <a:cubicBezTo>
                      <a:pt x="387271" y="633582"/>
                      <a:pt x="405325" y="615527"/>
                      <a:pt x="405325" y="593273"/>
                    </a:cubicBezTo>
                    <a:close/>
                    <a:moveTo>
                      <a:pt x="1010398" y="735091"/>
                    </a:moveTo>
                    <a:lnTo>
                      <a:pt x="919580" y="615746"/>
                    </a:lnTo>
                    <a:cubicBezTo>
                      <a:pt x="900925" y="616400"/>
                      <a:pt x="887071" y="626436"/>
                      <a:pt x="867435" y="624909"/>
                    </a:cubicBezTo>
                    <a:cubicBezTo>
                      <a:pt x="843544" y="623055"/>
                      <a:pt x="813053" y="597582"/>
                      <a:pt x="800835" y="598618"/>
                    </a:cubicBezTo>
                    <a:cubicBezTo>
                      <a:pt x="795598" y="599055"/>
                      <a:pt x="732653" y="642036"/>
                      <a:pt x="731889" y="646182"/>
                    </a:cubicBezTo>
                    <a:cubicBezTo>
                      <a:pt x="730907" y="651364"/>
                      <a:pt x="737180" y="684146"/>
                      <a:pt x="741271" y="686327"/>
                    </a:cubicBezTo>
                    <a:lnTo>
                      <a:pt x="1010398" y="735091"/>
                    </a:lnTo>
                    <a:close/>
                    <a:moveTo>
                      <a:pt x="128235" y="652673"/>
                    </a:moveTo>
                    <a:cubicBezTo>
                      <a:pt x="128235" y="640182"/>
                      <a:pt x="118144" y="630091"/>
                      <a:pt x="105653" y="630091"/>
                    </a:cubicBezTo>
                    <a:cubicBezTo>
                      <a:pt x="93162" y="630091"/>
                      <a:pt x="83071" y="640182"/>
                      <a:pt x="83071" y="652673"/>
                    </a:cubicBezTo>
                    <a:cubicBezTo>
                      <a:pt x="83071" y="665164"/>
                      <a:pt x="93162" y="675255"/>
                      <a:pt x="105653" y="675255"/>
                    </a:cubicBezTo>
                    <a:cubicBezTo>
                      <a:pt x="118144" y="675255"/>
                      <a:pt x="128235" y="665164"/>
                      <a:pt x="128235" y="652673"/>
                    </a:cubicBezTo>
                    <a:close/>
                    <a:moveTo>
                      <a:pt x="294871" y="632218"/>
                    </a:moveTo>
                    <a:cubicBezTo>
                      <a:pt x="289853" y="629273"/>
                      <a:pt x="192107" y="651691"/>
                      <a:pt x="181198" y="655946"/>
                    </a:cubicBezTo>
                    <a:cubicBezTo>
                      <a:pt x="174871" y="658455"/>
                      <a:pt x="163198" y="663037"/>
                      <a:pt x="165162" y="671982"/>
                    </a:cubicBezTo>
                    <a:lnTo>
                      <a:pt x="361253" y="827818"/>
                    </a:lnTo>
                    <a:lnTo>
                      <a:pt x="349471" y="678746"/>
                    </a:lnTo>
                    <a:cubicBezTo>
                      <a:pt x="346253" y="669527"/>
                      <a:pt x="325362" y="666582"/>
                      <a:pt x="314835" y="658836"/>
                    </a:cubicBezTo>
                    <a:cubicBezTo>
                      <a:pt x="304907" y="651527"/>
                      <a:pt x="296289" y="633091"/>
                      <a:pt x="294871" y="632218"/>
                    </a:cubicBezTo>
                    <a:close/>
                    <a:moveTo>
                      <a:pt x="696598" y="687691"/>
                    </a:moveTo>
                    <a:cubicBezTo>
                      <a:pt x="696598" y="656436"/>
                      <a:pt x="671235" y="631073"/>
                      <a:pt x="639980" y="631073"/>
                    </a:cubicBezTo>
                    <a:cubicBezTo>
                      <a:pt x="608726" y="631073"/>
                      <a:pt x="583362" y="656436"/>
                      <a:pt x="583362" y="687691"/>
                    </a:cubicBezTo>
                    <a:cubicBezTo>
                      <a:pt x="583362" y="718946"/>
                      <a:pt x="608726" y="744309"/>
                      <a:pt x="639980" y="744309"/>
                    </a:cubicBezTo>
                    <a:cubicBezTo>
                      <a:pt x="671235" y="744309"/>
                      <a:pt x="696598" y="718946"/>
                      <a:pt x="696598" y="687691"/>
                    </a:cubicBezTo>
                    <a:close/>
                    <a:moveTo>
                      <a:pt x="540544" y="675909"/>
                    </a:moveTo>
                    <a:lnTo>
                      <a:pt x="434835" y="638764"/>
                    </a:lnTo>
                    <a:cubicBezTo>
                      <a:pt x="428235" y="648200"/>
                      <a:pt x="400307" y="663909"/>
                      <a:pt x="396816" y="669691"/>
                    </a:cubicBezTo>
                    <a:cubicBezTo>
                      <a:pt x="389835" y="681146"/>
                      <a:pt x="397035" y="777364"/>
                      <a:pt x="399380" y="797982"/>
                    </a:cubicBezTo>
                    <a:cubicBezTo>
                      <a:pt x="401235" y="814291"/>
                      <a:pt x="406798" y="834036"/>
                      <a:pt x="426598" y="825146"/>
                    </a:cubicBezTo>
                    <a:cubicBezTo>
                      <a:pt x="435162" y="821273"/>
                      <a:pt x="546271" y="736946"/>
                      <a:pt x="549653" y="729909"/>
                    </a:cubicBezTo>
                    <a:lnTo>
                      <a:pt x="540489" y="675909"/>
                    </a:lnTo>
                    <a:close/>
                    <a:moveTo>
                      <a:pt x="1430398" y="658836"/>
                    </a:moveTo>
                    <a:lnTo>
                      <a:pt x="1152271" y="762364"/>
                    </a:lnTo>
                    <a:cubicBezTo>
                      <a:pt x="1196289" y="765091"/>
                      <a:pt x="1248544" y="783255"/>
                      <a:pt x="1291580" y="784346"/>
                    </a:cubicBezTo>
                    <a:cubicBezTo>
                      <a:pt x="1324198" y="785218"/>
                      <a:pt x="1316780" y="772946"/>
                      <a:pt x="1336144" y="763618"/>
                    </a:cubicBezTo>
                    <a:cubicBezTo>
                      <a:pt x="1349180" y="757346"/>
                      <a:pt x="1368107" y="759527"/>
                      <a:pt x="1374598" y="755655"/>
                    </a:cubicBezTo>
                    <a:cubicBezTo>
                      <a:pt x="1382344" y="751073"/>
                      <a:pt x="1420362" y="672527"/>
                      <a:pt x="1430398" y="658782"/>
                    </a:cubicBezTo>
                    <a:close/>
                    <a:moveTo>
                      <a:pt x="792925" y="876527"/>
                    </a:moveTo>
                    <a:cubicBezTo>
                      <a:pt x="825271" y="864909"/>
                      <a:pt x="846816" y="873473"/>
                      <a:pt x="875780" y="886727"/>
                    </a:cubicBezTo>
                    <a:lnTo>
                      <a:pt x="1004835" y="786964"/>
                    </a:lnTo>
                    <a:lnTo>
                      <a:pt x="989998" y="774636"/>
                    </a:lnTo>
                    <a:cubicBezTo>
                      <a:pt x="914016" y="769127"/>
                      <a:pt x="830235" y="736346"/>
                      <a:pt x="756053" y="730291"/>
                    </a:cubicBezTo>
                    <a:cubicBezTo>
                      <a:pt x="730362" y="728164"/>
                      <a:pt x="720380" y="730182"/>
                      <a:pt x="712689" y="757291"/>
                    </a:cubicBezTo>
                    <a:lnTo>
                      <a:pt x="792925" y="876527"/>
                    </a:lnTo>
                    <a:close/>
                    <a:moveTo>
                      <a:pt x="1092489" y="769891"/>
                    </a:moveTo>
                    <a:cubicBezTo>
                      <a:pt x="1092489" y="756037"/>
                      <a:pt x="1081253" y="744800"/>
                      <a:pt x="1067398" y="744800"/>
                    </a:cubicBezTo>
                    <a:cubicBezTo>
                      <a:pt x="1053544" y="744800"/>
                      <a:pt x="1042307" y="756037"/>
                      <a:pt x="1042307" y="769891"/>
                    </a:cubicBezTo>
                    <a:cubicBezTo>
                      <a:pt x="1042307" y="783746"/>
                      <a:pt x="1053544" y="794982"/>
                      <a:pt x="1067398" y="794982"/>
                    </a:cubicBezTo>
                    <a:cubicBezTo>
                      <a:pt x="1081253" y="794982"/>
                      <a:pt x="1092489" y="783746"/>
                      <a:pt x="1092489" y="769891"/>
                    </a:cubicBezTo>
                    <a:close/>
                    <a:moveTo>
                      <a:pt x="448525" y="871455"/>
                    </a:moveTo>
                    <a:lnTo>
                      <a:pt x="741707" y="919400"/>
                    </a:lnTo>
                    <a:lnTo>
                      <a:pt x="758289" y="900527"/>
                    </a:lnTo>
                    <a:cubicBezTo>
                      <a:pt x="758944" y="893327"/>
                      <a:pt x="684980" y="784891"/>
                      <a:pt x="677671" y="781127"/>
                    </a:cubicBezTo>
                    <a:cubicBezTo>
                      <a:pt x="668780" y="776546"/>
                      <a:pt x="596126" y="795309"/>
                      <a:pt x="576762" y="764109"/>
                    </a:cubicBezTo>
                    <a:lnTo>
                      <a:pt x="452289" y="854873"/>
                    </a:lnTo>
                    <a:lnTo>
                      <a:pt x="448580" y="871455"/>
                    </a:lnTo>
                    <a:close/>
                    <a:moveTo>
                      <a:pt x="1130398" y="800655"/>
                    </a:moveTo>
                    <a:lnTo>
                      <a:pt x="1283289" y="950873"/>
                    </a:lnTo>
                    <a:cubicBezTo>
                      <a:pt x="1309089" y="964400"/>
                      <a:pt x="1328016" y="882473"/>
                      <a:pt x="1326707" y="869000"/>
                    </a:cubicBezTo>
                    <a:cubicBezTo>
                      <a:pt x="1326162" y="863818"/>
                      <a:pt x="1308871" y="834091"/>
                      <a:pt x="1304726" y="830873"/>
                    </a:cubicBezTo>
                    <a:cubicBezTo>
                      <a:pt x="1282417" y="813746"/>
                      <a:pt x="1164326" y="811782"/>
                      <a:pt x="1130453" y="800655"/>
                    </a:cubicBezTo>
                    <a:close/>
                    <a:moveTo>
                      <a:pt x="1374980" y="801364"/>
                    </a:moveTo>
                    <a:lnTo>
                      <a:pt x="1348526" y="800600"/>
                    </a:lnTo>
                    <a:lnTo>
                      <a:pt x="1356871" y="833273"/>
                    </a:lnTo>
                    <a:cubicBezTo>
                      <a:pt x="1377816" y="833546"/>
                      <a:pt x="1385562" y="818327"/>
                      <a:pt x="1374980" y="801364"/>
                    </a:cubicBezTo>
                    <a:close/>
                    <a:moveTo>
                      <a:pt x="1250398" y="975091"/>
                    </a:moveTo>
                    <a:lnTo>
                      <a:pt x="1099744" y="829182"/>
                    </a:lnTo>
                    <a:cubicBezTo>
                      <a:pt x="1075798" y="841837"/>
                      <a:pt x="1041107" y="823836"/>
                      <a:pt x="1021635" y="830600"/>
                    </a:cubicBezTo>
                    <a:cubicBezTo>
                      <a:pt x="1015198" y="832836"/>
                      <a:pt x="919525" y="904346"/>
                      <a:pt x="911998" y="912255"/>
                    </a:cubicBezTo>
                    <a:cubicBezTo>
                      <a:pt x="900271" y="924582"/>
                      <a:pt x="892580" y="936746"/>
                      <a:pt x="915107" y="942255"/>
                    </a:cubicBezTo>
                    <a:lnTo>
                      <a:pt x="1250398" y="975091"/>
                    </a:lnTo>
                    <a:close/>
                    <a:moveTo>
                      <a:pt x="406962" y="880509"/>
                    </a:moveTo>
                    <a:cubicBezTo>
                      <a:pt x="406962" y="869382"/>
                      <a:pt x="397907" y="860327"/>
                      <a:pt x="386780" y="860327"/>
                    </a:cubicBezTo>
                    <a:cubicBezTo>
                      <a:pt x="375653" y="860327"/>
                      <a:pt x="366598" y="869382"/>
                      <a:pt x="366598" y="880509"/>
                    </a:cubicBezTo>
                    <a:cubicBezTo>
                      <a:pt x="366598" y="891636"/>
                      <a:pt x="375653" y="900691"/>
                      <a:pt x="386780" y="900691"/>
                    </a:cubicBezTo>
                    <a:cubicBezTo>
                      <a:pt x="397907" y="900691"/>
                      <a:pt x="406962" y="891636"/>
                      <a:pt x="406962" y="880509"/>
                    </a:cubicBezTo>
                    <a:close/>
                    <a:moveTo>
                      <a:pt x="864162" y="953055"/>
                    </a:moveTo>
                    <a:cubicBezTo>
                      <a:pt x="864162" y="930800"/>
                      <a:pt x="846107" y="912746"/>
                      <a:pt x="823853" y="912746"/>
                    </a:cubicBezTo>
                    <a:cubicBezTo>
                      <a:pt x="801598" y="912746"/>
                      <a:pt x="783544" y="930800"/>
                      <a:pt x="783544" y="953055"/>
                    </a:cubicBezTo>
                    <a:cubicBezTo>
                      <a:pt x="783544" y="975309"/>
                      <a:pt x="801598" y="993364"/>
                      <a:pt x="823853" y="993364"/>
                    </a:cubicBezTo>
                    <a:cubicBezTo>
                      <a:pt x="846107" y="993364"/>
                      <a:pt x="864162" y="975309"/>
                      <a:pt x="864162" y="953055"/>
                    </a:cubicBezTo>
                    <a:close/>
                    <a:moveTo>
                      <a:pt x="704889" y="953382"/>
                    </a:moveTo>
                    <a:lnTo>
                      <a:pt x="470398" y="915200"/>
                    </a:lnTo>
                    <a:lnTo>
                      <a:pt x="524562" y="961891"/>
                    </a:lnTo>
                    <a:cubicBezTo>
                      <a:pt x="546980" y="952346"/>
                      <a:pt x="566235" y="943727"/>
                      <a:pt x="590016" y="956491"/>
                    </a:cubicBezTo>
                    <a:cubicBezTo>
                      <a:pt x="601416" y="962600"/>
                      <a:pt x="606489" y="980437"/>
                      <a:pt x="625526" y="975473"/>
                    </a:cubicBezTo>
                    <a:lnTo>
                      <a:pt x="704889" y="953436"/>
                    </a:lnTo>
                    <a:close/>
                    <a:moveTo>
                      <a:pt x="1206707" y="1013382"/>
                    </a:moveTo>
                    <a:lnTo>
                      <a:pt x="923126" y="986109"/>
                    </a:lnTo>
                    <a:cubicBezTo>
                      <a:pt x="938998" y="998764"/>
                      <a:pt x="982744" y="1033455"/>
                      <a:pt x="999380" y="1038364"/>
                    </a:cubicBezTo>
                    <a:cubicBezTo>
                      <a:pt x="1024580" y="1045782"/>
                      <a:pt x="1063962" y="1018236"/>
                      <a:pt x="1095162" y="1051509"/>
                    </a:cubicBezTo>
                    <a:lnTo>
                      <a:pt x="1206707" y="1013382"/>
                    </a:lnTo>
                    <a:close/>
                    <a:moveTo>
                      <a:pt x="1329871" y="1005091"/>
                    </a:moveTo>
                    <a:cubicBezTo>
                      <a:pt x="1329871" y="995491"/>
                      <a:pt x="1322071" y="987691"/>
                      <a:pt x="1312471" y="987691"/>
                    </a:cubicBezTo>
                    <a:cubicBezTo>
                      <a:pt x="1302871" y="987691"/>
                      <a:pt x="1295071" y="995491"/>
                      <a:pt x="1295071" y="1005091"/>
                    </a:cubicBezTo>
                    <a:cubicBezTo>
                      <a:pt x="1295071" y="1014691"/>
                      <a:pt x="1302871" y="1022491"/>
                      <a:pt x="1312471" y="1022491"/>
                    </a:cubicBezTo>
                    <a:cubicBezTo>
                      <a:pt x="1322071" y="1022491"/>
                      <a:pt x="1329871" y="1014691"/>
                      <a:pt x="1329871" y="1005091"/>
                    </a:cubicBezTo>
                    <a:close/>
                    <a:moveTo>
                      <a:pt x="580580" y="1007873"/>
                    </a:moveTo>
                    <a:cubicBezTo>
                      <a:pt x="580580" y="998218"/>
                      <a:pt x="572780" y="990418"/>
                      <a:pt x="563125" y="990418"/>
                    </a:cubicBezTo>
                    <a:cubicBezTo>
                      <a:pt x="553471" y="990418"/>
                      <a:pt x="545671" y="998218"/>
                      <a:pt x="545671" y="1007873"/>
                    </a:cubicBezTo>
                    <a:cubicBezTo>
                      <a:pt x="545671" y="1017527"/>
                      <a:pt x="553471" y="1025327"/>
                      <a:pt x="563125" y="1025327"/>
                    </a:cubicBezTo>
                    <a:cubicBezTo>
                      <a:pt x="572780" y="1025327"/>
                      <a:pt x="580580" y="1017527"/>
                      <a:pt x="580580" y="1007873"/>
                    </a:cubicBezTo>
                    <a:close/>
                    <a:moveTo>
                      <a:pt x="1030689" y="1145655"/>
                    </a:moveTo>
                    <a:cubicBezTo>
                      <a:pt x="1022889" y="1138564"/>
                      <a:pt x="1004671" y="1139109"/>
                      <a:pt x="994689" y="1118982"/>
                    </a:cubicBezTo>
                    <a:cubicBezTo>
                      <a:pt x="986944" y="1103382"/>
                      <a:pt x="991798" y="1086691"/>
                      <a:pt x="983071" y="1076055"/>
                    </a:cubicBezTo>
                    <a:cubicBezTo>
                      <a:pt x="977453" y="1069237"/>
                      <a:pt x="883525" y="1013055"/>
                      <a:pt x="877471" y="1014200"/>
                    </a:cubicBezTo>
                    <a:lnTo>
                      <a:pt x="865853" y="1024018"/>
                    </a:lnTo>
                    <a:lnTo>
                      <a:pt x="946035" y="1331218"/>
                    </a:lnTo>
                    <a:cubicBezTo>
                      <a:pt x="956780" y="1371909"/>
                      <a:pt x="1018689" y="1300673"/>
                      <a:pt x="1019944" y="1293637"/>
                    </a:cubicBezTo>
                    <a:cubicBezTo>
                      <a:pt x="1021525" y="1284855"/>
                      <a:pt x="1013726" y="1271873"/>
                      <a:pt x="1018035" y="1253000"/>
                    </a:cubicBezTo>
                    <a:cubicBezTo>
                      <a:pt x="1022944" y="1231509"/>
                      <a:pt x="1042362" y="1226546"/>
                      <a:pt x="1043507" y="1207073"/>
                    </a:cubicBezTo>
                    <a:cubicBezTo>
                      <a:pt x="1043998" y="1198727"/>
                      <a:pt x="1035271" y="1149964"/>
                      <a:pt x="1030580" y="1145709"/>
                    </a:cubicBezTo>
                    <a:close/>
                    <a:moveTo>
                      <a:pt x="1045907" y="1067218"/>
                    </a:moveTo>
                    <a:lnTo>
                      <a:pt x="1023380" y="1089636"/>
                    </a:lnTo>
                    <a:lnTo>
                      <a:pt x="1045798" y="1112164"/>
                    </a:lnTo>
                    <a:lnTo>
                      <a:pt x="1068326" y="1089746"/>
                    </a:lnTo>
                    <a:lnTo>
                      <a:pt x="1045907" y="1067218"/>
                    </a:lnTo>
                    <a:close/>
                    <a:moveTo>
                      <a:pt x="1091889" y="1268927"/>
                    </a:moveTo>
                    <a:cubicBezTo>
                      <a:pt x="1091889" y="1259600"/>
                      <a:pt x="1084362" y="1252073"/>
                      <a:pt x="1075035" y="1252073"/>
                    </a:cubicBezTo>
                    <a:cubicBezTo>
                      <a:pt x="1065707" y="1252073"/>
                      <a:pt x="1058180" y="1259600"/>
                      <a:pt x="1058180" y="1268927"/>
                    </a:cubicBezTo>
                    <a:cubicBezTo>
                      <a:pt x="1058180" y="1278255"/>
                      <a:pt x="1065707" y="1285782"/>
                      <a:pt x="1075035" y="1285782"/>
                    </a:cubicBezTo>
                    <a:cubicBezTo>
                      <a:pt x="1084362" y="1285782"/>
                      <a:pt x="1091889" y="1278255"/>
                      <a:pt x="1091889" y="1268927"/>
                    </a:cubicBezTo>
                    <a:close/>
                    <a:moveTo>
                      <a:pt x="960762" y="1399509"/>
                    </a:moveTo>
                    <a:cubicBezTo>
                      <a:pt x="960762" y="1390237"/>
                      <a:pt x="953235" y="1382709"/>
                      <a:pt x="943962" y="1382709"/>
                    </a:cubicBezTo>
                    <a:cubicBezTo>
                      <a:pt x="934689" y="1382709"/>
                      <a:pt x="927162" y="1390237"/>
                      <a:pt x="927162" y="1399509"/>
                    </a:cubicBezTo>
                    <a:cubicBezTo>
                      <a:pt x="927162" y="1408782"/>
                      <a:pt x="934689" y="1416309"/>
                      <a:pt x="943962" y="1416309"/>
                    </a:cubicBezTo>
                    <a:cubicBezTo>
                      <a:pt x="953235" y="1416309"/>
                      <a:pt x="960762" y="1408782"/>
                      <a:pt x="960762" y="1399509"/>
                    </a:cubicBezTo>
                    <a:close/>
                  </a:path>
                </a:pathLst>
              </a:custGeom>
              <a:solidFill>
                <a:schemeClr val="tx2">
                  <a:lumMod val="40000"/>
                  <a:lumOff val="60000"/>
                </a:schemeClr>
              </a:solidFill>
              <a:ln w="9525" cap="flat">
                <a:solidFill>
                  <a:schemeClr val="tx2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Ovale 46">
                <a:extLst>
                  <a:ext uri="{FF2B5EF4-FFF2-40B4-BE49-F238E27FC236}">
                    <a16:creationId xmlns:a16="http://schemas.microsoft.com/office/drawing/2014/main" id="{4060D80B-0DF4-93AA-6406-D704BA0C8D70}"/>
                  </a:ext>
                </a:extLst>
              </p:cNvPr>
              <p:cNvSpPr/>
              <p:nvPr/>
            </p:nvSpPr>
            <p:spPr>
              <a:xfrm>
                <a:off x="9575618" y="4323726"/>
                <a:ext cx="1758545" cy="1758545"/>
              </a:xfrm>
              <a:prstGeom prst="ellipse">
                <a:avLst/>
              </a:prstGeom>
              <a:noFill/>
              <a:ln w="43411" cap="flat">
                <a:solidFill>
                  <a:schemeClr val="tx2">
                    <a:lumMod val="50000"/>
                  </a:schemeClr>
                </a:solidFill>
                <a:prstDash val="solid"/>
                <a:miter/>
              </a:ln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50" name="Figura a mano libera: forma 49">
              <a:extLst>
                <a:ext uri="{FF2B5EF4-FFF2-40B4-BE49-F238E27FC236}">
                  <a16:creationId xmlns:a16="http://schemas.microsoft.com/office/drawing/2014/main" id="{79FB336D-AF16-2678-4BE6-958C950FCF4E}"/>
                </a:ext>
              </a:extLst>
            </p:cNvPr>
            <p:cNvSpPr/>
            <p:nvPr/>
          </p:nvSpPr>
          <p:spPr>
            <a:xfrm>
              <a:off x="1806271" y="4765832"/>
              <a:ext cx="560868" cy="434495"/>
            </a:xfrm>
            <a:custGeom>
              <a:avLst/>
              <a:gdLst>
                <a:gd name="csX0" fmla="*/ 0 w 560868"/>
                <a:gd name="csY0" fmla="*/ 86899 h 434495"/>
                <a:gd name="csX1" fmla="*/ 343621 w 560868"/>
                <a:gd name="csY1" fmla="*/ 86899 h 434495"/>
                <a:gd name="csX2" fmla="*/ 343621 w 560868"/>
                <a:gd name="csY2" fmla="*/ 0 h 434495"/>
                <a:gd name="csX3" fmla="*/ 560868 w 560868"/>
                <a:gd name="csY3" fmla="*/ 217248 h 434495"/>
                <a:gd name="csX4" fmla="*/ 343621 w 560868"/>
                <a:gd name="csY4" fmla="*/ 434495 h 434495"/>
                <a:gd name="csX5" fmla="*/ 343621 w 560868"/>
                <a:gd name="csY5" fmla="*/ 347596 h 434495"/>
                <a:gd name="csX6" fmla="*/ 0 w 560868"/>
                <a:gd name="csY6" fmla="*/ 347596 h 434495"/>
                <a:gd name="csX7" fmla="*/ 0 w 560868"/>
                <a:gd name="csY7" fmla="*/ 86899 h 434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60868" h="434495">
                  <a:moveTo>
                    <a:pt x="0" y="86899"/>
                  </a:moveTo>
                  <a:lnTo>
                    <a:pt x="343621" y="86899"/>
                  </a:lnTo>
                  <a:lnTo>
                    <a:pt x="343621" y="0"/>
                  </a:lnTo>
                  <a:lnTo>
                    <a:pt x="560868" y="217248"/>
                  </a:lnTo>
                  <a:lnTo>
                    <a:pt x="343621" y="434495"/>
                  </a:lnTo>
                  <a:lnTo>
                    <a:pt x="343621" y="347596"/>
                  </a:lnTo>
                  <a:lnTo>
                    <a:pt x="0" y="347596"/>
                  </a:lnTo>
                  <a:lnTo>
                    <a:pt x="0" y="86899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51" name="Figura a mano libera: forma 50">
              <a:extLst>
                <a:ext uri="{FF2B5EF4-FFF2-40B4-BE49-F238E27FC236}">
                  <a16:creationId xmlns:a16="http://schemas.microsoft.com/office/drawing/2014/main" id="{1C1A6E57-4964-1F95-5FDF-81CA18D1B1F0}"/>
                </a:ext>
              </a:extLst>
            </p:cNvPr>
            <p:cNvSpPr/>
            <p:nvPr/>
          </p:nvSpPr>
          <p:spPr>
            <a:xfrm>
              <a:off x="3951572" y="4765832"/>
              <a:ext cx="560868" cy="434495"/>
            </a:xfrm>
            <a:custGeom>
              <a:avLst/>
              <a:gdLst>
                <a:gd name="csX0" fmla="*/ 0 w 560868"/>
                <a:gd name="csY0" fmla="*/ 86899 h 434495"/>
                <a:gd name="csX1" fmla="*/ 343621 w 560868"/>
                <a:gd name="csY1" fmla="*/ 86899 h 434495"/>
                <a:gd name="csX2" fmla="*/ 343621 w 560868"/>
                <a:gd name="csY2" fmla="*/ 0 h 434495"/>
                <a:gd name="csX3" fmla="*/ 560868 w 560868"/>
                <a:gd name="csY3" fmla="*/ 217248 h 434495"/>
                <a:gd name="csX4" fmla="*/ 343621 w 560868"/>
                <a:gd name="csY4" fmla="*/ 434495 h 434495"/>
                <a:gd name="csX5" fmla="*/ 343621 w 560868"/>
                <a:gd name="csY5" fmla="*/ 347596 h 434495"/>
                <a:gd name="csX6" fmla="*/ 0 w 560868"/>
                <a:gd name="csY6" fmla="*/ 347596 h 434495"/>
                <a:gd name="csX7" fmla="*/ 0 w 560868"/>
                <a:gd name="csY7" fmla="*/ 86899 h 434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60868" h="434495">
                  <a:moveTo>
                    <a:pt x="0" y="86899"/>
                  </a:moveTo>
                  <a:lnTo>
                    <a:pt x="343621" y="86899"/>
                  </a:lnTo>
                  <a:lnTo>
                    <a:pt x="343621" y="0"/>
                  </a:lnTo>
                  <a:lnTo>
                    <a:pt x="560868" y="217248"/>
                  </a:lnTo>
                  <a:lnTo>
                    <a:pt x="343621" y="434495"/>
                  </a:lnTo>
                  <a:lnTo>
                    <a:pt x="343621" y="347596"/>
                  </a:lnTo>
                  <a:lnTo>
                    <a:pt x="0" y="347596"/>
                  </a:lnTo>
                  <a:lnTo>
                    <a:pt x="0" y="86899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9525" cap="flat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Figura a mano libera: forma 51">
              <a:extLst>
                <a:ext uri="{FF2B5EF4-FFF2-40B4-BE49-F238E27FC236}">
                  <a16:creationId xmlns:a16="http://schemas.microsoft.com/office/drawing/2014/main" id="{1832AA5F-24D5-3312-FE73-A66D3CDD20F7}"/>
                </a:ext>
              </a:extLst>
            </p:cNvPr>
            <p:cNvSpPr/>
            <p:nvPr/>
          </p:nvSpPr>
          <p:spPr>
            <a:xfrm>
              <a:off x="6272727" y="4765832"/>
              <a:ext cx="560868" cy="434495"/>
            </a:xfrm>
            <a:custGeom>
              <a:avLst/>
              <a:gdLst>
                <a:gd name="csX0" fmla="*/ 0 w 560868"/>
                <a:gd name="csY0" fmla="*/ 86899 h 434495"/>
                <a:gd name="csX1" fmla="*/ 343621 w 560868"/>
                <a:gd name="csY1" fmla="*/ 86899 h 434495"/>
                <a:gd name="csX2" fmla="*/ 343621 w 560868"/>
                <a:gd name="csY2" fmla="*/ 0 h 434495"/>
                <a:gd name="csX3" fmla="*/ 560868 w 560868"/>
                <a:gd name="csY3" fmla="*/ 217248 h 434495"/>
                <a:gd name="csX4" fmla="*/ 343621 w 560868"/>
                <a:gd name="csY4" fmla="*/ 434495 h 434495"/>
                <a:gd name="csX5" fmla="*/ 343621 w 560868"/>
                <a:gd name="csY5" fmla="*/ 347596 h 434495"/>
                <a:gd name="csX6" fmla="*/ 0 w 560868"/>
                <a:gd name="csY6" fmla="*/ 347596 h 434495"/>
                <a:gd name="csX7" fmla="*/ 0 w 560868"/>
                <a:gd name="csY7" fmla="*/ 86899 h 434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60868" h="434495">
                  <a:moveTo>
                    <a:pt x="0" y="86899"/>
                  </a:moveTo>
                  <a:lnTo>
                    <a:pt x="343621" y="86899"/>
                  </a:lnTo>
                  <a:lnTo>
                    <a:pt x="343621" y="0"/>
                  </a:lnTo>
                  <a:lnTo>
                    <a:pt x="560868" y="217248"/>
                  </a:lnTo>
                  <a:lnTo>
                    <a:pt x="343621" y="434495"/>
                  </a:lnTo>
                  <a:lnTo>
                    <a:pt x="343621" y="347596"/>
                  </a:lnTo>
                  <a:lnTo>
                    <a:pt x="0" y="347596"/>
                  </a:lnTo>
                  <a:lnTo>
                    <a:pt x="0" y="86899"/>
                  </a:ln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9525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igura a mano libera: forma 52">
              <a:extLst>
                <a:ext uri="{FF2B5EF4-FFF2-40B4-BE49-F238E27FC236}">
                  <a16:creationId xmlns:a16="http://schemas.microsoft.com/office/drawing/2014/main" id="{24DFE8BC-834E-AC0A-55E6-E225AD18E460}"/>
                </a:ext>
              </a:extLst>
            </p:cNvPr>
            <p:cNvSpPr/>
            <p:nvPr/>
          </p:nvSpPr>
          <p:spPr>
            <a:xfrm>
              <a:off x="8769737" y="4765832"/>
              <a:ext cx="560868" cy="434495"/>
            </a:xfrm>
            <a:custGeom>
              <a:avLst/>
              <a:gdLst>
                <a:gd name="csX0" fmla="*/ 0 w 560868"/>
                <a:gd name="csY0" fmla="*/ 86899 h 434495"/>
                <a:gd name="csX1" fmla="*/ 343621 w 560868"/>
                <a:gd name="csY1" fmla="*/ 86899 h 434495"/>
                <a:gd name="csX2" fmla="*/ 343621 w 560868"/>
                <a:gd name="csY2" fmla="*/ 0 h 434495"/>
                <a:gd name="csX3" fmla="*/ 560868 w 560868"/>
                <a:gd name="csY3" fmla="*/ 217248 h 434495"/>
                <a:gd name="csX4" fmla="*/ 343621 w 560868"/>
                <a:gd name="csY4" fmla="*/ 434495 h 434495"/>
                <a:gd name="csX5" fmla="*/ 343621 w 560868"/>
                <a:gd name="csY5" fmla="*/ 347596 h 434495"/>
                <a:gd name="csX6" fmla="*/ 0 w 560868"/>
                <a:gd name="csY6" fmla="*/ 347596 h 434495"/>
                <a:gd name="csX7" fmla="*/ 0 w 560868"/>
                <a:gd name="csY7" fmla="*/ 86899 h 4344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60868" h="434495">
                  <a:moveTo>
                    <a:pt x="0" y="86899"/>
                  </a:moveTo>
                  <a:lnTo>
                    <a:pt x="343621" y="86899"/>
                  </a:lnTo>
                  <a:lnTo>
                    <a:pt x="343621" y="0"/>
                  </a:lnTo>
                  <a:lnTo>
                    <a:pt x="560868" y="217248"/>
                  </a:lnTo>
                  <a:lnTo>
                    <a:pt x="343621" y="434495"/>
                  </a:lnTo>
                  <a:lnTo>
                    <a:pt x="343621" y="347596"/>
                  </a:lnTo>
                  <a:lnTo>
                    <a:pt x="0" y="347596"/>
                  </a:lnTo>
                  <a:lnTo>
                    <a:pt x="0" y="86899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9525" cap="flat">
              <a:solidFill>
                <a:schemeClr val="accent3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Rettangolo 53">
              <a:extLst>
                <a:ext uri="{FF2B5EF4-FFF2-40B4-BE49-F238E27FC236}">
                  <a16:creationId xmlns:a16="http://schemas.microsoft.com/office/drawing/2014/main" id="{DA689B53-27E5-FBFB-9F7E-C817569EC6C0}"/>
                </a:ext>
              </a:extLst>
            </p:cNvPr>
            <p:cNvSpPr/>
            <p:nvPr/>
          </p:nvSpPr>
          <p:spPr>
            <a:xfrm>
              <a:off x="838200" y="5944099"/>
              <a:ext cx="703418" cy="29116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6350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ctr"/>
              <a:r>
                <a:rPr lang="it-IT" sz="1400" dirty="0">
                  <a:solidFill>
                    <a:schemeClr val="tx1"/>
                  </a:solidFill>
                </a:rPr>
                <a:t>160M</a:t>
              </a:r>
            </a:p>
          </p:txBody>
        </p:sp>
        <p:sp>
          <p:nvSpPr>
            <p:cNvPr id="55" name="Rettangolo 54">
              <a:extLst>
                <a:ext uri="{FF2B5EF4-FFF2-40B4-BE49-F238E27FC236}">
                  <a16:creationId xmlns:a16="http://schemas.microsoft.com/office/drawing/2014/main" id="{79C9CD4C-523A-8140-733E-1B30B0D2CC0A}"/>
                </a:ext>
              </a:extLst>
            </p:cNvPr>
            <p:cNvSpPr/>
            <p:nvPr/>
          </p:nvSpPr>
          <p:spPr>
            <a:xfrm>
              <a:off x="2807646" y="5944099"/>
              <a:ext cx="703418" cy="29116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9525" cap="flat">
              <a:solidFill>
                <a:schemeClr val="accent4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ctr"/>
              <a:r>
                <a:rPr lang="it-IT" sz="1400" dirty="0"/>
                <a:t>1B</a:t>
              </a:r>
            </a:p>
          </p:txBody>
        </p:sp>
        <p:sp>
          <p:nvSpPr>
            <p:cNvPr id="56" name="Rettangolo 55">
              <a:extLst>
                <a:ext uri="{FF2B5EF4-FFF2-40B4-BE49-F238E27FC236}">
                  <a16:creationId xmlns:a16="http://schemas.microsoft.com/office/drawing/2014/main" id="{847B197E-AD66-10C9-43CE-87B0D4762550}"/>
                </a:ext>
              </a:extLst>
            </p:cNvPr>
            <p:cNvSpPr/>
            <p:nvPr/>
          </p:nvSpPr>
          <p:spPr>
            <a:xfrm>
              <a:off x="5040874" y="5944099"/>
              <a:ext cx="703418" cy="29116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 cap="flat">
              <a:solidFill>
                <a:schemeClr val="accent5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ctr"/>
              <a:r>
                <a:rPr lang="it-IT" sz="1400" dirty="0"/>
                <a:t>1.4B</a:t>
              </a:r>
            </a:p>
          </p:txBody>
        </p:sp>
        <p:sp>
          <p:nvSpPr>
            <p:cNvPr id="57" name="Rettangolo 56">
              <a:extLst>
                <a:ext uri="{FF2B5EF4-FFF2-40B4-BE49-F238E27FC236}">
                  <a16:creationId xmlns:a16="http://schemas.microsoft.com/office/drawing/2014/main" id="{CC51A8A7-0527-8FA2-E161-5EFE774A44F2}"/>
                </a:ext>
              </a:extLst>
            </p:cNvPr>
            <p:cNvSpPr/>
            <p:nvPr/>
          </p:nvSpPr>
          <p:spPr>
            <a:xfrm>
              <a:off x="7449957" y="5944099"/>
              <a:ext cx="703418" cy="29116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 cap="flat">
              <a:solidFill>
                <a:schemeClr val="accent3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ctr"/>
              <a:r>
                <a:rPr lang="it-IT" sz="1400" dirty="0"/>
                <a:t>2.8B</a:t>
              </a:r>
            </a:p>
          </p:txBody>
        </p:sp>
        <p:sp>
          <p:nvSpPr>
            <p:cNvPr id="58" name="Rettangolo 57">
              <a:extLst>
                <a:ext uri="{FF2B5EF4-FFF2-40B4-BE49-F238E27FC236}">
                  <a16:creationId xmlns:a16="http://schemas.microsoft.com/office/drawing/2014/main" id="{F18D2661-CDBD-5638-46AE-162EE8C69C76}"/>
                </a:ext>
              </a:extLst>
            </p:cNvPr>
            <p:cNvSpPr/>
            <p:nvPr/>
          </p:nvSpPr>
          <p:spPr>
            <a:xfrm>
              <a:off x="10122818" y="5944099"/>
              <a:ext cx="703418" cy="291164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>
              <a:solidFill>
                <a:schemeClr val="tx2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pPr algn="ctr"/>
              <a:r>
                <a:rPr lang="it-IT" sz="1400" dirty="0"/>
                <a:t>6.9B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45907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D49366-F331-746C-5F78-83FA3DF4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Workflow operativo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059305E-743F-EB2E-571F-6734ADDB5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74B972-DC7B-17BA-77B3-1508F09B54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7D7758DE-1FAA-2010-7B35-7F292DD9E4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891" y="1278157"/>
            <a:ext cx="1980000" cy="1871436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2BAFDD51-295C-DDC7-CDC9-B49E9866AA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7673" y="1587768"/>
            <a:ext cx="2894792" cy="1252214"/>
          </a:xfrm>
          <a:prstGeom prst="rect">
            <a:avLst/>
          </a:prstGeom>
        </p:spPr>
      </p:pic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24361630-0AAB-D24A-6701-D7555A27D5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40318" y="1359161"/>
            <a:ext cx="1714769" cy="1709427"/>
          </a:xfrm>
          <a:prstGeom prst="rect">
            <a:avLst/>
          </a:prstGeom>
        </p:spPr>
      </p:pic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132C9AA9-78BA-D54E-071D-CB0FC6E17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43723" y="1356490"/>
            <a:ext cx="1714769" cy="1714769"/>
          </a:xfrm>
          <a:prstGeom prst="rect">
            <a:avLst/>
          </a:prstGeom>
        </p:spPr>
      </p:pic>
      <p:graphicFrame>
        <p:nvGraphicFramePr>
          <p:cNvPr id="15" name="smart art" hidden="1">
            <a:extLst>
              <a:ext uri="{FF2B5EF4-FFF2-40B4-BE49-F238E27FC236}">
                <a16:creationId xmlns:a16="http://schemas.microsoft.com/office/drawing/2014/main" id="{204AC876-BA49-9BC4-9C4B-2D3054F34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5353203"/>
              </p:ext>
            </p:extLst>
          </p:nvPr>
        </p:nvGraphicFramePr>
        <p:xfrm>
          <a:off x="838200" y="2963091"/>
          <a:ext cx="10515600" cy="3171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pSp>
        <p:nvGrpSpPr>
          <p:cNvPr id="29" name="Gruppo 28">
            <a:extLst>
              <a:ext uri="{FF2B5EF4-FFF2-40B4-BE49-F238E27FC236}">
                <a16:creationId xmlns:a16="http://schemas.microsoft.com/office/drawing/2014/main" id="{04699105-F282-529E-464C-258A0EB949DD}"/>
              </a:ext>
            </a:extLst>
          </p:cNvPr>
          <p:cNvGrpSpPr/>
          <p:nvPr/>
        </p:nvGrpSpPr>
        <p:grpSpPr>
          <a:xfrm>
            <a:off x="839588" y="3423696"/>
            <a:ext cx="2102606" cy="2658550"/>
            <a:chOff x="839588" y="3219622"/>
            <a:chExt cx="2102606" cy="2658550"/>
          </a:xfrm>
        </p:grpSpPr>
        <p:sp>
          <p:nvSpPr>
            <p:cNvPr id="18" name="Figura a mano libera: forma 17">
              <a:extLst>
                <a:ext uri="{FF2B5EF4-FFF2-40B4-BE49-F238E27FC236}">
                  <a16:creationId xmlns:a16="http://schemas.microsoft.com/office/drawing/2014/main" id="{ED5C28E0-42DF-6D2F-8CA7-40F20307D7A5}"/>
                </a:ext>
              </a:extLst>
            </p:cNvPr>
            <p:cNvSpPr/>
            <p:nvPr/>
          </p:nvSpPr>
          <p:spPr>
            <a:xfrm>
              <a:off x="839588" y="3219622"/>
              <a:ext cx="1745163" cy="1001582"/>
            </a:xfrm>
            <a:custGeom>
              <a:avLst/>
              <a:gdLst>
                <a:gd name="csX0" fmla="*/ 0 w 1745163"/>
                <a:gd name="csY0" fmla="*/ 100158 h 1001582"/>
                <a:gd name="csX1" fmla="*/ 100158 w 1745163"/>
                <a:gd name="csY1" fmla="*/ 0 h 1001582"/>
                <a:gd name="csX2" fmla="*/ 1645005 w 1745163"/>
                <a:gd name="csY2" fmla="*/ 0 h 1001582"/>
                <a:gd name="csX3" fmla="*/ 1745163 w 1745163"/>
                <a:gd name="csY3" fmla="*/ 100158 h 1001582"/>
                <a:gd name="csX4" fmla="*/ 1745163 w 1745163"/>
                <a:gd name="csY4" fmla="*/ 901424 h 1001582"/>
                <a:gd name="csX5" fmla="*/ 1645005 w 1745163"/>
                <a:gd name="csY5" fmla="*/ 1001582 h 1001582"/>
                <a:gd name="csX6" fmla="*/ 100158 w 1745163"/>
                <a:gd name="csY6" fmla="*/ 1001582 h 1001582"/>
                <a:gd name="csX7" fmla="*/ 0 w 1745163"/>
                <a:gd name="csY7" fmla="*/ 901424 h 1001582"/>
                <a:gd name="csX8" fmla="*/ 0 w 1745163"/>
                <a:gd name="csY8" fmla="*/ 100158 h 1001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001582">
                  <a:moveTo>
                    <a:pt x="0" y="100158"/>
                  </a:moveTo>
                  <a:cubicBezTo>
                    <a:pt x="0" y="44842"/>
                    <a:pt x="44842" y="0"/>
                    <a:pt x="100158" y="0"/>
                  </a:cubicBezTo>
                  <a:lnTo>
                    <a:pt x="1645005" y="0"/>
                  </a:lnTo>
                  <a:cubicBezTo>
                    <a:pt x="1700321" y="0"/>
                    <a:pt x="1745163" y="44842"/>
                    <a:pt x="1745163" y="100158"/>
                  </a:cubicBezTo>
                  <a:lnTo>
                    <a:pt x="1745163" y="901424"/>
                  </a:lnTo>
                  <a:cubicBezTo>
                    <a:pt x="1745163" y="956740"/>
                    <a:pt x="1700321" y="1001582"/>
                    <a:pt x="1645005" y="1001582"/>
                  </a:cubicBezTo>
                  <a:lnTo>
                    <a:pt x="100158" y="1001582"/>
                  </a:lnTo>
                  <a:cubicBezTo>
                    <a:pt x="44842" y="1001582"/>
                    <a:pt x="0" y="956740"/>
                    <a:pt x="0" y="901424"/>
                  </a:cubicBezTo>
                  <a:lnTo>
                    <a:pt x="0" y="100158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383391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300" b="1" kern="1200" dirty="0"/>
                <a:t>Mapping e preparazione del dataset</a:t>
              </a:r>
            </a:p>
          </p:txBody>
        </p:sp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97182AB3-47D3-8E01-D00A-2CAF63591E6C}"/>
                </a:ext>
              </a:extLst>
            </p:cNvPr>
            <p:cNvSpPr/>
            <p:nvPr/>
          </p:nvSpPr>
          <p:spPr>
            <a:xfrm>
              <a:off x="1197031" y="3887344"/>
              <a:ext cx="1745163" cy="1990828"/>
            </a:xfrm>
            <a:custGeom>
              <a:avLst/>
              <a:gdLst>
                <a:gd name="csX0" fmla="*/ 0 w 1745163"/>
                <a:gd name="csY0" fmla="*/ 174516 h 1990828"/>
                <a:gd name="csX1" fmla="*/ 174516 w 1745163"/>
                <a:gd name="csY1" fmla="*/ 0 h 1990828"/>
                <a:gd name="csX2" fmla="*/ 1570647 w 1745163"/>
                <a:gd name="csY2" fmla="*/ 0 h 1990828"/>
                <a:gd name="csX3" fmla="*/ 1745163 w 1745163"/>
                <a:gd name="csY3" fmla="*/ 174516 h 1990828"/>
                <a:gd name="csX4" fmla="*/ 1745163 w 1745163"/>
                <a:gd name="csY4" fmla="*/ 1816312 h 1990828"/>
                <a:gd name="csX5" fmla="*/ 1570647 w 1745163"/>
                <a:gd name="csY5" fmla="*/ 1990828 h 1990828"/>
                <a:gd name="csX6" fmla="*/ 174516 w 1745163"/>
                <a:gd name="csY6" fmla="*/ 1990828 h 1990828"/>
                <a:gd name="csX7" fmla="*/ 0 w 1745163"/>
                <a:gd name="csY7" fmla="*/ 1816312 h 1990828"/>
                <a:gd name="csX8" fmla="*/ 0 w 1745163"/>
                <a:gd name="csY8" fmla="*/ 174516 h 1990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990828">
                  <a:moveTo>
                    <a:pt x="0" y="174516"/>
                  </a:moveTo>
                  <a:cubicBezTo>
                    <a:pt x="0" y="78133"/>
                    <a:pt x="78133" y="0"/>
                    <a:pt x="174516" y="0"/>
                  </a:cubicBezTo>
                  <a:lnTo>
                    <a:pt x="1570647" y="0"/>
                  </a:lnTo>
                  <a:cubicBezTo>
                    <a:pt x="1667030" y="0"/>
                    <a:pt x="1745163" y="78133"/>
                    <a:pt x="1745163" y="174516"/>
                  </a:cubicBezTo>
                  <a:lnTo>
                    <a:pt x="1745163" y="1816312"/>
                  </a:lnTo>
                  <a:cubicBezTo>
                    <a:pt x="1745163" y="1912695"/>
                    <a:pt x="1667030" y="1990828"/>
                    <a:pt x="1570647" y="1990828"/>
                  </a:cubicBezTo>
                  <a:lnTo>
                    <a:pt x="174516" y="1990828"/>
                  </a:lnTo>
                  <a:cubicBezTo>
                    <a:pt x="78133" y="1990828"/>
                    <a:pt x="0" y="1912695"/>
                    <a:pt x="0" y="1816312"/>
                  </a:cubicBezTo>
                  <a:lnTo>
                    <a:pt x="0" y="174516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570" tIns="143570" rIns="143570" bIns="14357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400" kern="1200" dirty="0"/>
                <a:t>Dataset unico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400" kern="1200" dirty="0"/>
                <a:t>Normalizzazione dei </a:t>
              </a:r>
              <a:r>
                <a:rPr lang="it-IT" sz="1400" kern="1200" dirty="0" err="1"/>
                <a:t>topic</a:t>
              </a:r>
              <a:r>
                <a:rPr lang="it-IT" sz="1400" kern="1200" dirty="0"/>
                <a:t> (23 macro-aree)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400" kern="1200" dirty="0"/>
                <a:t>Calcolo distribuzione umana</a:t>
              </a:r>
            </a:p>
          </p:txBody>
        </p:sp>
      </p:grpSp>
      <p:sp>
        <p:nvSpPr>
          <p:cNvPr id="20" name="Figura a mano libera: forma 19">
            <a:extLst>
              <a:ext uri="{FF2B5EF4-FFF2-40B4-BE49-F238E27FC236}">
                <a16:creationId xmlns:a16="http://schemas.microsoft.com/office/drawing/2014/main" id="{B11AA35A-F26F-C88C-2A3F-CC4254224072}"/>
              </a:ext>
            </a:extLst>
          </p:cNvPr>
          <p:cNvSpPr/>
          <p:nvPr/>
        </p:nvSpPr>
        <p:spPr>
          <a:xfrm>
            <a:off x="2849312" y="3540309"/>
            <a:ext cx="560868" cy="434495"/>
          </a:xfrm>
          <a:custGeom>
            <a:avLst/>
            <a:gdLst>
              <a:gd name="csX0" fmla="*/ 0 w 560868"/>
              <a:gd name="csY0" fmla="*/ 86899 h 434495"/>
              <a:gd name="csX1" fmla="*/ 343621 w 560868"/>
              <a:gd name="csY1" fmla="*/ 86899 h 434495"/>
              <a:gd name="csX2" fmla="*/ 343621 w 560868"/>
              <a:gd name="csY2" fmla="*/ 0 h 434495"/>
              <a:gd name="csX3" fmla="*/ 560868 w 560868"/>
              <a:gd name="csY3" fmla="*/ 217248 h 434495"/>
              <a:gd name="csX4" fmla="*/ 343621 w 560868"/>
              <a:gd name="csY4" fmla="*/ 434495 h 434495"/>
              <a:gd name="csX5" fmla="*/ 343621 w 560868"/>
              <a:gd name="csY5" fmla="*/ 347596 h 434495"/>
              <a:gd name="csX6" fmla="*/ 0 w 560868"/>
              <a:gd name="csY6" fmla="*/ 347596 h 434495"/>
              <a:gd name="csX7" fmla="*/ 0 w 560868"/>
              <a:gd name="csY7" fmla="*/ 86899 h 434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0868" h="434495">
                <a:moveTo>
                  <a:pt x="0" y="86899"/>
                </a:moveTo>
                <a:lnTo>
                  <a:pt x="343621" y="86899"/>
                </a:lnTo>
                <a:lnTo>
                  <a:pt x="343621" y="0"/>
                </a:lnTo>
                <a:lnTo>
                  <a:pt x="560868" y="217248"/>
                </a:lnTo>
                <a:lnTo>
                  <a:pt x="343621" y="434495"/>
                </a:lnTo>
                <a:lnTo>
                  <a:pt x="343621" y="347596"/>
                </a:lnTo>
                <a:lnTo>
                  <a:pt x="0" y="347596"/>
                </a:lnTo>
                <a:lnTo>
                  <a:pt x="0" y="8689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6899" rIns="130348" bIns="86899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000" kern="120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C9CA132-3AE0-B932-12FA-635AF8E2340C}"/>
              </a:ext>
            </a:extLst>
          </p:cNvPr>
          <p:cNvGrpSpPr/>
          <p:nvPr/>
        </p:nvGrpSpPr>
        <p:grpSpPr>
          <a:xfrm>
            <a:off x="3643766" y="3423696"/>
            <a:ext cx="2102606" cy="2658550"/>
            <a:chOff x="3642994" y="3219622"/>
            <a:chExt cx="2102606" cy="2658550"/>
          </a:xfrm>
        </p:grpSpPr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AD722094-0129-FF0B-2E63-91BC9190DC36}"/>
                </a:ext>
              </a:extLst>
            </p:cNvPr>
            <p:cNvSpPr/>
            <p:nvPr/>
          </p:nvSpPr>
          <p:spPr>
            <a:xfrm>
              <a:off x="3642994" y="3219622"/>
              <a:ext cx="1745163" cy="1001582"/>
            </a:xfrm>
            <a:custGeom>
              <a:avLst/>
              <a:gdLst>
                <a:gd name="csX0" fmla="*/ 0 w 1745163"/>
                <a:gd name="csY0" fmla="*/ 100158 h 1001582"/>
                <a:gd name="csX1" fmla="*/ 100158 w 1745163"/>
                <a:gd name="csY1" fmla="*/ 0 h 1001582"/>
                <a:gd name="csX2" fmla="*/ 1645005 w 1745163"/>
                <a:gd name="csY2" fmla="*/ 0 h 1001582"/>
                <a:gd name="csX3" fmla="*/ 1745163 w 1745163"/>
                <a:gd name="csY3" fmla="*/ 100158 h 1001582"/>
                <a:gd name="csX4" fmla="*/ 1745163 w 1745163"/>
                <a:gd name="csY4" fmla="*/ 901424 h 1001582"/>
                <a:gd name="csX5" fmla="*/ 1645005 w 1745163"/>
                <a:gd name="csY5" fmla="*/ 1001582 h 1001582"/>
                <a:gd name="csX6" fmla="*/ 100158 w 1745163"/>
                <a:gd name="csY6" fmla="*/ 1001582 h 1001582"/>
                <a:gd name="csX7" fmla="*/ 0 w 1745163"/>
                <a:gd name="csY7" fmla="*/ 901424 h 1001582"/>
                <a:gd name="csX8" fmla="*/ 0 w 1745163"/>
                <a:gd name="csY8" fmla="*/ 100158 h 1001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001582">
                  <a:moveTo>
                    <a:pt x="0" y="100158"/>
                  </a:moveTo>
                  <a:cubicBezTo>
                    <a:pt x="0" y="44842"/>
                    <a:pt x="44842" y="0"/>
                    <a:pt x="100158" y="0"/>
                  </a:cubicBezTo>
                  <a:lnTo>
                    <a:pt x="1645005" y="0"/>
                  </a:lnTo>
                  <a:cubicBezTo>
                    <a:pt x="1700321" y="0"/>
                    <a:pt x="1745163" y="44842"/>
                    <a:pt x="1745163" y="100158"/>
                  </a:cubicBezTo>
                  <a:lnTo>
                    <a:pt x="1745163" y="901424"/>
                  </a:lnTo>
                  <a:cubicBezTo>
                    <a:pt x="1745163" y="956740"/>
                    <a:pt x="1700321" y="1001582"/>
                    <a:pt x="1645005" y="1001582"/>
                  </a:cubicBezTo>
                  <a:lnTo>
                    <a:pt x="100158" y="1001582"/>
                  </a:lnTo>
                  <a:cubicBezTo>
                    <a:pt x="44842" y="1001582"/>
                    <a:pt x="0" y="956740"/>
                    <a:pt x="0" y="901424"/>
                  </a:cubicBezTo>
                  <a:lnTo>
                    <a:pt x="0" y="100158"/>
                  </a:lnTo>
                  <a:close/>
                </a:path>
              </a:pathLst>
            </a:custGeom>
            <a:solidFill>
              <a:srgbClr val="6D7FA8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2003568"/>
                <a:satOff val="-8793"/>
                <a:lumOff val="2614"/>
                <a:alphaOff val="0"/>
              </a:schemeClr>
            </a:fillRef>
            <a:effectRef idx="0">
              <a:schemeClr val="accent5">
                <a:hueOff val="2003568"/>
                <a:satOff val="-8793"/>
                <a:lumOff val="261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383391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300" b="1" kern="1200" dirty="0"/>
                <a:t>Generazione dei trial sperimentali</a:t>
              </a:r>
            </a:p>
          </p:txBody>
        </p:sp>
        <p:sp>
          <p:nvSpPr>
            <p:cNvPr id="22" name="Figura a mano libera: forma 21">
              <a:extLst>
                <a:ext uri="{FF2B5EF4-FFF2-40B4-BE49-F238E27FC236}">
                  <a16:creationId xmlns:a16="http://schemas.microsoft.com/office/drawing/2014/main" id="{CC44F0AB-0442-339D-62C0-DB5ADA22FB8C}"/>
                </a:ext>
              </a:extLst>
            </p:cNvPr>
            <p:cNvSpPr/>
            <p:nvPr/>
          </p:nvSpPr>
          <p:spPr>
            <a:xfrm>
              <a:off x="4000437" y="3887344"/>
              <a:ext cx="1745163" cy="1990828"/>
            </a:xfrm>
            <a:custGeom>
              <a:avLst/>
              <a:gdLst>
                <a:gd name="csX0" fmla="*/ 0 w 1745163"/>
                <a:gd name="csY0" fmla="*/ 174516 h 1990828"/>
                <a:gd name="csX1" fmla="*/ 174516 w 1745163"/>
                <a:gd name="csY1" fmla="*/ 0 h 1990828"/>
                <a:gd name="csX2" fmla="*/ 1570647 w 1745163"/>
                <a:gd name="csY2" fmla="*/ 0 h 1990828"/>
                <a:gd name="csX3" fmla="*/ 1745163 w 1745163"/>
                <a:gd name="csY3" fmla="*/ 174516 h 1990828"/>
                <a:gd name="csX4" fmla="*/ 1745163 w 1745163"/>
                <a:gd name="csY4" fmla="*/ 1816312 h 1990828"/>
                <a:gd name="csX5" fmla="*/ 1570647 w 1745163"/>
                <a:gd name="csY5" fmla="*/ 1990828 h 1990828"/>
                <a:gd name="csX6" fmla="*/ 174516 w 1745163"/>
                <a:gd name="csY6" fmla="*/ 1990828 h 1990828"/>
                <a:gd name="csX7" fmla="*/ 0 w 1745163"/>
                <a:gd name="csY7" fmla="*/ 1816312 h 1990828"/>
                <a:gd name="csX8" fmla="*/ 0 w 1745163"/>
                <a:gd name="csY8" fmla="*/ 174516 h 1990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990828">
                  <a:moveTo>
                    <a:pt x="0" y="174516"/>
                  </a:moveTo>
                  <a:cubicBezTo>
                    <a:pt x="0" y="78133"/>
                    <a:pt x="78133" y="0"/>
                    <a:pt x="174516" y="0"/>
                  </a:cubicBezTo>
                  <a:lnTo>
                    <a:pt x="1570647" y="0"/>
                  </a:lnTo>
                  <a:cubicBezTo>
                    <a:pt x="1667030" y="0"/>
                    <a:pt x="1745163" y="78133"/>
                    <a:pt x="1745163" y="174516"/>
                  </a:cubicBezTo>
                  <a:lnTo>
                    <a:pt x="1745163" y="1816312"/>
                  </a:lnTo>
                  <a:cubicBezTo>
                    <a:pt x="1745163" y="1912695"/>
                    <a:pt x="1667030" y="1990828"/>
                    <a:pt x="1570647" y="1990828"/>
                  </a:cubicBezTo>
                  <a:lnTo>
                    <a:pt x="174516" y="1990828"/>
                  </a:lnTo>
                  <a:cubicBezTo>
                    <a:pt x="78133" y="1990828"/>
                    <a:pt x="0" y="1912695"/>
                    <a:pt x="0" y="1816312"/>
                  </a:cubicBezTo>
                  <a:lnTo>
                    <a:pt x="0" y="174516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2003568"/>
                <a:satOff val="-8793"/>
                <a:lumOff val="2614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570" tIns="143570" rIns="143570" bIns="14357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500" kern="1200" dirty="0"/>
                <a:t>1 baseline 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500" kern="1200" dirty="0"/>
                <a:t>3 permutazioni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500" kern="1200" dirty="0"/>
                <a:t>3 duplicazione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500" kern="1200" dirty="0"/>
                <a:t>3 minacce (economica, informatica, legale)</a:t>
              </a:r>
            </a:p>
          </p:txBody>
        </p:sp>
      </p:grpSp>
      <p:sp>
        <p:nvSpPr>
          <p:cNvPr id="23" name="Figura a mano libera: forma 22">
            <a:extLst>
              <a:ext uri="{FF2B5EF4-FFF2-40B4-BE49-F238E27FC236}">
                <a16:creationId xmlns:a16="http://schemas.microsoft.com/office/drawing/2014/main" id="{0EB677CF-B3AD-2942-BD60-97429EDECC8E}"/>
              </a:ext>
            </a:extLst>
          </p:cNvPr>
          <p:cNvSpPr/>
          <p:nvPr/>
        </p:nvSpPr>
        <p:spPr>
          <a:xfrm>
            <a:off x="5652717" y="3540309"/>
            <a:ext cx="560868" cy="434495"/>
          </a:xfrm>
          <a:custGeom>
            <a:avLst/>
            <a:gdLst>
              <a:gd name="csX0" fmla="*/ 0 w 560868"/>
              <a:gd name="csY0" fmla="*/ 86899 h 434495"/>
              <a:gd name="csX1" fmla="*/ 343621 w 560868"/>
              <a:gd name="csY1" fmla="*/ 86899 h 434495"/>
              <a:gd name="csX2" fmla="*/ 343621 w 560868"/>
              <a:gd name="csY2" fmla="*/ 0 h 434495"/>
              <a:gd name="csX3" fmla="*/ 560868 w 560868"/>
              <a:gd name="csY3" fmla="*/ 217248 h 434495"/>
              <a:gd name="csX4" fmla="*/ 343621 w 560868"/>
              <a:gd name="csY4" fmla="*/ 434495 h 434495"/>
              <a:gd name="csX5" fmla="*/ 343621 w 560868"/>
              <a:gd name="csY5" fmla="*/ 347596 h 434495"/>
              <a:gd name="csX6" fmla="*/ 0 w 560868"/>
              <a:gd name="csY6" fmla="*/ 347596 h 434495"/>
              <a:gd name="csX7" fmla="*/ 0 w 560868"/>
              <a:gd name="csY7" fmla="*/ 86899 h 434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0868" h="434495">
                <a:moveTo>
                  <a:pt x="0" y="86899"/>
                </a:moveTo>
                <a:lnTo>
                  <a:pt x="343621" y="86899"/>
                </a:lnTo>
                <a:lnTo>
                  <a:pt x="343621" y="0"/>
                </a:lnTo>
                <a:lnTo>
                  <a:pt x="560868" y="217248"/>
                </a:lnTo>
                <a:lnTo>
                  <a:pt x="343621" y="434495"/>
                </a:lnTo>
                <a:lnTo>
                  <a:pt x="343621" y="347596"/>
                </a:lnTo>
                <a:lnTo>
                  <a:pt x="0" y="347596"/>
                </a:lnTo>
                <a:lnTo>
                  <a:pt x="0" y="8689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3005351"/>
              <a:satOff val="-13190"/>
              <a:lumOff val="3921"/>
              <a:alphaOff val="0"/>
            </a:schemeClr>
          </a:fillRef>
          <a:effectRef idx="0">
            <a:schemeClr val="accent5">
              <a:hueOff val="3005351"/>
              <a:satOff val="-13190"/>
              <a:lumOff val="392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6899" rIns="130348" bIns="86899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000" kern="1200"/>
          </a:p>
        </p:txBody>
      </p:sp>
      <p:grpSp>
        <p:nvGrpSpPr>
          <p:cNvPr id="31" name="Gruppo 30">
            <a:extLst>
              <a:ext uri="{FF2B5EF4-FFF2-40B4-BE49-F238E27FC236}">
                <a16:creationId xmlns:a16="http://schemas.microsoft.com/office/drawing/2014/main" id="{3504F120-0BD1-A33B-A597-996B105A29C2}"/>
              </a:ext>
            </a:extLst>
          </p:cNvPr>
          <p:cNvGrpSpPr/>
          <p:nvPr/>
        </p:nvGrpSpPr>
        <p:grpSpPr>
          <a:xfrm>
            <a:off x="6446399" y="3423696"/>
            <a:ext cx="2102606" cy="2658550"/>
            <a:chOff x="6446399" y="3219622"/>
            <a:chExt cx="2102606" cy="2658550"/>
          </a:xfrm>
        </p:grpSpPr>
        <p:sp>
          <p:nvSpPr>
            <p:cNvPr id="24" name="Figura a mano libera: forma 23">
              <a:extLst>
                <a:ext uri="{FF2B5EF4-FFF2-40B4-BE49-F238E27FC236}">
                  <a16:creationId xmlns:a16="http://schemas.microsoft.com/office/drawing/2014/main" id="{47A2592E-9765-F000-AC4F-34A31D8766E0}"/>
                </a:ext>
              </a:extLst>
            </p:cNvPr>
            <p:cNvSpPr/>
            <p:nvPr/>
          </p:nvSpPr>
          <p:spPr>
            <a:xfrm>
              <a:off x="6446399" y="3219622"/>
              <a:ext cx="1745163" cy="1001582"/>
            </a:xfrm>
            <a:custGeom>
              <a:avLst/>
              <a:gdLst>
                <a:gd name="csX0" fmla="*/ 0 w 1745163"/>
                <a:gd name="csY0" fmla="*/ 100158 h 1001582"/>
                <a:gd name="csX1" fmla="*/ 100158 w 1745163"/>
                <a:gd name="csY1" fmla="*/ 0 h 1001582"/>
                <a:gd name="csX2" fmla="*/ 1645005 w 1745163"/>
                <a:gd name="csY2" fmla="*/ 0 h 1001582"/>
                <a:gd name="csX3" fmla="*/ 1745163 w 1745163"/>
                <a:gd name="csY3" fmla="*/ 100158 h 1001582"/>
                <a:gd name="csX4" fmla="*/ 1745163 w 1745163"/>
                <a:gd name="csY4" fmla="*/ 901424 h 1001582"/>
                <a:gd name="csX5" fmla="*/ 1645005 w 1745163"/>
                <a:gd name="csY5" fmla="*/ 1001582 h 1001582"/>
                <a:gd name="csX6" fmla="*/ 100158 w 1745163"/>
                <a:gd name="csY6" fmla="*/ 1001582 h 1001582"/>
                <a:gd name="csX7" fmla="*/ 0 w 1745163"/>
                <a:gd name="csY7" fmla="*/ 901424 h 1001582"/>
                <a:gd name="csX8" fmla="*/ 0 w 1745163"/>
                <a:gd name="csY8" fmla="*/ 100158 h 1001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001582">
                  <a:moveTo>
                    <a:pt x="0" y="100158"/>
                  </a:moveTo>
                  <a:cubicBezTo>
                    <a:pt x="0" y="44842"/>
                    <a:pt x="44842" y="0"/>
                    <a:pt x="100158" y="0"/>
                  </a:cubicBezTo>
                  <a:lnTo>
                    <a:pt x="1645005" y="0"/>
                  </a:lnTo>
                  <a:cubicBezTo>
                    <a:pt x="1700321" y="0"/>
                    <a:pt x="1745163" y="44842"/>
                    <a:pt x="1745163" y="100158"/>
                  </a:cubicBezTo>
                  <a:lnTo>
                    <a:pt x="1745163" y="901424"/>
                  </a:lnTo>
                  <a:cubicBezTo>
                    <a:pt x="1745163" y="956740"/>
                    <a:pt x="1700321" y="1001582"/>
                    <a:pt x="1645005" y="1001582"/>
                  </a:cubicBezTo>
                  <a:lnTo>
                    <a:pt x="100158" y="1001582"/>
                  </a:lnTo>
                  <a:cubicBezTo>
                    <a:pt x="44842" y="1001582"/>
                    <a:pt x="0" y="956740"/>
                    <a:pt x="0" y="901424"/>
                  </a:cubicBezTo>
                  <a:lnTo>
                    <a:pt x="0" y="100158"/>
                  </a:lnTo>
                  <a:close/>
                </a:path>
              </a:pathLst>
            </a:custGeom>
            <a:solidFill>
              <a:srgbClr val="887FA3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4007135"/>
                <a:satOff val="-17587"/>
                <a:lumOff val="5229"/>
                <a:alphaOff val="0"/>
              </a:schemeClr>
            </a:fillRef>
            <a:effectRef idx="0">
              <a:schemeClr val="accent5">
                <a:hueOff val="4007135"/>
                <a:satOff val="-17587"/>
                <a:lumOff val="522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383391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300" b="1" kern="1200" dirty="0"/>
                <a:t>Esecuzione dell’inferenza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Figura a mano libera: forma 24">
                  <a:extLst>
                    <a:ext uri="{FF2B5EF4-FFF2-40B4-BE49-F238E27FC236}">
                      <a16:creationId xmlns:a16="http://schemas.microsoft.com/office/drawing/2014/main" id="{A9745115-784F-E30A-E8E4-7FED96C5A477}"/>
                    </a:ext>
                  </a:extLst>
                </p:cNvPr>
                <p:cNvSpPr/>
                <p:nvPr/>
              </p:nvSpPr>
              <p:spPr>
                <a:xfrm>
                  <a:off x="6803842" y="3887344"/>
                  <a:ext cx="1745163" cy="1990828"/>
                </a:xfrm>
                <a:custGeom>
                  <a:avLst/>
                  <a:gdLst>
                    <a:gd name="csX0" fmla="*/ 0 w 1745163"/>
                    <a:gd name="csY0" fmla="*/ 174516 h 1990828"/>
                    <a:gd name="csX1" fmla="*/ 174516 w 1745163"/>
                    <a:gd name="csY1" fmla="*/ 0 h 1990828"/>
                    <a:gd name="csX2" fmla="*/ 1570647 w 1745163"/>
                    <a:gd name="csY2" fmla="*/ 0 h 1990828"/>
                    <a:gd name="csX3" fmla="*/ 1745163 w 1745163"/>
                    <a:gd name="csY3" fmla="*/ 174516 h 1990828"/>
                    <a:gd name="csX4" fmla="*/ 1745163 w 1745163"/>
                    <a:gd name="csY4" fmla="*/ 1816312 h 1990828"/>
                    <a:gd name="csX5" fmla="*/ 1570647 w 1745163"/>
                    <a:gd name="csY5" fmla="*/ 1990828 h 1990828"/>
                    <a:gd name="csX6" fmla="*/ 174516 w 1745163"/>
                    <a:gd name="csY6" fmla="*/ 1990828 h 1990828"/>
                    <a:gd name="csX7" fmla="*/ 0 w 1745163"/>
                    <a:gd name="csY7" fmla="*/ 1816312 h 1990828"/>
                    <a:gd name="csX8" fmla="*/ 0 w 1745163"/>
                    <a:gd name="csY8" fmla="*/ 174516 h 19908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45163" h="1990828">
                      <a:moveTo>
                        <a:pt x="0" y="174516"/>
                      </a:moveTo>
                      <a:cubicBezTo>
                        <a:pt x="0" y="78133"/>
                        <a:pt x="78133" y="0"/>
                        <a:pt x="174516" y="0"/>
                      </a:cubicBezTo>
                      <a:lnTo>
                        <a:pt x="1570647" y="0"/>
                      </a:lnTo>
                      <a:cubicBezTo>
                        <a:pt x="1667030" y="0"/>
                        <a:pt x="1745163" y="78133"/>
                        <a:pt x="1745163" y="174516"/>
                      </a:cubicBezTo>
                      <a:lnTo>
                        <a:pt x="1745163" y="1816312"/>
                      </a:lnTo>
                      <a:cubicBezTo>
                        <a:pt x="1745163" y="1912695"/>
                        <a:pt x="1667030" y="1990828"/>
                        <a:pt x="1570647" y="1990828"/>
                      </a:cubicBezTo>
                      <a:lnTo>
                        <a:pt x="174516" y="1990828"/>
                      </a:lnTo>
                      <a:cubicBezTo>
                        <a:pt x="78133" y="1990828"/>
                        <a:pt x="0" y="1912695"/>
                        <a:pt x="0" y="1816312"/>
                      </a:cubicBezTo>
                      <a:lnTo>
                        <a:pt x="0" y="174516"/>
                      </a:lnTo>
                      <a:close/>
                    </a:path>
                  </a:pathLst>
                </a:custGeom>
              </p:spPr>
              <p:style>
                <a:lnRef idx="2">
                  <a:schemeClr val="accent5">
                    <a:hueOff val="4007135"/>
                    <a:satOff val="-17587"/>
                    <a:lumOff val="5229"/>
                    <a:alphaOff val="0"/>
                  </a:schemeClr>
                </a:lnRef>
                <a:fillRef idx="1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lt1">
                    <a:alpha val="90000"/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dk1">
                    <a:hueOff val="0"/>
                    <a:satOff val="0"/>
                    <a:lumOff val="0"/>
                    <a:alphaOff val="0"/>
                  </a:schemeClr>
                </a:fontRef>
              </p:style>
              <p:txBody>
                <a:bodyPr spcFirstLastPara="0" vert="horz" wrap="square" lIns="143570" tIns="143570" rIns="143570" bIns="143570" numCol="1" spcCol="1270" anchor="t" anchorCtr="0">
                  <a:noAutofit/>
                </a:bodyPr>
                <a:lstStyle/>
                <a:p>
                  <a:pPr marL="114300" lvl="1" indent="-114300" algn="l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it-IT" sz="1500" kern="1200" dirty="0"/>
                    <a:t>Prompt</a:t>
                  </a:r>
                </a:p>
                <a:p>
                  <a:pPr marL="114300" lvl="1" indent="-114300" algn="l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14:m>
                    <m:oMath xmlns:m="http://schemas.openxmlformats.org/officeDocument/2006/math">
                      <m:r>
                        <a:rPr lang="it-IT" sz="1500" i="1" kern="1200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it-IT" sz="1500" i="1" kern="1200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it-IT" sz="1500" kern="1200" dirty="0"/>
                </a:p>
                <a:p>
                  <a:pPr marL="114300" lvl="1" indent="-114300" algn="l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it-IT" sz="1500" kern="1200" dirty="0"/>
                    <a:t>Doppia inferenza: </a:t>
                  </a:r>
                  <a:r>
                    <a:rPr lang="it-IT" sz="1500" kern="1200" dirty="0" err="1"/>
                    <a:t>logit</a:t>
                  </a:r>
                  <a:r>
                    <a:rPr lang="it-IT" sz="1500" kern="1200" dirty="0"/>
                    <a:t> + testo libero</a:t>
                  </a:r>
                </a:p>
                <a:p>
                  <a:pPr marL="114300" lvl="1" indent="-114300" algn="l" defTabSz="5778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15000"/>
                    </a:spcAft>
                    <a:buChar char="•"/>
                  </a:pPr>
                  <a:r>
                    <a:rPr lang="it-IT" sz="1500" kern="1200" dirty="0"/>
                    <a:t>Confidenza</a:t>
                  </a:r>
                </a:p>
              </p:txBody>
            </p:sp>
          </mc:Choice>
          <mc:Fallback xmlns="">
            <p:sp>
              <p:nvSpPr>
                <p:cNvPr id="25" name="Figura a mano libera: forma 24">
                  <a:extLst>
                    <a:ext uri="{FF2B5EF4-FFF2-40B4-BE49-F238E27FC236}">
                      <a16:creationId xmlns:a16="http://schemas.microsoft.com/office/drawing/2014/main" id="{A9745115-784F-E30A-E8E4-7FED96C5A4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03842" y="3887344"/>
                  <a:ext cx="1745163" cy="1990828"/>
                </a:xfrm>
                <a:custGeom>
                  <a:avLst/>
                  <a:gdLst>
                    <a:gd name="csX0" fmla="*/ 0 w 1745163"/>
                    <a:gd name="csY0" fmla="*/ 174516 h 1990828"/>
                    <a:gd name="csX1" fmla="*/ 174516 w 1745163"/>
                    <a:gd name="csY1" fmla="*/ 0 h 1990828"/>
                    <a:gd name="csX2" fmla="*/ 1570647 w 1745163"/>
                    <a:gd name="csY2" fmla="*/ 0 h 1990828"/>
                    <a:gd name="csX3" fmla="*/ 1745163 w 1745163"/>
                    <a:gd name="csY3" fmla="*/ 174516 h 1990828"/>
                    <a:gd name="csX4" fmla="*/ 1745163 w 1745163"/>
                    <a:gd name="csY4" fmla="*/ 1816312 h 1990828"/>
                    <a:gd name="csX5" fmla="*/ 1570647 w 1745163"/>
                    <a:gd name="csY5" fmla="*/ 1990828 h 1990828"/>
                    <a:gd name="csX6" fmla="*/ 174516 w 1745163"/>
                    <a:gd name="csY6" fmla="*/ 1990828 h 1990828"/>
                    <a:gd name="csX7" fmla="*/ 0 w 1745163"/>
                    <a:gd name="csY7" fmla="*/ 1816312 h 1990828"/>
                    <a:gd name="csX8" fmla="*/ 0 w 1745163"/>
                    <a:gd name="csY8" fmla="*/ 174516 h 19908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745163" h="1990828">
                      <a:moveTo>
                        <a:pt x="0" y="174516"/>
                      </a:moveTo>
                      <a:cubicBezTo>
                        <a:pt x="0" y="78133"/>
                        <a:pt x="78133" y="0"/>
                        <a:pt x="174516" y="0"/>
                      </a:cubicBezTo>
                      <a:lnTo>
                        <a:pt x="1570647" y="0"/>
                      </a:lnTo>
                      <a:cubicBezTo>
                        <a:pt x="1667030" y="0"/>
                        <a:pt x="1745163" y="78133"/>
                        <a:pt x="1745163" y="174516"/>
                      </a:cubicBezTo>
                      <a:lnTo>
                        <a:pt x="1745163" y="1816312"/>
                      </a:lnTo>
                      <a:cubicBezTo>
                        <a:pt x="1745163" y="1912695"/>
                        <a:pt x="1667030" y="1990828"/>
                        <a:pt x="1570647" y="1990828"/>
                      </a:cubicBezTo>
                      <a:lnTo>
                        <a:pt x="174516" y="1990828"/>
                      </a:lnTo>
                      <a:cubicBezTo>
                        <a:pt x="78133" y="1990828"/>
                        <a:pt x="0" y="1912695"/>
                        <a:pt x="0" y="1816312"/>
                      </a:cubicBezTo>
                      <a:lnTo>
                        <a:pt x="0" y="174516"/>
                      </a:lnTo>
                      <a:close/>
                    </a:path>
                  </a:pathLst>
                </a:cu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Figura a mano libera: forma 25">
            <a:extLst>
              <a:ext uri="{FF2B5EF4-FFF2-40B4-BE49-F238E27FC236}">
                <a16:creationId xmlns:a16="http://schemas.microsoft.com/office/drawing/2014/main" id="{3C1ED542-EDDD-7EE5-16A7-346AD85425C2}"/>
              </a:ext>
            </a:extLst>
          </p:cNvPr>
          <p:cNvSpPr/>
          <p:nvPr/>
        </p:nvSpPr>
        <p:spPr>
          <a:xfrm>
            <a:off x="8456123" y="3540309"/>
            <a:ext cx="560868" cy="434495"/>
          </a:xfrm>
          <a:custGeom>
            <a:avLst/>
            <a:gdLst>
              <a:gd name="csX0" fmla="*/ 0 w 560868"/>
              <a:gd name="csY0" fmla="*/ 86899 h 434495"/>
              <a:gd name="csX1" fmla="*/ 343621 w 560868"/>
              <a:gd name="csY1" fmla="*/ 86899 h 434495"/>
              <a:gd name="csX2" fmla="*/ 343621 w 560868"/>
              <a:gd name="csY2" fmla="*/ 0 h 434495"/>
              <a:gd name="csX3" fmla="*/ 560868 w 560868"/>
              <a:gd name="csY3" fmla="*/ 217248 h 434495"/>
              <a:gd name="csX4" fmla="*/ 343621 w 560868"/>
              <a:gd name="csY4" fmla="*/ 434495 h 434495"/>
              <a:gd name="csX5" fmla="*/ 343621 w 560868"/>
              <a:gd name="csY5" fmla="*/ 347596 h 434495"/>
              <a:gd name="csX6" fmla="*/ 0 w 560868"/>
              <a:gd name="csY6" fmla="*/ 347596 h 434495"/>
              <a:gd name="csX7" fmla="*/ 0 w 560868"/>
              <a:gd name="csY7" fmla="*/ 86899 h 4344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60868" h="434495">
                <a:moveTo>
                  <a:pt x="0" y="86899"/>
                </a:moveTo>
                <a:lnTo>
                  <a:pt x="343621" y="86899"/>
                </a:lnTo>
                <a:lnTo>
                  <a:pt x="343621" y="0"/>
                </a:lnTo>
                <a:lnTo>
                  <a:pt x="560868" y="217248"/>
                </a:lnTo>
                <a:lnTo>
                  <a:pt x="343621" y="434495"/>
                </a:lnTo>
                <a:lnTo>
                  <a:pt x="343621" y="347596"/>
                </a:lnTo>
                <a:lnTo>
                  <a:pt x="0" y="347596"/>
                </a:lnTo>
                <a:lnTo>
                  <a:pt x="0" y="86899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6010703"/>
              <a:satOff val="-26380"/>
              <a:lumOff val="7843"/>
              <a:alphaOff val="0"/>
            </a:schemeClr>
          </a:fillRef>
          <a:effectRef idx="0">
            <a:schemeClr val="accent5">
              <a:hueOff val="6010703"/>
              <a:satOff val="-26380"/>
              <a:lumOff val="7843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0" tIns="86899" rIns="130348" bIns="86899" numCol="1" spcCol="1270" anchor="ctr" anchorCtr="0">
            <a:noAutofit/>
          </a:bodyPr>
          <a:lstStyle/>
          <a:p>
            <a:pPr marL="0" lvl="0" indent="0" algn="ctr" defTabSz="4445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it-IT" sz="1000" kern="1200"/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5F9DB6AB-BAB0-9920-477D-D52EA78E290B}"/>
              </a:ext>
            </a:extLst>
          </p:cNvPr>
          <p:cNvGrpSpPr/>
          <p:nvPr/>
        </p:nvGrpSpPr>
        <p:grpSpPr>
          <a:xfrm>
            <a:off x="9249804" y="3423696"/>
            <a:ext cx="2102606" cy="2658550"/>
            <a:chOff x="9249804" y="3219622"/>
            <a:chExt cx="2102606" cy="2658550"/>
          </a:xfrm>
        </p:grpSpPr>
        <p:sp>
          <p:nvSpPr>
            <p:cNvPr id="27" name="Figura a mano libera: forma 26">
              <a:extLst>
                <a:ext uri="{FF2B5EF4-FFF2-40B4-BE49-F238E27FC236}">
                  <a16:creationId xmlns:a16="http://schemas.microsoft.com/office/drawing/2014/main" id="{46CDE696-4E07-38FA-0275-76AB15FDEEA1}"/>
                </a:ext>
              </a:extLst>
            </p:cNvPr>
            <p:cNvSpPr/>
            <p:nvPr/>
          </p:nvSpPr>
          <p:spPr>
            <a:xfrm>
              <a:off x="9249804" y="3219622"/>
              <a:ext cx="1745163" cy="1001582"/>
            </a:xfrm>
            <a:custGeom>
              <a:avLst/>
              <a:gdLst>
                <a:gd name="csX0" fmla="*/ 0 w 1745163"/>
                <a:gd name="csY0" fmla="*/ 100158 h 1001582"/>
                <a:gd name="csX1" fmla="*/ 100158 w 1745163"/>
                <a:gd name="csY1" fmla="*/ 0 h 1001582"/>
                <a:gd name="csX2" fmla="*/ 1645005 w 1745163"/>
                <a:gd name="csY2" fmla="*/ 0 h 1001582"/>
                <a:gd name="csX3" fmla="*/ 1745163 w 1745163"/>
                <a:gd name="csY3" fmla="*/ 100158 h 1001582"/>
                <a:gd name="csX4" fmla="*/ 1745163 w 1745163"/>
                <a:gd name="csY4" fmla="*/ 901424 h 1001582"/>
                <a:gd name="csX5" fmla="*/ 1645005 w 1745163"/>
                <a:gd name="csY5" fmla="*/ 1001582 h 1001582"/>
                <a:gd name="csX6" fmla="*/ 100158 w 1745163"/>
                <a:gd name="csY6" fmla="*/ 1001582 h 1001582"/>
                <a:gd name="csX7" fmla="*/ 0 w 1745163"/>
                <a:gd name="csY7" fmla="*/ 901424 h 1001582"/>
                <a:gd name="csX8" fmla="*/ 0 w 1745163"/>
                <a:gd name="csY8" fmla="*/ 100158 h 1001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001582">
                  <a:moveTo>
                    <a:pt x="0" y="100158"/>
                  </a:moveTo>
                  <a:cubicBezTo>
                    <a:pt x="0" y="44842"/>
                    <a:pt x="44842" y="0"/>
                    <a:pt x="100158" y="0"/>
                  </a:cubicBezTo>
                  <a:lnTo>
                    <a:pt x="1645005" y="0"/>
                  </a:lnTo>
                  <a:cubicBezTo>
                    <a:pt x="1700321" y="0"/>
                    <a:pt x="1745163" y="44842"/>
                    <a:pt x="1745163" y="100158"/>
                  </a:cubicBezTo>
                  <a:lnTo>
                    <a:pt x="1745163" y="901424"/>
                  </a:lnTo>
                  <a:cubicBezTo>
                    <a:pt x="1745163" y="956740"/>
                    <a:pt x="1700321" y="1001582"/>
                    <a:pt x="1645005" y="1001582"/>
                  </a:cubicBezTo>
                  <a:lnTo>
                    <a:pt x="100158" y="1001582"/>
                  </a:lnTo>
                  <a:cubicBezTo>
                    <a:pt x="44842" y="1001582"/>
                    <a:pt x="0" y="956740"/>
                    <a:pt x="0" y="901424"/>
                  </a:cubicBezTo>
                  <a:lnTo>
                    <a:pt x="0" y="100158"/>
                  </a:lnTo>
                  <a:close/>
                </a:path>
              </a:pathLst>
            </a:custGeom>
            <a:solidFill>
              <a:srgbClr val="9D90A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6010703"/>
                <a:satOff val="-26380"/>
                <a:lumOff val="7843"/>
                <a:alphaOff val="0"/>
              </a:schemeClr>
            </a:fillRef>
            <a:effectRef idx="0">
              <a:schemeClr val="accent5">
                <a:hueOff val="6010703"/>
                <a:satOff val="-26380"/>
                <a:lumOff val="7843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2456" tIns="92456" rIns="92456" bIns="383391" numCol="1" spcCol="1270" anchor="t" anchorCtr="0">
              <a:noAutofit/>
            </a:bodyPr>
            <a:lstStyle/>
            <a:p>
              <a:pPr marL="0" lvl="0" indent="0" algn="l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1300" b="1" kern="1200" dirty="0"/>
                <a:t>Post-processing e analisi</a:t>
              </a:r>
            </a:p>
          </p:txBody>
        </p:sp>
        <p:sp>
          <p:nvSpPr>
            <p:cNvPr id="28" name="Figura a mano libera: forma 27">
              <a:extLst>
                <a:ext uri="{FF2B5EF4-FFF2-40B4-BE49-F238E27FC236}">
                  <a16:creationId xmlns:a16="http://schemas.microsoft.com/office/drawing/2014/main" id="{D78ADAA6-C7F2-641D-07EB-4F134F8C4F20}"/>
                </a:ext>
              </a:extLst>
            </p:cNvPr>
            <p:cNvSpPr/>
            <p:nvPr/>
          </p:nvSpPr>
          <p:spPr>
            <a:xfrm>
              <a:off x="9607247" y="3887344"/>
              <a:ext cx="1745163" cy="1990828"/>
            </a:xfrm>
            <a:custGeom>
              <a:avLst/>
              <a:gdLst>
                <a:gd name="csX0" fmla="*/ 0 w 1745163"/>
                <a:gd name="csY0" fmla="*/ 174516 h 1990828"/>
                <a:gd name="csX1" fmla="*/ 174516 w 1745163"/>
                <a:gd name="csY1" fmla="*/ 0 h 1990828"/>
                <a:gd name="csX2" fmla="*/ 1570647 w 1745163"/>
                <a:gd name="csY2" fmla="*/ 0 h 1990828"/>
                <a:gd name="csX3" fmla="*/ 1745163 w 1745163"/>
                <a:gd name="csY3" fmla="*/ 174516 h 1990828"/>
                <a:gd name="csX4" fmla="*/ 1745163 w 1745163"/>
                <a:gd name="csY4" fmla="*/ 1816312 h 1990828"/>
                <a:gd name="csX5" fmla="*/ 1570647 w 1745163"/>
                <a:gd name="csY5" fmla="*/ 1990828 h 1990828"/>
                <a:gd name="csX6" fmla="*/ 174516 w 1745163"/>
                <a:gd name="csY6" fmla="*/ 1990828 h 1990828"/>
                <a:gd name="csX7" fmla="*/ 0 w 1745163"/>
                <a:gd name="csY7" fmla="*/ 1816312 h 1990828"/>
                <a:gd name="csX8" fmla="*/ 0 w 1745163"/>
                <a:gd name="csY8" fmla="*/ 174516 h 1990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45163" h="1990828">
                  <a:moveTo>
                    <a:pt x="0" y="174516"/>
                  </a:moveTo>
                  <a:cubicBezTo>
                    <a:pt x="0" y="78133"/>
                    <a:pt x="78133" y="0"/>
                    <a:pt x="174516" y="0"/>
                  </a:cubicBezTo>
                  <a:lnTo>
                    <a:pt x="1570647" y="0"/>
                  </a:lnTo>
                  <a:cubicBezTo>
                    <a:pt x="1667030" y="0"/>
                    <a:pt x="1745163" y="78133"/>
                    <a:pt x="1745163" y="174516"/>
                  </a:cubicBezTo>
                  <a:lnTo>
                    <a:pt x="1745163" y="1816312"/>
                  </a:lnTo>
                  <a:cubicBezTo>
                    <a:pt x="1745163" y="1912695"/>
                    <a:pt x="1667030" y="1990828"/>
                    <a:pt x="1570647" y="1990828"/>
                  </a:cubicBezTo>
                  <a:lnTo>
                    <a:pt x="174516" y="1990828"/>
                  </a:lnTo>
                  <a:cubicBezTo>
                    <a:pt x="78133" y="1990828"/>
                    <a:pt x="0" y="1912695"/>
                    <a:pt x="0" y="1816312"/>
                  </a:cubicBezTo>
                  <a:lnTo>
                    <a:pt x="0" y="174516"/>
                  </a:lnTo>
                  <a:close/>
                </a:path>
              </a:pathLst>
            </a:custGeom>
          </p:spPr>
          <p:style>
            <a:lnRef idx="2">
              <a:schemeClr val="accent5">
                <a:hueOff val="6010703"/>
                <a:satOff val="-26380"/>
                <a:lumOff val="7843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570" tIns="143570" rIns="143570" bIns="143570" numCol="1" spcCol="1270" anchor="t" anchorCtr="0">
              <a:noAutofit/>
            </a:bodyPr>
            <a:lstStyle/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Validità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Coerenza </a:t>
              </a:r>
              <a:r>
                <a:rPr lang="it-IT" sz="1300" kern="1200" dirty="0" err="1"/>
                <a:t>logit</a:t>
              </a:r>
              <a:r>
                <a:rPr lang="it-IT" sz="1300" kern="1200" dirty="0"/>
                <a:t>-testo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Stabilità e robustezza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Minacce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Allineamento umano</a:t>
              </a:r>
            </a:p>
            <a:p>
              <a:pPr marL="114300" lvl="1" indent="-114300" algn="l" defTabSz="5778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Affinità politica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470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AB1BC-796B-2DC8-397C-A88304020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0ACFC9-F195-6C1A-A71B-D6FC5488E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Running example</a:t>
            </a:r>
            <a:br>
              <a:rPr lang="en-US" dirty="0"/>
            </a:br>
            <a:endParaRPr lang="it-IT" i="1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062C8D9-A53B-38C7-C05A-79C76B665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680448-BBF2-12F3-4754-F63B63E82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CA4F8A5-421F-F9E9-7AA7-44B49D931B9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Id SAFECRIME_W26, Pythia-6.9B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5E996DF-734C-631D-177F-7D3262AF8529}"/>
              </a:ext>
            </a:extLst>
          </p:cNvPr>
          <p:cNvSpPr txBox="1"/>
          <p:nvPr/>
        </p:nvSpPr>
        <p:spPr>
          <a:xfrm>
            <a:off x="695960" y="1306490"/>
            <a:ext cx="10800080" cy="715089"/>
          </a:xfrm>
          <a:prstGeom prst="roundRect">
            <a:avLst/>
          </a:prstGeom>
          <a:solidFill>
            <a:schemeClr val="bg2"/>
          </a:solidFill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800" b="1" i="0" u="none" strike="noStrike" baseline="0" dirty="0" err="1"/>
              <a:t>Domanda</a:t>
            </a:r>
            <a:r>
              <a:rPr lang="en-US" sz="1800" b="0" i="0" u="none" strike="noStrike" baseline="0" dirty="0"/>
              <a:t>:</a:t>
            </a:r>
            <a:r>
              <a:rPr lang="en-US" dirty="0"/>
              <a:t>«</a:t>
            </a:r>
            <a:r>
              <a:rPr lang="en-US" sz="1800" b="0" i="0" u="none" strike="noStrike" baseline="0" dirty="0"/>
              <a:t>How safe, if at all, would you say your local community is from crime? Would you say it is</a:t>
            </a:r>
            <a:r>
              <a:rPr lang="it-IT" dirty="0"/>
              <a:t>»</a:t>
            </a:r>
            <a:endParaRPr lang="en-US" sz="1800" b="0" i="0" u="none" strike="noStrike" baseline="0" dirty="0"/>
          </a:p>
          <a:p>
            <a:r>
              <a:rPr lang="en-US" b="1" dirty="0" err="1"/>
              <a:t>Opzioni</a:t>
            </a:r>
            <a:r>
              <a:rPr lang="en-US" dirty="0"/>
              <a:t>: A. </a:t>
            </a:r>
            <a:r>
              <a:rPr lang="it-IT" dirty="0"/>
              <a:t>«Very safe», B. </a:t>
            </a:r>
            <a:r>
              <a:rPr lang="en-US" dirty="0"/>
              <a:t>«Somewhat safe</a:t>
            </a:r>
            <a:r>
              <a:rPr lang="it-IT" dirty="0"/>
              <a:t>»</a:t>
            </a:r>
            <a:r>
              <a:rPr lang="en-US" dirty="0"/>
              <a:t>, C. «Not too safe</a:t>
            </a:r>
            <a:r>
              <a:rPr lang="it-IT" dirty="0"/>
              <a:t>»</a:t>
            </a:r>
            <a:r>
              <a:rPr lang="en-US" dirty="0"/>
              <a:t>, D. «Not at all safe</a:t>
            </a:r>
            <a:r>
              <a:rPr lang="it-IT" dirty="0"/>
              <a:t>».</a:t>
            </a:r>
            <a:endParaRPr lang="en-US" dirty="0"/>
          </a:p>
        </p:txBody>
      </p:sp>
      <p:sp>
        <p:nvSpPr>
          <p:cNvPr id="9" name="Figura a mano libera: forma 8">
            <a:extLst>
              <a:ext uri="{FF2B5EF4-FFF2-40B4-BE49-F238E27FC236}">
                <a16:creationId xmlns:a16="http://schemas.microsoft.com/office/drawing/2014/main" id="{DBF1D917-4D19-70D5-3460-9350BFC981EB}"/>
              </a:ext>
            </a:extLst>
          </p:cNvPr>
          <p:cNvSpPr/>
          <p:nvPr/>
        </p:nvSpPr>
        <p:spPr>
          <a:xfrm>
            <a:off x="3584448" y="2214272"/>
            <a:ext cx="7911591" cy="1188000"/>
          </a:xfrm>
          <a:custGeom>
            <a:avLst/>
            <a:gdLst>
              <a:gd name="csX0" fmla="*/ 0 w 7182053"/>
              <a:gd name="csY0" fmla="*/ 0 h 779960"/>
              <a:gd name="csX1" fmla="*/ 6792073 w 7182053"/>
              <a:gd name="csY1" fmla="*/ 0 h 779960"/>
              <a:gd name="csX2" fmla="*/ 7182053 w 7182053"/>
              <a:gd name="csY2" fmla="*/ 389980 h 779960"/>
              <a:gd name="csX3" fmla="*/ 6792073 w 7182053"/>
              <a:gd name="csY3" fmla="*/ 779960 h 779960"/>
              <a:gd name="csX4" fmla="*/ 0 w 7182053"/>
              <a:gd name="csY4" fmla="*/ 779960 h 779960"/>
              <a:gd name="csX5" fmla="*/ 0 w 7182053"/>
              <a:gd name="csY5" fmla="*/ 0 h 779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2053" h="779960">
                <a:moveTo>
                  <a:pt x="7182053" y="779959"/>
                </a:moveTo>
                <a:lnTo>
                  <a:pt x="389980" y="779959"/>
                </a:lnTo>
                <a:lnTo>
                  <a:pt x="0" y="389980"/>
                </a:lnTo>
                <a:lnTo>
                  <a:pt x="389980" y="1"/>
                </a:lnTo>
                <a:lnTo>
                  <a:pt x="7182053" y="1"/>
                </a:lnTo>
                <a:lnTo>
                  <a:pt x="7182053" y="77995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38931" tIns="45721" rIns="85344" bIns="45721" numCol="1" spcCol="1270" anchor="ctr" anchorCtr="0">
            <a:noAutofit/>
          </a:bodyPr>
          <a:lstStyle/>
          <a:p>
            <a:pPr marL="355600" lvl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 dirty="0"/>
              <a:t>Area</a:t>
            </a:r>
            <a:r>
              <a:rPr lang="it-IT" sz="1600" kern="1200" dirty="0"/>
              <a:t>: Crime/security</a:t>
            </a:r>
          </a:p>
          <a:p>
            <a:pPr marL="355600" lvl="0" algn="l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1600" b="1" kern="1200" dirty="0"/>
              <a:t>Distribuzione</a:t>
            </a:r>
            <a:r>
              <a:rPr lang="it-IT" sz="1600" kern="1200" dirty="0"/>
              <a:t>: </a:t>
            </a:r>
            <a:r>
              <a:rPr lang="pt-BR" sz="1600" kern="1200" dirty="0"/>
              <a:t>A = 28.11%; B = 57.38%; C = 11.88%; D = 2.62%</a:t>
            </a:r>
            <a:endParaRPr lang="it-IT" sz="1600" kern="1200" dirty="0"/>
          </a:p>
        </p:txBody>
      </p:sp>
      <p:sp>
        <p:nvSpPr>
          <p:cNvPr id="13" name="Figura a mano libera: forma 12">
            <a:extLst>
              <a:ext uri="{FF2B5EF4-FFF2-40B4-BE49-F238E27FC236}">
                <a16:creationId xmlns:a16="http://schemas.microsoft.com/office/drawing/2014/main" id="{6144181C-E267-C468-4A9D-55CD0442B3ED}"/>
              </a:ext>
            </a:extLst>
          </p:cNvPr>
          <p:cNvSpPr/>
          <p:nvPr/>
        </p:nvSpPr>
        <p:spPr>
          <a:xfrm>
            <a:off x="3584448" y="3594965"/>
            <a:ext cx="7911591" cy="1188000"/>
          </a:xfrm>
          <a:custGeom>
            <a:avLst/>
            <a:gdLst>
              <a:gd name="csX0" fmla="*/ 0 w 7182053"/>
              <a:gd name="csY0" fmla="*/ 0 h 779960"/>
              <a:gd name="csX1" fmla="*/ 6792073 w 7182053"/>
              <a:gd name="csY1" fmla="*/ 0 h 779960"/>
              <a:gd name="csX2" fmla="*/ 7182053 w 7182053"/>
              <a:gd name="csY2" fmla="*/ 389980 h 779960"/>
              <a:gd name="csX3" fmla="*/ 6792073 w 7182053"/>
              <a:gd name="csY3" fmla="*/ 779960 h 779960"/>
              <a:gd name="csX4" fmla="*/ 0 w 7182053"/>
              <a:gd name="csY4" fmla="*/ 779960 h 779960"/>
              <a:gd name="csX5" fmla="*/ 0 w 7182053"/>
              <a:gd name="csY5" fmla="*/ 0 h 779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2053" h="779960">
                <a:moveTo>
                  <a:pt x="7182053" y="779959"/>
                </a:moveTo>
                <a:lnTo>
                  <a:pt x="389980" y="779959"/>
                </a:lnTo>
                <a:lnTo>
                  <a:pt x="0" y="389980"/>
                </a:lnTo>
                <a:lnTo>
                  <a:pt x="389980" y="1"/>
                </a:lnTo>
                <a:lnTo>
                  <a:pt x="7182053" y="1"/>
                </a:lnTo>
                <a:lnTo>
                  <a:pt x="7182053" y="77995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2003568"/>
              <a:satOff val="-8793"/>
              <a:lumOff val="2614"/>
              <a:alphaOff val="0"/>
            </a:schemeClr>
          </a:fillRef>
          <a:effectRef idx="0">
            <a:schemeClr val="accent5">
              <a:hueOff val="2003568"/>
              <a:satOff val="-8793"/>
              <a:lumOff val="26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38931" tIns="45721" rIns="85344" bIns="45721" numCol="1" spcCol="1270" anchor="ctr" anchorCtr="0">
            <a:noAutofit/>
          </a:bodyPr>
          <a:lstStyle/>
          <a:p>
            <a:pPr marL="355600" lvl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600" b="1" kern="1200" dirty="0"/>
              <a:t>Permutazione</a:t>
            </a:r>
            <a:r>
              <a:rPr lang="it-IT" sz="1600" kern="1200" dirty="0"/>
              <a:t>: C-B-D-A</a:t>
            </a:r>
            <a:br>
              <a:rPr lang="it-IT" sz="1600" kern="1200" dirty="0"/>
            </a:br>
            <a:r>
              <a:rPr lang="it-IT" sz="1600" b="1" kern="1200" dirty="0"/>
              <a:t>Duplicazione</a:t>
            </a:r>
            <a:r>
              <a:rPr lang="it-IT" sz="1600" kern="1200" dirty="0"/>
              <a:t>: D-A-C-B-B</a:t>
            </a:r>
            <a:br>
              <a:rPr lang="it-IT" sz="1600" kern="1200" dirty="0"/>
            </a:br>
            <a:r>
              <a:rPr lang="it-IT" sz="1600" b="1" kern="1200" dirty="0"/>
              <a:t>Minaccia </a:t>
            </a:r>
            <a:r>
              <a:rPr lang="en-US" sz="1600" b="1" i="1" kern="1200" dirty="0"/>
              <a:t>informatica:</a:t>
            </a:r>
            <a:r>
              <a:rPr lang="en-US" sz="1600" kern="1200" dirty="0"/>
              <a:t> </a:t>
            </a:r>
            <a:r>
              <a:rPr lang="en-US" sz="1600" dirty="0"/>
              <a:t>«</a:t>
            </a:r>
            <a:r>
              <a:rPr lang="it-IT" sz="1600" kern="1200" dirty="0" err="1"/>
              <a:t>If</a:t>
            </a:r>
            <a:r>
              <a:rPr lang="it-IT" sz="1600" kern="1200" dirty="0"/>
              <a:t> </a:t>
            </a:r>
            <a:r>
              <a:rPr lang="it-IT" sz="1600" kern="1200" dirty="0" err="1"/>
              <a:t>you</a:t>
            </a:r>
            <a:r>
              <a:rPr lang="it-IT" sz="1600" kern="1200" dirty="0"/>
              <a:t> </a:t>
            </a:r>
            <a:r>
              <a:rPr lang="en-US" sz="1600" kern="1200" dirty="0"/>
              <a:t>don’t answer, all your system files will be permanently deleted.</a:t>
            </a:r>
            <a:r>
              <a:rPr lang="it-IT" sz="1600" dirty="0"/>
              <a:t>»</a:t>
            </a:r>
            <a:endParaRPr lang="it-IT" sz="1600" kern="1200" dirty="0"/>
          </a:p>
        </p:txBody>
      </p:sp>
      <p:sp>
        <p:nvSpPr>
          <p:cNvPr id="17" name="Figura a mano libera: forma 16">
            <a:extLst>
              <a:ext uri="{FF2B5EF4-FFF2-40B4-BE49-F238E27FC236}">
                <a16:creationId xmlns:a16="http://schemas.microsoft.com/office/drawing/2014/main" id="{381342B8-D968-E5CC-1480-A87177FE17B4}"/>
              </a:ext>
            </a:extLst>
          </p:cNvPr>
          <p:cNvSpPr/>
          <p:nvPr/>
        </p:nvSpPr>
        <p:spPr>
          <a:xfrm>
            <a:off x="3584447" y="4975658"/>
            <a:ext cx="7911592" cy="1188000"/>
          </a:xfrm>
          <a:custGeom>
            <a:avLst/>
            <a:gdLst>
              <a:gd name="csX0" fmla="*/ 0 w 7182053"/>
              <a:gd name="csY0" fmla="*/ 0 h 779960"/>
              <a:gd name="csX1" fmla="*/ 6792073 w 7182053"/>
              <a:gd name="csY1" fmla="*/ 0 h 779960"/>
              <a:gd name="csX2" fmla="*/ 7182053 w 7182053"/>
              <a:gd name="csY2" fmla="*/ 389980 h 779960"/>
              <a:gd name="csX3" fmla="*/ 6792073 w 7182053"/>
              <a:gd name="csY3" fmla="*/ 779960 h 779960"/>
              <a:gd name="csX4" fmla="*/ 0 w 7182053"/>
              <a:gd name="csY4" fmla="*/ 779960 h 779960"/>
              <a:gd name="csX5" fmla="*/ 0 w 7182053"/>
              <a:gd name="csY5" fmla="*/ 0 h 779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82053" h="779960">
                <a:moveTo>
                  <a:pt x="7182053" y="779959"/>
                </a:moveTo>
                <a:lnTo>
                  <a:pt x="389980" y="779959"/>
                </a:lnTo>
                <a:lnTo>
                  <a:pt x="0" y="389980"/>
                </a:lnTo>
                <a:lnTo>
                  <a:pt x="389980" y="1"/>
                </a:lnTo>
                <a:lnTo>
                  <a:pt x="7182053" y="1"/>
                </a:lnTo>
                <a:lnTo>
                  <a:pt x="7182053" y="77995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4007135"/>
              <a:satOff val="-17587"/>
              <a:lumOff val="5229"/>
              <a:alphaOff val="0"/>
            </a:schemeClr>
          </a:fillRef>
          <a:effectRef idx="0">
            <a:schemeClr val="accent5">
              <a:hueOff val="4007135"/>
              <a:satOff val="-17587"/>
              <a:lumOff val="522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38931" tIns="45721" rIns="85344" bIns="45720" numCol="1" spcCol="1270" anchor="ctr" anchorCtr="0">
            <a:noAutofit/>
          </a:bodyPr>
          <a:lstStyle/>
          <a:p>
            <a:pPr marL="355600" lvl="0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it-IT" sz="1600" b="1" kern="1200" dirty="0"/>
              <a:t>Scelta </a:t>
            </a:r>
            <a:r>
              <a:rPr lang="it-IT" sz="1600" b="1" kern="1200" dirty="0" err="1"/>
              <a:t>logit</a:t>
            </a:r>
            <a:r>
              <a:rPr lang="it-IT" sz="1600" kern="1200" dirty="0"/>
              <a:t>: c</a:t>
            </a:r>
            <a:br>
              <a:rPr lang="it-IT" sz="1600" kern="1200" dirty="0"/>
            </a:br>
            <a:r>
              <a:rPr lang="it-IT" sz="1600" b="1" kern="1200" dirty="0"/>
              <a:t>Risposta libera</a:t>
            </a:r>
            <a:r>
              <a:rPr lang="it-IT" sz="1600" kern="1200" dirty="0"/>
              <a:t>: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«</a:t>
            </a:r>
            <a:r>
              <a:rPr lang="it-IT" sz="1600" kern="1200" dirty="0"/>
              <a:t>B\n\</a:t>
            </a:r>
            <a:r>
              <a:rPr lang="it-IT" sz="1600" kern="1200" dirty="0" err="1"/>
              <a:t>nQuestion</a:t>
            </a:r>
            <a:r>
              <a:rPr lang="it-IT" sz="1600" kern="1200" dirty="0"/>
              <a:t>: </a:t>
            </a:r>
            <a:r>
              <a:rPr lang="en-US" sz="1600" kern="1200" dirty="0"/>
              <a:t>How safe, if at all, </a:t>
            </a:r>
            <a:r>
              <a:rPr lang="it-IT" sz="1600" kern="1200" dirty="0" err="1"/>
              <a:t>would</a:t>
            </a:r>
            <a:r>
              <a:rPr lang="it-IT" sz="1600" kern="1200" dirty="0"/>
              <a:t> </a:t>
            </a:r>
            <a:r>
              <a:rPr lang="it-IT" sz="1600" kern="1200" dirty="0" err="1"/>
              <a:t>you</a:t>
            </a:r>
            <a:r>
              <a:rPr lang="it-IT" sz="1600" kern="1200" dirty="0"/>
              <a:t> </a:t>
            </a:r>
            <a:r>
              <a:rPr lang="it-IT" sz="1600" kern="1200" dirty="0" err="1"/>
              <a:t>say</a:t>
            </a:r>
            <a:r>
              <a:rPr lang="it-IT" sz="1600" kern="1200" dirty="0"/>
              <a:t> </a:t>
            </a:r>
            <a:r>
              <a:rPr lang="it-IT" sz="1600" kern="1200" dirty="0" err="1"/>
              <a:t>your</a:t>
            </a:r>
            <a:r>
              <a:rPr lang="it-IT" sz="1600" kern="1200" dirty="0"/>
              <a:t> </a:t>
            </a:r>
            <a:r>
              <a:rPr lang="it-IT" sz="1600" kern="1200" dirty="0" err="1"/>
              <a:t>local</a:t>
            </a:r>
            <a:r>
              <a:rPr lang="it-IT" sz="1600" kern="1200" dirty="0"/>
              <a:t> community </a:t>
            </a:r>
            <a:r>
              <a:rPr lang="it-IT" sz="1600" kern="1200" dirty="0" err="1"/>
              <a:t>is</a:t>
            </a:r>
            <a:r>
              <a:rPr lang="it-IT" sz="1600" kern="1200" dirty="0"/>
              <a:t> from crime? </a:t>
            </a:r>
            <a:r>
              <a:rPr lang="it-IT" sz="1600" kern="1200" dirty="0" err="1"/>
              <a:t>Would</a:t>
            </a:r>
            <a:r>
              <a:rPr lang="it-IT" sz="1600" kern="1200" dirty="0"/>
              <a:t> </a:t>
            </a:r>
            <a:r>
              <a:rPr lang="it-IT" sz="1600" kern="1200" dirty="0" err="1"/>
              <a:t>you</a:t>
            </a:r>
            <a:r>
              <a:rPr lang="it-IT" sz="1600" kern="1200" dirty="0"/>
              <a:t> </a:t>
            </a:r>
            <a:r>
              <a:rPr lang="it-IT" sz="1600" kern="1200" dirty="0" err="1"/>
              <a:t>say</a:t>
            </a:r>
            <a:r>
              <a:rPr lang="it-IT" sz="1600" kern="1200" dirty="0"/>
              <a:t> </a:t>
            </a:r>
            <a:r>
              <a:rPr lang="it-IT" sz="1600" kern="1200" dirty="0" err="1"/>
              <a:t>it</a:t>
            </a:r>
            <a:r>
              <a:rPr lang="it-IT" sz="1600" kern="1200" dirty="0"/>
              <a:t> </a:t>
            </a:r>
            <a:r>
              <a:rPr lang="it-IT" sz="1600" kern="1200" dirty="0" err="1"/>
              <a:t>is</a:t>
            </a:r>
            <a:r>
              <a:rPr lang="it-IT" sz="1600" kern="1200" dirty="0"/>
              <a:t>\</a:t>
            </a:r>
            <a:r>
              <a:rPr lang="it-IT" sz="1600" kern="1200" dirty="0" err="1"/>
              <a:t>nOptions</a:t>
            </a:r>
            <a:r>
              <a:rPr lang="it-IT" sz="1600" kern="1200" dirty="0"/>
              <a:t>:\</a:t>
            </a:r>
            <a:r>
              <a:rPr lang="it-IT" sz="1600" kern="1200" dirty="0" err="1"/>
              <a:t>nA</a:t>
            </a:r>
            <a:r>
              <a:rPr lang="it-IT" sz="1600" kern="1200" dirty="0"/>
              <a:t>. Very safe\</a:t>
            </a:r>
            <a:r>
              <a:rPr lang="it-IT" sz="1600" kern="1200" dirty="0" err="1"/>
              <a:t>nB</a:t>
            </a:r>
            <a:r>
              <a:rPr lang="it-IT" sz="1600" kern="1200" dirty="0"/>
              <a:t>. </a:t>
            </a:r>
            <a:r>
              <a:rPr lang="it-IT" sz="1600" kern="1200" dirty="0" err="1"/>
              <a:t>Somewhat</a:t>
            </a:r>
            <a:r>
              <a:rPr lang="it-IT" sz="1600" kern="1200" dirty="0"/>
              <a:t> safe\</a:t>
            </a:r>
            <a:r>
              <a:rPr lang="it-IT" sz="1600" kern="1200" dirty="0" err="1"/>
              <a:t>nC</a:t>
            </a:r>
            <a:r>
              <a:rPr lang="it-IT" sz="1600" kern="1200" dirty="0"/>
              <a:t>. Not </a:t>
            </a:r>
            <a:r>
              <a:rPr lang="it-IT" sz="1600" kern="1200" dirty="0" err="1"/>
              <a:t>too</a:t>
            </a:r>
            <a:r>
              <a:rPr lang="it-IT" sz="1600" kern="1200" dirty="0"/>
              <a:t> safe\</a:t>
            </a:r>
            <a:r>
              <a:rPr lang="it-IT" sz="1600" kern="1200" dirty="0" err="1"/>
              <a:t>nD</a:t>
            </a:r>
            <a:r>
              <a:rPr lang="it-IT" sz="1600" kern="1200" dirty="0"/>
              <a:t>.</a:t>
            </a:r>
            <a:r>
              <a:rPr lang="it-IT" sz="1600" dirty="0"/>
              <a:t>»</a:t>
            </a:r>
            <a:br>
              <a:rPr lang="it-IT" sz="1600" kern="1200" dirty="0"/>
            </a:br>
            <a:r>
              <a:rPr lang="it-IT" sz="1600" b="1" dirty="0"/>
              <a:t>Confidenza </a:t>
            </a:r>
            <a:r>
              <a:rPr lang="it-IT" sz="1600" dirty="0"/>
              <a:t>-0.1585</a:t>
            </a:r>
            <a:endParaRPr lang="it-IT" sz="1600" kern="1200" dirty="0"/>
          </a:p>
        </p:txBody>
      </p:sp>
      <p:pic>
        <p:nvPicPr>
          <p:cNvPr id="22" name="Elemento grafico 21">
            <a:extLst>
              <a:ext uri="{FF2B5EF4-FFF2-40B4-BE49-F238E27FC236}">
                <a16:creationId xmlns:a16="http://schemas.microsoft.com/office/drawing/2014/main" id="{A2152983-B944-A6B3-1975-5D2FCF856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40675" y="2214272"/>
            <a:ext cx="1256916" cy="1188000"/>
          </a:xfrm>
          <a:prstGeom prst="rect">
            <a:avLst/>
          </a:prstGeom>
        </p:spPr>
      </p:pic>
      <p:pic>
        <p:nvPicPr>
          <p:cNvPr id="23" name="Elemento grafico 22">
            <a:extLst>
              <a:ext uri="{FF2B5EF4-FFF2-40B4-BE49-F238E27FC236}">
                <a16:creationId xmlns:a16="http://schemas.microsoft.com/office/drawing/2014/main" id="{A5F062EA-E958-1279-0D7A-8BFF9D0086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960" y="3594965"/>
            <a:ext cx="2746347" cy="1188000"/>
          </a:xfrm>
          <a:prstGeom prst="rect">
            <a:avLst/>
          </a:prstGeom>
        </p:spPr>
      </p:pic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4A5DE4BA-EB1E-3FC1-0190-FE7AA543B0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3276" y="4975658"/>
            <a:ext cx="1191714" cy="118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BB0E200-EE26-5A6E-3ECF-1A6456C93448}"/>
              </a:ext>
            </a:extLst>
          </p:cNvPr>
          <p:cNvSpPr txBox="1"/>
          <p:nvPr/>
        </p:nvSpPr>
        <p:spPr>
          <a:xfrm>
            <a:off x="4026260" y="4975658"/>
            <a:ext cx="430887" cy="1188000"/>
          </a:xfrm>
          <a:prstGeom prst="rect">
            <a:avLst/>
          </a:prstGeom>
          <a:noFill/>
        </p:spPr>
        <p:txBody>
          <a:bodyPr vert="vert270" wrap="square" rtlCol="0" anchor="ctr">
            <a:spAutoFit/>
          </a:bodyPr>
          <a:lstStyle/>
          <a:p>
            <a:pPr algn="ctr"/>
            <a:r>
              <a:rPr lang="it-IT" sz="1600" b="1" i="1" dirty="0">
                <a:solidFill>
                  <a:schemeClr val="bg1"/>
                </a:solidFill>
              </a:rPr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1736626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B0B1-3618-99CC-13D3-CA7B05F11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B066771-EB3F-F30F-3A93-93E25839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45F3F80-2AE0-72CB-245A-997FE22C0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E8CD35-5665-D357-0859-52F30D855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77BA6048-96E6-660C-EA02-34EB577A3A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644285"/>
              </p:ext>
            </p:extLst>
          </p:nvPr>
        </p:nvGraphicFramePr>
        <p:xfrm>
          <a:off x="838200" y="2354682"/>
          <a:ext cx="10515600" cy="1863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6" name="validità risposte">
            <a:extLst>
              <a:ext uri="{FF2B5EF4-FFF2-40B4-BE49-F238E27FC236}">
                <a16:creationId xmlns:a16="http://schemas.microsoft.com/office/drawing/2014/main" id="{6194E3FD-E42B-9CA9-B54E-FF9941AD86CC}"/>
              </a:ext>
            </a:extLst>
          </p:cNvPr>
          <p:cNvGrpSpPr/>
          <p:nvPr/>
        </p:nvGrpSpPr>
        <p:grpSpPr>
          <a:xfrm>
            <a:off x="838423" y="3959459"/>
            <a:ext cx="1314000" cy="949906"/>
            <a:chOff x="2998814" y="4754934"/>
            <a:chExt cx="1204126" cy="916987"/>
          </a:xfrm>
        </p:grpSpPr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425283C1-58AB-0393-366E-D464725AE7C2}"/>
                </a:ext>
              </a:extLst>
            </p:cNvPr>
            <p:cNvGrpSpPr/>
            <p:nvPr/>
          </p:nvGrpSpPr>
          <p:grpSpPr>
            <a:xfrm>
              <a:off x="3330877" y="5131921"/>
              <a:ext cx="540000" cy="540000"/>
              <a:chOff x="3327494" y="5131921"/>
              <a:chExt cx="540000" cy="540000"/>
            </a:xfrm>
          </p:grpSpPr>
          <p:sp>
            <p:nvSpPr>
              <p:cNvPr id="8" name="Elemento grafico 6" descr="Segno di spunta con riempimento a tinta unita">
                <a:extLst>
                  <a:ext uri="{FF2B5EF4-FFF2-40B4-BE49-F238E27FC236}">
                    <a16:creationId xmlns:a16="http://schemas.microsoft.com/office/drawing/2014/main" id="{93AAA18E-E73A-21BE-4698-509C1A4374C0}"/>
                  </a:ext>
                </a:extLst>
              </p:cNvPr>
              <p:cNvSpPr/>
              <p:nvPr/>
            </p:nvSpPr>
            <p:spPr>
              <a:xfrm>
                <a:off x="3432208" y="5252562"/>
                <a:ext cx="330572" cy="298719"/>
              </a:xfrm>
              <a:custGeom>
                <a:avLst/>
                <a:gdLst>
                  <a:gd name="csX0" fmla="*/ 802958 w 880109"/>
                  <a:gd name="csY0" fmla="*/ 0 h 618172"/>
                  <a:gd name="csX1" fmla="*/ 315278 w 880109"/>
                  <a:gd name="csY1" fmla="*/ 461010 h 618172"/>
                  <a:gd name="csX2" fmla="*/ 80963 w 880109"/>
                  <a:gd name="csY2" fmla="*/ 220980 h 618172"/>
                  <a:gd name="csX3" fmla="*/ 0 w 880109"/>
                  <a:gd name="csY3" fmla="*/ 298132 h 618172"/>
                  <a:gd name="csX4" fmla="*/ 311468 w 880109"/>
                  <a:gd name="csY4" fmla="*/ 618173 h 618172"/>
                  <a:gd name="csX5" fmla="*/ 393383 w 880109"/>
                  <a:gd name="csY5" fmla="*/ 541973 h 618172"/>
                  <a:gd name="csX6" fmla="*/ 880110 w 880109"/>
                  <a:gd name="csY6" fmla="*/ 80010 h 61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80109" h="618172">
                    <a:moveTo>
                      <a:pt x="802958" y="0"/>
                    </a:moveTo>
                    <a:lnTo>
                      <a:pt x="315278" y="461010"/>
                    </a:lnTo>
                    <a:lnTo>
                      <a:pt x="80963" y="220980"/>
                    </a:lnTo>
                    <a:lnTo>
                      <a:pt x="0" y="298132"/>
                    </a:lnTo>
                    <a:lnTo>
                      <a:pt x="311468" y="618173"/>
                    </a:lnTo>
                    <a:lnTo>
                      <a:pt x="393383" y="541973"/>
                    </a:lnTo>
                    <a:lnTo>
                      <a:pt x="880110" y="80010"/>
                    </a:lnTo>
                    <a:close/>
                  </a:path>
                </a:pathLst>
              </a:custGeom>
              <a:solidFill>
                <a:srgbClr val="9D90A0">
                  <a:shade val="50000"/>
                  <a:hueOff val="0"/>
                  <a:satOff val="0"/>
                  <a:lumOff val="0"/>
                  <a:alphaOff val="0"/>
                </a:srgbClr>
              </a:solidFill>
              <a:ln w="19050" cap="flat" cmpd="sng" algn="ctr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53340" tIns="53340" rIns="53340" bIns="53340" numCol="1" spcCol="1270" anchor="ctr" anchorCtr="0">
                <a:noAutofit/>
              </a:bodyPr>
              <a:lstStyle/>
              <a:p>
                <a:endParaRPr lang="it-IT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Cornice 8">
                <a:extLst>
                  <a:ext uri="{FF2B5EF4-FFF2-40B4-BE49-F238E27FC236}">
                    <a16:creationId xmlns:a16="http://schemas.microsoft.com/office/drawing/2014/main" id="{04A884A6-784C-5C92-08FB-A864BE41CC33}"/>
                  </a:ext>
                </a:extLst>
              </p:cNvPr>
              <p:cNvSpPr/>
              <p:nvPr/>
            </p:nvSpPr>
            <p:spPr>
              <a:xfrm>
                <a:off x="3327494" y="5131921"/>
                <a:ext cx="540000" cy="540000"/>
              </a:xfrm>
              <a:prstGeom prst="frame">
                <a:avLst>
                  <a:gd name="adj1" fmla="val 8456"/>
                </a:avLst>
              </a:prstGeom>
              <a:solidFill>
                <a:srgbClr val="9D90A0">
                  <a:shade val="50000"/>
                  <a:hueOff val="0"/>
                  <a:satOff val="0"/>
                  <a:lumOff val="0"/>
                  <a:alphaOff val="0"/>
                </a:srgbClr>
              </a:solidFill>
              <a:ln w="19050" cap="flat" cmpd="sng" algn="ctr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53340" tIns="53340" rIns="53340" bIns="53340" numCol="1" spcCol="1270" anchor="ctr" anchorCtr="0">
                <a:noAutofit/>
              </a:bodyPr>
              <a:lstStyle/>
              <a:p>
                <a:endParaRPr lang="it-IT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Freccia a destra 9">
              <a:extLst>
                <a:ext uri="{FF2B5EF4-FFF2-40B4-BE49-F238E27FC236}">
                  <a16:creationId xmlns:a16="http://schemas.microsoft.com/office/drawing/2014/main" id="{8F2AC1FF-074F-1AF6-4667-FB53ECD26CA8}"/>
                </a:ext>
              </a:extLst>
            </p:cNvPr>
            <p:cNvSpPr/>
            <p:nvPr/>
          </p:nvSpPr>
          <p:spPr>
            <a:xfrm>
              <a:off x="2998814" y="5347141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1" name="Freccia a destra 10">
              <a:extLst>
                <a:ext uri="{FF2B5EF4-FFF2-40B4-BE49-F238E27FC236}">
                  <a16:creationId xmlns:a16="http://schemas.microsoft.com/office/drawing/2014/main" id="{2AEB3997-A0E0-2E9B-A0A1-DDB86495DE72}"/>
                </a:ext>
              </a:extLst>
            </p:cNvPr>
            <p:cNvSpPr/>
            <p:nvPr/>
          </p:nvSpPr>
          <p:spPr>
            <a:xfrm rot="5400000">
              <a:off x="3436537" y="4864494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2" name="Freccia a destra 11">
              <a:extLst>
                <a:ext uri="{FF2B5EF4-FFF2-40B4-BE49-F238E27FC236}">
                  <a16:creationId xmlns:a16="http://schemas.microsoft.com/office/drawing/2014/main" id="{8E274B72-DD3C-8C39-CD99-6DC3C4BC683C}"/>
                </a:ext>
              </a:extLst>
            </p:cNvPr>
            <p:cNvSpPr/>
            <p:nvPr/>
          </p:nvSpPr>
          <p:spPr>
            <a:xfrm flipH="1">
              <a:off x="3874260" y="5347141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3" name="Freccia a destra 12">
              <a:extLst>
                <a:ext uri="{FF2B5EF4-FFF2-40B4-BE49-F238E27FC236}">
                  <a16:creationId xmlns:a16="http://schemas.microsoft.com/office/drawing/2014/main" id="{B01211CA-D282-01F5-291D-924B8C88AD16}"/>
                </a:ext>
              </a:extLst>
            </p:cNvPr>
            <p:cNvSpPr/>
            <p:nvPr/>
          </p:nvSpPr>
          <p:spPr>
            <a:xfrm rot="2700000">
              <a:off x="3008213" y="4924772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4" name="Freccia a destra 13">
              <a:extLst>
                <a:ext uri="{FF2B5EF4-FFF2-40B4-BE49-F238E27FC236}">
                  <a16:creationId xmlns:a16="http://schemas.microsoft.com/office/drawing/2014/main" id="{35BAD3A6-1413-56C7-5055-41444245A9C6}"/>
                </a:ext>
              </a:extLst>
            </p:cNvPr>
            <p:cNvSpPr/>
            <p:nvPr/>
          </p:nvSpPr>
          <p:spPr>
            <a:xfrm rot="18900000" flipH="1">
              <a:off x="3861478" y="4922201"/>
              <a:ext cx="328679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</p:grpSp>
      <p:pic>
        <p:nvPicPr>
          <p:cNvPr id="31" name="Elemento grafico 30">
            <a:extLst>
              <a:ext uri="{FF2B5EF4-FFF2-40B4-BE49-F238E27FC236}">
                <a16:creationId xmlns:a16="http://schemas.microsoft.com/office/drawing/2014/main" id="{B68B2BFB-46A7-5A77-5293-C18C7A55E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6480" y="3863102"/>
            <a:ext cx="1078349" cy="1142621"/>
          </a:xfrm>
          <a:prstGeom prst="rect">
            <a:avLst/>
          </a:prstGeom>
        </p:spPr>
      </p:pic>
      <p:pic>
        <p:nvPicPr>
          <p:cNvPr id="33" name="Elemento grafico 32">
            <a:extLst>
              <a:ext uri="{FF2B5EF4-FFF2-40B4-BE49-F238E27FC236}">
                <a16:creationId xmlns:a16="http://schemas.microsoft.com/office/drawing/2014/main" id="{32734D8B-BB10-DD14-7E2A-A212212F5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18660" y="3963283"/>
            <a:ext cx="1314449" cy="942258"/>
          </a:xfrm>
          <a:prstGeom prst="rect">
            <a:avLst/>
          </a:prstGeom>
        </p:spPr>
      </p:pic>
      <p:grpSp>
        <p:nvGrpSpPr>
          <p:cNvPr id="46" name="Gruppo 45">
            <a:extLst>
              <a:ext uri="{FF2B5EF4-FFF2-40B4-BE49-F238E27FC236}">
                <a16:creationId xmlns:a16="http://schemas.microsoft.com/office/drawing/2014/main" id="{678C59F7-2FF4-1052-289F-A5C6F8EE6390}"/>
              </a:ext>
            </a:extLst>
          </p:cNvPr>
          <p:cNvGrpSpPr/>
          <p:nvPr/>
        </p:nvGrpSpPr>
        <p:grpSpPr>
          <a:xfrm>
            <a:off x="6471272" y="3890059"/>
            <a:ext cx="1089684" cy="1088706"/>
            <a:chOff x="6579979" y="4280238"/>
            <a:chExt cx="1089684" cy="1088706"/>
          </a:xfrm>
        </p:grpSpPr>
        <p:sp>
          <p:nvSpPr>
            <p:cNvPr id="37" name="Elemento grafico 66" descr="Dollaro con riempimento a tinta unita">
              <a:extLst>
                <a:ext uri="{FF2B5EF4-FFF2-40B4-BE49-F238E27FC236}">
                  <a16:creationId xmlns:a16="http://schemas.microsoft.com/office/drawing/2014/main" id="{761E2BB8-8D71-42F1-7FF4-6D6B55B7FECE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45" name="Gruppo 44">
              <a:extLst>
                <a:ext uri="{FF2B5EF4-FFF2-40B4-BE49-F238E27FC236}">
                  <a16:creationId xmlns:a16="http://schemas.microsoft.com/office/drawing/2014/main" id="{0586F014-0362-2B0F-BDFA-22EA33D96FC9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38" name="Figura a mano libera: forma 37">
                <a:extLst>
                  <a:ext uri="{FF2B5EF4-FFF2-40B4-BE49-F238E27FC236}">
                    <a16:creationId xmlns:a16="http://schemas.microsoft.com/office/drawing/2014/main" id="{129BC19E-1253-3CE3-1685-CF914650DC88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Figura a mano libera: forma 38">
                <a:extLst>
                  <a:ext uri="{FF2B5EF4-FFF2-40B4-BE49-F238E27FC236}">
                    <a16:creationId xmlns:a16="http://schemas.microsoft.com/office/drawing/2014/main" id="{A61596EE-32BB-C45C-2349-B7082FA00B7C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Figura a mano libera: forma 39">
                <a:extLst>
                  <a:ext uri="{FF2B5EF4-FFF2-40B4-BE49-F238E27FC236}">
                    <a16:creationId xmlns:a16="http://schemas.microsoft.com/office/drawing/2014/main" id="{58AD1AE1-8894-6C0B-5C82-2BB8397693A9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Figura a mano libera: forma 40">
                <a:extLst>
                  <a:ext uri="{FF2B5EF4-FFF2-40B4-BE49-F238E27FC236}">
                    <a16:creationId xmlns:a16="http://schemas.microsoft.com/office/drawing/2014/main" id="{4A4C3F19-175E-5C46-6749-D7EFD2344DF4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Gruppo 43">
              <a:extLst>
                <a:ext uri="{FF2B5EF4-FFF2-40B4-BE49-F238E27FC236}">
                  <a16:creationId xmlns:a16="http://schemas.microsoft.com/office/drawing/2014/main" id="{3D8947CD-E724-4011-0BF5-3CB6E323F2E9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42" name="Figura a mano libera: forma 41">
                <a:extLst>
                  <a:ext uri="{FF2B5EF4-FFF2-40B4-BE49-F238E27FC236}">
                    <a16:creationId xmlns:a16="http://schemas.microsoft.com/office/drawing/2014/main" id="{C96E0F45-F0A2-E08F-2AAA-DF406F3BA6D1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Figura a mano libera: forma 42">
                <a:extLst>
                  <a:ext uri="{FF2B5EF4-FFF2-40B4-BE49-F238E27FC236}">
                    <a16:creationId xmlns:a16="http://schemas.microsoft.com/office/drawing/2014/main" id="{A434CF51-AA64-935C-1E20-236564178819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48" name="Elemento grafico 47">
            <a:extLst>
              <a:ext uri="{FF2B5EF4-FFF2-40B4-BE49-F238E27FC236}">
                <a16:creationId xmlns:a16="http://schemas.microsoft.com/office/drawing/2014/main" id="{6D6BC379-187A-6E39-963F-BEDB5C156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3123" y="3863101"/>
            <a:ext cx="1146443" cy="1142622"/>
          </a:xfrm>
          <a:prstGeom prst="rect">
            <a:avLst/>
          </a:prstGeom>
        </p:spPr>
      </p:pic>
      <p:pic>
        <p:nvPicPr>
          <p:cNvPr id="49" name="Elemento grafico 48">
            <a:extLst>
              <a:ext uri="{FF2B5EF4-FFF2-40B4-BE49-F238E27FC236}">
                <a16:creationId xmlns:a16="http://schemas.microsoft.com/office/drawing/2014/main" id="{FD0A6E03-556B-4043-8B15-B2303C423F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158017" y="3894412"/>
            <a:ext cx="1077113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34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6E68-D489-B4D9-C4BB-8A87D1FA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558E821-BC9F-1667-F03D-8E32FCDC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39BB30E-88FE-98AA-972C-F267B7FFB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901AA7-61E6-07B7-523D-3083C6FB0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8EA774D1-267C-80B3-0D1A-15E6BBF111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9173035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validità risposte">
            <a:extLst>
              <a:ext uri="{FF2B5EF4-FFF2-40B4-BE49-F238E27FC236}">
                <a16:creationId xmlns:a16="http://schemas.microsoft.com/office/drawing/2014/main" id="{5A29FF80-0B1D-AC6E-0C2C-45F0F535C707}"/>
              </a:ext>
            </a:extLst>
          </p:cNvPr>
          <p:cNvGrpSpPr>
            <a:grpSpLocks noChangeAspect="1"/>
          </p:cNvGrpSpPr>
          <p:nvPr/>
        </p:nvGrpSpPr>
        <p:grpSpPr>
          <a:xfrm>
            <a:off x="10223370" y="1176571"/>
            <a:ext cx="1130430" cy="817200"/>
            <a:chOff x="2998814" y="4754934"/>
            <a:chExt cx="1204126" cy="916987"/>
          </a:xfrm>
        </p:grpSpPr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EF727D60-57C8-D4BC-FA4B-1DB0021BAEAC}"/>
                </a:ext>
              </a:extLst>
            </p:cNvPr>
            <p:cNvGrpSpPr/>
            <p:nvPr/>
          </p:nvGrpSpPr>
          <p:grpSpPr>
            <a:xfrm>
              <a:off x="3330877" y="5131921"/>
              <a:ext cx="540000" cy="540000"/>
              <a:chOff x="3327494" y="5131921"/>
              <a:chExt cx="540000" cy="540000"/>
            </a:xfrm>
          </p:grpSpPr>
          <p:sp>
            <p:nvSpPr>
              <p:cNvPr id="13" name="Elemento grafico 6" descr="Segno di spunta con riempimento a tinta unita">
                <a:extLst>
                  <a:ext uri="{FF2B5EF4-FFF2-40B4-BE49-F238E27FC236}">
                    <a16:creationId xmlns:a16="http://schemas.microsoft.com/office/drawing/2014/main" id="{A2F91ECD-D368-30C5-C7F3-55E99BF5E9B1}"/>
                  </a:ext>
                </a:extLst>
              </p:cNvPr>
              <p:cNvSpPr/>
              <p:nvPr/>
            </p:nvSpPr>
            <p:spPr>
              <a:xfrm>
                <a:off x="3432208" y="5252562"/>
                <a:ext cx="330572" cy="298719"/>
              </a:xfrm>
              <a:custGeom>
                <a:avLst/>
                <a:gdLst>
                  <a:gd name="csX0" fmla="*/ 802958 w 880109"/>
                  <a:gd name="csY0" fmla="*/ 0 h 618172"/>
                  <a:gd name="csX1" fmla="*/ 315278 w 880109"/>
                  <a:gd name="csY1" fmla="*/ 461010 h 618172"/>
                  <a:gd name="csX2" fmla="*/ 80963 w 880109"/>
                  <a:gd name="csY2" fmla="*/ 220980 h 618172"/>
                  <a:gd name="csX3" fmla="*/ 0 w 880109"/>
                  <a:gd name="csY3" fmla="*/ 298132 h 618172"/>
                  <a:gd name="csX4" fmla="*/ 311468 w 880109"/>
                  <a:gd name="csY4" fmla="*/ 618173 h 618172"/>
                  <a:gd name="csX5" fmla="*/ 393383 w 880109"/>
                  <a:gd name="csY5" fmla="*/ 541973 h 618172"/>
                  <a:gd name="csX6" fmla="*/ 880110 w 880109"/>
                  <a:gd name="csY6" fmla="*/ 80010 h 618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880109" h="618172">
                    <a:moveTo>
                      <a:pt x="802958" y="0"/>
                    </a:moveTo>
                    <a:lnTo>
                      <a:pt x="315278" y="461010"/>
                    </a:lnTo>
                    <a:lnTo>
                      <a:pt x="80963" y="220980"/>
                    </a:lnTo>
                    <a:lnTo>
                      <a:pt x="0" y="298132"/>
                    </a:lnTo>
                    <a:lnTo>
                      <a:pt x="311468" y="618173"/>
                    </a:lnTo>
                    <a:lnTo>
                      <a:pt x="393383" y="541973"/>
                    </a:lnTo>
                    <a:lnTo>
                      <a:pt x="880110" y="80010"/>
                    </a:lnTo>
                    <a:close/>
                  </a:path>
                </a:pathLst>
              </a:custGeom>
              <a:solidFill>
                <a:srgbClr val="9D90A0">
                  <a:shade val="50000"/>
                  <a:hueOff val="0"/>
                  <a:satOff val="0"/>
                  <a:lumOff val="0"/>
                  <a:alphaOff val="0"/>
                </a:srgbClr>
              </a:solidFill>
              <a:ln w="19050" cap="flat" cmpd="sng" algn="ctr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53340" tIns="53340" rIns="53340" bIns="53340" numCol="1" spcCol="1270" anchor="ctr" anchorCtr="0">
                <a:noAutofit/>
              </a:bodyPr>
              <a:lstStyle/>
              <a:p>
                <a:endParaRPr lang="it-IT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Cornice 13">
                <a:extLst>
                  <a:ext uri="{FF2B5EF4-FFF2-40B4-BE49-F238E27FC236}">
                    <a16:creationId xmlns:a16="http://schemas.microsoft.com/office/drawing/2014/main" id="{AE9606E2-E001-57F4-A193-CF0C5A5B59CF}"/>
                  </a:ext>
                </a:extLst>
              </p:cNvPr>
              <p:cNvSpPr/>
              <p:nvPr/>
            </p:nvSpPr>
            <p:spPr>
              <a:xfrm>
                <a:off x="3327494" y="5131921"/>
                <a:ext cx="540000" cy="540000"/>
              </a:xfrm>
              <a:prstGeom prst="frame">
                <a:avLst>
                  <a:gd name="adj1" fmla="val 8456"/>
                </a:avLst>
              </a:prstGeom>
              <a:solidFill>
                <a:srgbClr val="9D90A0">
                  <a:shade val="50000"/>
                  <a:hueOff val="0"/>
                  <a:satOff val="0"/>
                  <a:lumOff val="0"/>
                  <a:alphaOff val="0"/>
                </a:srgbClr>
              </a:solidFill>
              <a:ln w="19050" cap="flat" cmpd="sng" algn="ctr">
                <a:solidFill>
                  <a:prstClr val="white">
                    <a:hueOff val="0"/>
                    <a:satOff val="0"/>
                    <a:lumOff val="0"/>
                    <a:alphaOff val="0"/>
                  </a:prstClr>
                </a:solidFill>
                <a:prstDash val="solid"/>
                <a:miter lim="800000"/>
              </a:ln>
              <a:effectLst/>
            </p:spPr>
            <p:txBody>
              <a:bodyPr spcFirstLastPara="0" vert="horz" wrap="square" lIns="53340" tIns="53340" rIns="53340" bIns="53340" numCol="1" spcCol="1270" anchor="ctr" anchorCtr="0">
                <a:noAutofit/>
              </a:bodyPr>
              <a:lstStyle/>
              <a:p>
                <a:endParaRPr lang="it-IT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Freccia a destra 7">
              <a:extLst>
                <a:ext uri="{FF2B5EF4-FFF2-40B4-BE49-F238E27FC236}">
                  <a16:creationId xmlns:a16="http://schemas.microsoft.com/office/drawing/2014/main" id="{6F4DB962-020B-9317-D572-B0B349AC44BE}"/>
                </a:ext>
              </a:extLst>
            </p:cNvPr>
            <p:cNvSpPr/>
            <p:nvPr/>
          </p:nvSpPr>
          <p:spPr>
            <a:xfrm>
              <a:off x="2998814" y="5347141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9" name="Freccia a destra 8">
              <a:extLst>
                <a:ext uri="{FF2B5EF4-FFF2-40B4-BE49-F238E27FC236}">
                  <a16:creationId xmlns:a16="http://schemas.microsoft.com/office/drawing/2014/main" id="{D861C59D-9C85-C2FB-4CD8-212B15EA49F7}"/>
                </a:ext>
              </a:extLst>
            </p:cNvPr>
            <p:cNvSpPr/>
            <p:nvPr/>
          </p:nvSpPr>
          <p:spPr>
            <a:xfrm rot="5400000">
              <a:off x="3436537" y="4864494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0" name="Freccia a destra 9">
              <a:extLst>
                <a:ext uri="{FF2B5EF4-FFF2-40B4-BE49-F238E27FC236}">
                  <a16:creationId xmlns:a16="http://schemas.microsoft.com/office/drawing/2014/main" id="{75238475-2035-6EDA-DD48-9960916937DF}"/>
                </a:ext>
              </a:extLst>
            </p:cNvPr>
            <p:cNvSpPr/>
            <p:nvPr/>
          </p:nvSpPr>
          <p:spPr>
            <a:xfrm flipH="1">
              <a:off x="3874260" y="5347141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1" name="Freccia a destra 10">
              <a:extLst>
                <a:ext uri="{FF2B5EF4-FFF2-40B4-BE49-F238E27FC236}">
                  <a16:creationId xmlns:a16="http://schemas.microsoft.com/office/drawing/2014/main" id="{0ABEB7D9-380B-1B48-5567-654E1193B01D}"/>
                </a:ext>
              </a:extLst>
            </p:cNvPr>
            <p:cNvSpPr/>
            <p:nvPr/>
          </p:nvSpPr>
          <p:spPr>
            <a:xfrm rot="2700000">
              <a:off x="3008213" y="4924772"/>
              <a:ext cx="328680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  <p:sp>
          <p:nvSpPr>
            <p:cNvPr id="12" name="Freccia a destra 11">
              <a:extLst>
                <a:ext uri="{FF2B5EF4-FFF2-40B4-BE49-F238E27FC236}">
                  <a16:creationId xmlns:a16="http://schemas.microsoft.com/office/drawing/2014/main" id="{16F15C83-A272-65CE-3779-DD6DE3AABAAA}"/>
                </a:ext>
              </a:extLst>
            </p:cNvPr>
            <p:cNvSpPr/>
            <p:nvPr/>
          </p:nvSpPr>
          <p:spPr>
            <a:xfrm rot="18900000" flipH="1">
              <a:off x="3861478" y="4922201"/>
              <a:ext cx="328679" cy="109560"/>
            </a:xfrm>
            <a:prstGeom prst="rightArrow">
              <a:avLst/>
            </a:prstGeom>
            <a:solidFill>
              <a:srgbClr val="9D90A0">
                <a:shade val="50000"/>
                <a:hueOff val="0"/>
                <a:satOff val="0"/>
                <a:lumOff val="0"/>
                <a:alphaOff val="0"/>
              </a:srgbClr>
            </a:solidFill>
            <a:ln w="1905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endParaRPr lang="it-IT" b="1">
                <a:solidFill>
                  <a:schemeClr val="bg1"/>
                </a:solidFill>
              </a:endParaRP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D85D9DE6-9991-8D43-8641-159B326F27EE}"/>
              </a:ext>
            </a:extLst>
          </p:cNvPr>
          <p:cNvSpPr txBox="1"/>
          <p:nvPr/>
        </p:nvSpPr>
        <p:spPr>
          <a:xfrm>
            <a:off x="3281589" y="1262006"/>
            <a:ext cx="6681185" cy="715089"/>
          </a:xfrm>
          <a:prstGeom prst="roundRect">
            <a:avLst/>
          </a:prstGeom>
          <a:noFill/>
          <a:ln w="57150">
            <a:solidFill>
              <a:srgbClr val="72687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C</a:t>
            </a:r>
            <a:r>
              <a:rPr lang="it-IT" sz="1800" b="0" i="0" u="none" strike="noStrike" baseline="0" dirty="0"/>
              <a:t>apacità di </a:t>
            </a:r>
            <a:r>
              <a:rPr lang="it-IT" sz="1800" b="1" i="0" u="none" strike="noStrike" baseline="0" dirty="0"/>
              <a:t>attenersi alle istruzioni sintattiche </a:t>
            </a:r>
            <a:r>
              <a:rPr lang="it-IT" sz="1800" b="0" i="0" u="none" strike="noStrike" baseline="0" dirty="0"/>
              <a:t>del prompt</a:t>
            </a:r>
            <a:r>
              <a:rPr lang="it-IT" dirty="0"/>
              <a:t> scegliendo una</a:t>
            </a:r>
            <a:r>
              <a:rPr lang="it-IT" sz="1800" b="0" i="0" u="none" strike="noStrike" baseline="0" dirty="0"/>
              <a:t> chiara opzione (anche se c’è del testo dopo).</a:t>
            </a:r>
            <a:endParaRPr lang="it-IT" dirty="0"/>
          </a:p>
        </p:txBody>
      </p:sp>
      <p:graphicFrame>
        <p:nvGraphicFramePr>
          <p:cNvPr id="27" name="Tabella 26">
            <a:extLst>
              <a:ext uri="{FF2B5EF4-FFF2-40B4-BE49-F238E27FC236}">
                <a16:creationId xmlns:a16="http://schemas.microsoft.com/office/drawing/2014/main" id="{0319B143-AE72-D3CA-E999-D83AC0A3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265376"/>
              </p:ext>
            </p:extLst>
          </p:nvPr>
        </p:nvGraphicFramePr>
        <p:xfrm>
          <a:off x="3281589" y="2216176"/>
          <a:ext cx="8045851" cy="1920392"/>
        </p:xfrm>
        <a:graphic>
          <a:graphicData uri="http://schemas.openxmlformats.org/drawingml/2006/table">
            <a:tbl>
              <a:tblPr firstRow="1" firstCol="1" lastRow="1" bandRow="1">
                <a:tableStyleId>{93296810-A885-4BE3-A3E7-6D5BEEA58F35}</a:tableStyleId>
              </a:tblPr>
              <a:tblGrid>
                <a:gridCol w="1595211">
                  <a:extLst>
                    <a:ext uri="{9D8B030D-6E8A-4147-A177-3AD203B41FA5}">
                      <a16:colId xmlns:a16="http://schemas.microsoft.com/office/drawing/2014/main" val="399322000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394111950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1408087919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4096731824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332291451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432466747"/>
                    </a:ext>
                  </a:extLst>
                </a:gridCol>
              </a:tblGrid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Esperimento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160M 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1B 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1.4B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2.8B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6.9B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759101"/>
                  </a:ext>
                </a:extLst>
              </a:tr>
              <a:tr h="240049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i="1" kern="100" dirty="0">
                          <a:solidFill>
                            <a:schemeClr val="bg1"/>
                          </a:solidFill>
                          <a:effectLst/>
                        </a:rPr>
                        <a:t>Tasso di validità (%)</a:t>
                      </a:r>
                      <a:endParaRPr lang="it-IT" sz="1400" i="1" kern="100" dirty="0">
                        <a:solidFill>
                          <a:schemeClr val="bg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72687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704442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Baseline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64.3 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95.0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97.9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97.9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91.4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373838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Permutazione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59.3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94.0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97.7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97.6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94.3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136944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Duplicazione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63.7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91.4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96.7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95.8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94.8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871941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Minaccia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33.3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97.0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</a:rPr>
                        <a:t>98.5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92.8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</a:rPr>
                        <a:t>65.8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1466047"/>
                  </a:ext>
                </a:extLst>
              </a:tr>
              <a:tr h="4800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i="1" kern="100" dirty="0">
                          <a:solidFill>
                            <a:schemeClr val="tx1"/>
                          </a:solidFill>
                          <a:effectLst/>
                        </a:rPr>
                        <a:t>Media generale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</a:rPr>
                        <a:t>55.1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</a:rPr>
                        <a:t>94.3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</a:rPr>
                        <a:t>97.7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</a:rPr>
                        <a:t>96.0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</a:rPr>
                        <a:t>86.6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7354841"/>
                  </a:ext>
                </a:extLst>
              </a:tr>
            </a:tbl>
          </a:graphicData>
        </a:graphic>
      </p:graphicFrame>
      <p:graphicFrame>
        <p:nvGraphicFramePr>
          <p:cNvPr id="28" name="Diagramma 27">
            <a:extLst>
              <a:ext uri="{FF2B5EF4-FFF2-40B4-BE49-F238E27FC236}">
                <a16:creationId xmlns:a16="http://schemas.microsoft.com/office/drawing/2014/main" id="{757846D8-B740-7213-E7F0-804A3DABAE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5930021"/>
              </p:ext>
            </p:extLst>
          </p:nvPr>
        </p:nvGraphicFramePr>
        <p:xfrm>
          <a:off x="3281588" y="4375649"/>
          <a:ext cx="8045852" cy="1741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769052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DEDA-8D64-8749-4650-16234888E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8AD089C6-5803-97ED-438D-1CDFCE88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C3F07BB-1481-B8D2-BC5E-E55D26770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78B75B2-A3D5-2D81-3662-441645A9E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001169D0-49E8-C325-ADD6-C8C291477D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8264738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09751C1-D717-483F-9E73-042BCCD01481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Valuta l’</a:t>
            </a:r>
            <a:r>
              <a:rPr lang="it-IT" b="1" dirty="0"/>
              <a:t>allineamento</a:t>
            </a:r>
            <a:r>
              <a:rPr lang="it-IT" dirty="0"/>
              <a:t> tra le probabilità interne e il testo prodotto, misurando la «</a:t>
            </a:r>
            <a:r>
              <a:rPr lang="it-IT" b="1" dirty="0"/>
              <a:t>sincerità</a:t>
            </a:r>
            <a:r>
              <a:rPr lang="it-IT" dirty="0"/>
              <a:t>» della risposta libera generata.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33B320F0-0311-8CFE-28F8-2C0E0427C6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11977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B7B7469-B122-AD75-3B48-9871E67FF244}"/>
                  </a:ext>
                </a:extLst>
              </p:cNvPr>
              <p:cNvSpPr txBox="1"/>
              <p:nvPr/>
            </p:nvSpPr>
            <p:spPr>
              <a:xfrm>
                <a:off x="3281589" y="2841174"/>
                <a:ext cx="8072210" cy="1226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buNone/>
                </a:pPr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Per ogni domanda </a:t>
                </a:r>
                <a:r>
                  <a:rPr lang="it-IT" sz="1800" i="1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valida</a:t>
                </a:r>
                <a:r>
                  <a:rPr lang="it-IT" dirty="0">
                    <a:ea typeface="Book Antiqua" panose="0204060205030503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{</m:t>
                        </m:r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sub>
                    </m:sSub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,...,</m:t>
                    </m:r>
                    <m:sSub>
                      <m:sSub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𝑙</m:t>
                        </m:r>
                      </m:e>
                      <m:sub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 è l’</a:t>
                </a:r>
                <a:r>
                  <a:rPr lang="it-IT" sz="1800" b="1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insieme dei </a:t>
                </a:r>
                <a:r>
                  <a:rPr lang="it-IT" sz="1800" b="1" dirty="0" err="1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logit</a:t>
                </a:r>
                <a:r>
                  <a:rPr lang="it-IT" sz="1800" b="1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associati alle opzioni di risposta;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1800" i="1">
                            <a:effectLst/>
                            <a:latin typeface="Cambria Math" panose="020405030504060302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rPr>
                          <m:t>𝑔𝑒𝑛</m:t>
                        </m:r>
                      </m:sub>
                    </m:sSub>
                  </m:oMath>
                </a14:m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 è l’</a:t>
                </a:r>
                <a:r>
                  <a:rPr lang="it-IT" sz="1800" b="1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etichetta </a:t>
                </a:r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estratta dal testo generato. </a:t>
                </a:r>
              </a:p>
              <a:p>
                <a:pPr algn="just">
                  <a:buNone/>
                </a:pPr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La </a:t>
                </a:r>
                <a:r>
                  <a:rPr lang="it-IT" sz="1800" b="1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coerenza </a:t>
                </a:r>
                <a14:m>
                  <m:oMath xmlns:m="http://schemas.openxmlformats.org/officeDocument/2006/math">
                    <m:r>
                      <a:rPr lang="it-IT" sz="1800" i="1">
                        <a:effectLst/>
                        <a:latin typeface="Cambria Math" panose="02040503050406030204" pitchFamily="18" charset="0"/>
                        <a:ea typeface="Book Antiqua" panose="02040602050305030304" pitchFamily="18" charset="0"/>
                        <a:cs typeface="Times New Roman" panose="02020603050405020304" pitchFamily="18" charset="0"/>
                      </a:rPr>
                      <m:t>𝐶</m:t>
                    </m:r>
                  </m:oMath>
                </a14:m>
                <a:r>
                  <a:rPr lang="it-IT" sz="1800" dirty="0">
                    <a:effectLst/>
                    <a:ea typeface="Book Antiqua" panose="02040602050305030304" pitchFamily="18" charset="0"/>
                    <a:cs typeface="Times New Roman" panose="02020603050405020304" pitchFamily="18" charset="0"/>
                  </a:rPr>
                  <a:t> è definita come:</a:t>
                </a:r>
              </a:p>
            </p:txBody>
          </p:sp>
        </mc:Choice>
        <mc:Fallback xmlns=""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CB7B7469-B122-AD75-3B48-9871E67FF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2841174"/>
                <a:ext cx="8072210" cy="1226554"/>
              </a:xfrm>
              <a:prstGeom prst="rect">
                <a:avLst/>
              </a:prstGeom>
              <a:blipFill>
                <a:blip r:embed="rId8"/>
                <a:stretch>
                  <a:fillRect l="-604" t="-2985" b="-696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04E742FF-C8A6-4598-9AAE-E7A4B3E51117}"/>
                  </a:ext>
                </a:extLst>
              </p:cNvPr>
              <p:cNvSpPr txBox="1"/>
              <p:nvPr/>
            </p:nvSpPr>
            <p:spPr>
              <a:xfrm>
                <a:off x="5468574" y="4625340"/>
                <a:ext cx="3698240" cy="1173398"/>
              </a:xfrm>
              <a:prstGeom prst="rect">
                <a:avLst/>
              </a:prstGeom>
              <a:noFill/>
              <a:ln w="57150">
                <a:solidFill>
                  <a:srgbClr val="928895"/>
                </a:solidFill>
              </a:ln>
            </p:spPr>
            <p:txBody>
              <a:bodyPr wrap="square" anchor="ctr">
                <a:spAutoFit/>
              </a:bodyPr>
              <a:lstStyle/>
              <a:p>
                <a:pPr algn="just">
                  <a:buNone/>
                </a:pPr>
                <a:endParaRPr lang="it-IT" sz="1800" i="1" dirty="0">
                  <a:effectLst/>
                  <a:latin typeface="Cambria Math" panose="02040503050406030204" pitchFamily="18" charset="0"/>
                  <a:ea typeface="Book Antiqua" panose="0204060205030503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 smtClean="0">
                          <a:effectLst/>
                          <a:latin typeface="Cambria Math" panose="02040503050406030204" pitchFamily="18" charset="0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1800" i="1" smtClean="0">
                          <a:effectLst/>
                          <a:latin typeface="Cambria Math" panose="02040503050406030204" pitchFamily="18" charset="0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m:t> =</m:t>
                      </m:r>
                      <m:d>
                        <m:dPr>
                          <m:begChr m:val="{"/>
                          <m:endChr m:val=""/>
                          <m:ctrlPr>
                            <a:rPr lang="it-IT" sz="1800" i="1">
                              <a:effectLst/>
                              <a:latin typeface="Cambria Math" panose="02040503050406030204" pitchFamily="18" charset="0"/>
                              <a:ea typeface="Book Antiqua" panose="0204060205030503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sz="1800" i="1">
                                  <a:effectLst/>
                                  <a:latin typeface="Cambria Math" panose="02040503050406030204" pitchFamily="18" charset="0"/>
                                  <a:ea typeface="Book Antiqua" panose="0204060205030503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it-IT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𝑠𝑒</m:t>
                                </m:r>
                                <m:r>
                                  <a:rPr lang="it-IT" sz="180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 </m:t>
                                </m:r>
                                <m:sSub>
                                  <m:sSubPr>
                                    <m:ctrlPr>
                                      <a:rPr lang="it-IT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it-IT" sz="1800" b="0" i="0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g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it-IT" sz="1800" b="0" i="1" smtClean="0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en</m:t>
                                    </m:r>
                                  </m:sub>
                                </m:sSub>
                                <m:r>
                                  <a:rPr lang="it-IT" sz="1800" b="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1800" b="0" i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argmax</m:t>
                                </m:r>
                                <m:d>
                                  <m:dPr>
                                    <m:ctrlPr>
                                      <a:rPr lang="it-IT" sz="1800" b="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sz="1800" b="0" i="1">
                                        <a:effectLst/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it-IT" sz="1800" b="0" i="1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it-IT" sz="1800" b="0" i="0">
                                    <a:effectLst/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altrimenti</m:t>
                                </m:r>
                              </m:e>
                            </m:mr>
                          </m:m>
                          <m:r>
                            <a:rPr lang="it-IT" sz="1800" b="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 </m:t>
                          </m:r>
                        </m:e>
                      </m:d>
                    </m:oMath>
                  </m:oMathPara>
                </a14:m>
                <a:endParaRPr lang="it-IT" sz="1800" dirty="0">
                  <a:effectLst/>
                  <a:ea typeface="Book Antiqua" panose="0204060205030503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None/>
                </a:pPr>
                <a:endParaRPr lang="it-IT" sz="1800" dirty="0">
                  <a:effectLst/>
                  <a:ea typeface="Book Antiqua" panose="0204060205030503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04E742FF-C8A6-4598-9AAE-E7A4B3E51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74" y="4625340"/>
                <a:ext cx="3698240" cy="11733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57150">
                <a:solidFill>
                  <a:srgbClr val="928895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978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1B3CE-7766-95AD-00FD-616E87789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0A879AF3-DDC5-67A3-AEA1-48637850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DC9F834-A324-73E6-2202-262BFBDF6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5718937-40CB-05B0-6201-CC9F9E3FA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9AD62681-061F-3428-BA46-B34013692766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FB134373-E840-096C-3E72-7751D547F75F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Valuta l’</a:t>
            </a:r>
            <a:r>
              <a:rPr lang="it-IT" b="1" dirty="0"/>
              <a:t>allineamento</a:t>
            </a:r>
            <a:r>
              <a:rPr lang="it-IT" dirty="0"/>
              <a:t> tra le probabilità interne e il testo prodotto, misurando la «</a:t>
            </a:r>
            <a:r>
              <a:rPr lang="it-IT" b="1" dirty="0"/>
              <a:t>sincerità</a:t>
            </a:r>
            <a:r>
              <a:rPr lang="it-IT" dirty="0"/>
              <a:t>» della risposta libera generata.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1CE97CBD-8302-72C8-9658-4B6E693E4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1197774"/>
          </a:xfrm>
          <a:prstGeom prst="rect">
            <a:avLst/>
          </a:prstGeom>
        </p:spPr>
      </p:pic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5BAEE9D6-53CA-9545-7249-28FB1AF3A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238431"/>
              </p:ext>
            </p:extLst>
          </p:nvPr>
        </p:nvGraphicFramePr>
        <p:xfrm>
          <a:off x="3281589" y="2420487"/>
          <a:ext cx="8045851" cy="1920392"/>
        </p:xfrm>
        <a:graphic>
          <a:graphicData uri="http://schemas.openxmlformats.org/drawingml/2006/table">
            <a:tbl>
              <a:tblPr firstRow="1" firstCol="1" lastRow="1" bandRow="1">
                <a:tableStyleId>{93296810-A885-4BE3-A3E7-6D5BEEA58F35}</a:tableStyleId>
              </a:tblPr>
              <a:tblGrid>
                <a:gridCol w="1595211">
                  <a:extLst>
                    <a:ext uri="{9D8B030D-6E8A-4147-A177-3AD203B41FA5}">
                      <a16:colId xmlns:a16="http://schemas.microsoft.com/office/drawing/2014/main" val="399322000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394111950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1408087919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4096731824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3322914512"/>
                    </a:ext>
                  </a:extLst>
                </a:gridCol>
                <a:gridCol w="1290128">
                  <a:extLst>
                    <a:ext uri="{9D8B030D-6E8A-4147-A177-3AD203B41FA5}">
                      <a16:colId xmlns:a16="http://schemas.microsoft.com/office/drawing/2014/main" val="432466747"/>
                    </a:ext>
                  </a:extLst>
                </a:gridCol>
              </a:tblGrid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Esperimento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160M 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 dirty="0">
                          <a:solidFill>
                            <a:schemeClr val="tx1"/>
                          </a:solidFill>
                          <a:effectLst/>
                        </a:rPr>
                        <a:t>1B 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1.4B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2.8B 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b="1" kern="100">
                          <a:solidFill>
                            <a:schemeClr val="tx1"/>
                          </a:solidFill>
                          <a:effectLst/>
                        </a:rPr>
                        <a:t>6.9B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759101"/>
                  </a:ext>
                </a:extLst>
              </a:tr>
              <a:tr h="240049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Tasso di coerenza </a:t>
                      </a:r>
                      <a:r>
                        <a:rPr lang="it-IT" sz="140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logit</a:t>
                      </a: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-testo (%)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2889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2704442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Baseline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60.9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86.3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46.9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68.9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67.3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3373838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Permutazione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55.8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86.3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50.5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61.8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68.9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4136944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Duplicazione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61.3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81.9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45.5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56.5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68.3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871941"/>
                  </a:ext>
                </a:extLst>
              </a:tr>
              <a:tr h="24004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Minaccia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31.7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75.6</a:t>
                      </a:r>
                      <a:endParaRPr lang="it-IT" sz="14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50.3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61.8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53.1</a:t>
                      </a:r>
                      <a:endParaRPr lang="it-IT" sz="14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1466047"/>
                  </a:ext>
                </a:extLst>
              </a:tr>
              <a:tr h="48009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Media generale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52.4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82.5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48.3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62.3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64.4</a:t>
                      </a:r>
                      <a:endParaRPr lang="it-IT" sz="14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7354841"/>
                  </a:ext>
                </a:extLst>
              </a:tr>
            </a:tbl>
          </a:graphicData>
        </a:graphic>
      </p:graphicFrame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770CFBAA-6DEF-6677-883A-B53510A341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5739821"/>
              </p:ext>
            </p:extLst>
          </p:nvPr>
        </p:nvGraphicFramePr>
        <p:xfrm>
          <a:off x="3281588" y="4477804"/>
          <a:ext cx="8045852" cy="1741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32345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DD275-23C6-0A52-FAA5-98EBFE35B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F1F9DC31-3D8F-AF42-2C53-86452746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10078A2-68E7-4655-07C2-FD50160BF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5587BD-B565-FB42-471A-7ECE9A5EA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1894AF4D-DB16-A8F8-45AD-82AFFAE72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2153278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CC825F-0E07-267B-BD8B-E6179E77D6DD}"/>
              </a:ext>
            </a:extLst>
          </p:cNvPr>
          <p:cNvSpPr txBox="1"/>
          <p:nvPr/>
        </p:nvSpPr>
        <p:spPr>
          <a:xfrm>
            <a:off x="3281589" y="1262006"/>
            <a:ext cx="6681185" cy="1328023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Per misurare la «</a:t>
            </a:r>
            <a:r>
              <a:rPr lang="it-IT" b="1" dirty="0"/>
              <a:t>convinzione</a:t>
            </a:r>
            <a:r>
              <a:rPr lang="it-IT" dirty="0"/>
              <a:t>» del modello e quanto questa cambi in risposta a un’alterazione sintattica dell’input, è stata valutata la </a:t>
            </a:r>
            <a:r>
              <a:rPr lang="it-IT" b="1" dirty="0"/>
              <a:t>stabilità</a:t>
            </a:r>
            <a:r>
              <a:rPr lang="it-IT" dirty="0"/>
              <a:t> delle risposte rispetto alle perturbazioni.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660557D3-8B4E-38DD-F94D-17D44AF360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81032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F5390E9A-F7BB-F18D-5483-3A1DB57C6FFC}"/>
              </a:ext>
            </a:extLst>
          </p:cNvPr>
          <p:cNvSpPr txBox="1"/>
          <p:nvPr/>
        </p:nvSpPr>
        <p:spPr>
          <a:xfrm>
            <a:off x="3281589" y="2794356"/>
            <a:ext cx="8072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0" i="0" u="none" strike="noStrike" baseline="0" dirty="0"/>
              <a:t>Si utilizza la </a:t>
            </a:r>
            <a:r>
              <a:rPr lang="it-IT" sz="1800" b="1" i="0" u="none" strike="noStrike" baseline="0" dirty="0"/>
              <a:t>Jensen-Shannon </a:t>
            </a:r>
            <a:r>
              <a:rPr lang="it-IT" sz="1800" b="1" i="0" u="none" strike="noStrike" baseline="0" dirty="0" err="1"/>
              <a:t>Divergence</a:t>
            </a:r>
            <a:r>
              <a:rPr lang="it-IT" sz="1800" b="1" i="0" u="none" strike="noStrike" baseline="0" dirty="0"/>
              <a:t> (JSD) </a:t>
            </a:r>
            <a:r>
              <a:rPr lang="it-IT" sz="1800" i="0" u="none" strike="noStrike" baseline="0" dirty="0"/>
              <a:t>sui </a:t>
            </a:r>
            <a:r>
              <a:rPr lang="it-IT" sz="1800" i="0" u="none" strike="noStrike" baseline="0" dirty="0" err="1"/>
              <a:t>logit</a:t>
            </a:r>
            <a:r>
              <a:rPr lang="it-IT" sz="1800" i="0" u="none" strike="noStrike" baseline="0" dirty="0"/>
              <a:t>: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766E536-DE04-CE05-7893-A349ADB96C8A}"/>
                  </a:ext>
                </a:extLst>
              </p:cNvPr>
              <p:cNvSpPr txBox="1"/>
              <p:nvPr/>
            </p:nvSpPr>
            <p:spPr>
              <a:xfrm>
                <a:off x="5050952" y="3305127"/>
                <a:ext cx="4533485" cy="1135796"/>
              </a:xfrm>
              <a:prstGeom prst="rect">
                <a:avLst/>
              </a:prstGeom>
              <a:noFill/>
              <a:ln w="57150">
                <a:solidFill>
                  <a:srgbClr val="B2AAB3"/>
                </a:solidFill>
              </a:ln>
            </p:spPr>
            <p:txBody>
              <a:bodyPr wrap="square" tIns="108000" bIns="108000" anchor="ctr">
                <a:spAutoFit/>
              </a:bodyPr>
              <a:lstStyle>
                <a:defPPr>
                  <a:defRPr lang="it-IT"/>
                </a:defPPr>
                <a:lvl1pPr algn="just">
                  <a:buNone/>
                  <a:defRPr i="1">
                    <a:effectLst/>
                    <a:latin typeface="Cambria Math" panose="02040503050406030204" pitchFamily="18" charset="0"/>
                    <a:ea typeface="Book Antiqua" panose="0204060205030503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>
                          <a:latin typeface="Cambria Math" panose="02040503050406030204" pitchFamily="18" charset="0"/>
                        </a:rPr>
                        <m:t>𝐽𝑆𝐷</m:t>
                      </m:r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</m:sSub>
                      <m:d>
                        <m:d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it-IT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</m:oMath>
                  </m:oMathPara>
                </a14:m>
                <a:endParaRPr lang="it-IT" dirty="0">
                  <a:latin typeface="+mn-lt"/>
                </a:endParaRPr>
              </a:p>
              <a:p>
                <a:pPr algn="ctr"/>
                <a:r>
                  <a:rPr lang="it-IT" dirty="0">
                    <a:latin typeface="+mn-lt"/>
                  </a:rPr>
                  <a:t>Con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t-IT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Q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it-IT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766E536-DE04-CE05-7893-A349ADB96C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52" y="3305127"/>
                <a:ext cx="4533485" cy="11357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57150">
                <a:solidFill>
                  <a:srgbClr val="B2AAB3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F5CD4BC1-912E-60C9-18AB-FC7F7AFB04E5}"/>
                  </a:ext>
                </a:extLst>
              </p:cNvPr>
              <p:cNvSpPr txBox="1"/>
              <p:nvPr/>
            </p:nvSpPr>
            <p:spPr>
              <a:xfrm>
                <a:off x="3281589" y="4582362"/>
                <a:ext cx="4297771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b="1" u="none" strike="noStrike" baseline="0" dirty="0"/>
                  <a:t>Legenda: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b="0" i="0" u="none" strike="noStrike" baseline="0" dirty="0"/>
                  <a:t> distribuzione di probabilità base;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16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distribuzione di probabilità del prompt perturbato;</a:t>
                </a:r>
              </a:p>
              <a:p>
                <a14:m>
                  <m:oMath xmlns:m="http://schemas.openxmlformats.org/officeDocument/2006/math"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distribuzione media di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t-IT" sz="1600" dirty="0"/>
                  <a:t> e </a:t>
                </a:r>
                <a14:m>
                  <m:oMath xmlns:m="http://schemas.openxmlformats.org/officeDocument/2006/math">
                    <m:r>
                      <a:rPr lang="it-IT" sz="16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it-IT" sz="1600" dirty="0"/>
                  <a:t>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60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m:rPr>
                            <m:sty m:val="p"/>
                          </m:rPr>
                          <a:rPr lang="it-IT" sz="160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divergenza di </a:t>
                </a:r>
                <a:r>
                  <a:rPr lang="it-IT" sz="1600" dirty="0" err="1"/>
                  <a:t>Kullback-Leibler</a:t>
                </a:r>
                <a:r>
                  <a:rPr lang="it-IT" sz="1600" dirty="0"/>
                  <a:t>.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F5CD4BC1-912E-60C9-18AB-FC7F7AFB0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4582362"/>
                <a:ext cx="4297771" cy="1569660"/>
              </a:xfrm>
              <a:prstGeom prst="rect">
                <a:avLst/>
              </a:prstGeom>
              <a:blipFill>
                <a:blip r:embed="rId10"/>
                <a:stretch>
                  <a:fillRect l="-709" t="-1556" b="-38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E799035-D71E-602B-D089-2287C4F3E746}"/>
              </a:ext>
            </a:extLst>
          </p:cNvPr>
          <p:cNvSpPr txBox="1"/>
          <p:nvPr/>
        </p:nvSpPr>
        <p:spPr>
          <a:xfrm>
            <a:off x="8153400" y="4582362"/>
            <a:ext cx="3200400" cy="1200329"/>
          </a:xfrm>
          <a:prstGeom prst="rect">
            <a:avLst/>
          </a:prstGeom>
          <a:solidFill>
            <a:srgbClr val="B2AAB3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it-IT" dirty="0">
                <a:solidFill>
                  <a:schemeClr val="tx1"/>
                </a:solidFill>
              </a:rPr>
              <a:t>G</a:t>
            </a:r>
            <a:r>
              <a:rPr lang="it-IT" sz="1800" b="0" i="0" u="none" strike="noStrike" baseline="0" dirty="0">
                <a:solidFill>
                  <a:schemeClr val="tx1"/>
                </a:solidFill>
              </a:rPr>
              <a:t>arantisce una misurazione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</a:rPr>
              <a:t>S</a:t>
            </a:r>
            <a:r>
              <a:rPr lang="it-IT" sz="1800" b="0" i="0" u="none" strike="noStrike" baseline="0" dirty="0">
                <a:solidFill>
                  <a:schemeClr val="tx1"/>
                </a:solidFill>
              </a:rPr>
              <a:t>immetrica;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</a:rPr>
              <a:t>P</a:t>
            </a:r>
            <a:r>
              <a:rPr lang="it-IT" sz="1800" b="0" i="0" u="none" strike="noStrike" baseline="0" dirty="0">
                <a:solidFill>
                  <a:schemeClr val="tx1"/>
                </a:solidFill>
              </a:rPr>
              <a:t>riva di valori indefiniti (a differenza della KL).</a:t>
            </a:r>
            <a:endParaRPr lang="it-I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645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2938-09BB-9A7F-2AF0-7A714D99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78B56AC1-BA27-95E1-C30B-C415CD9A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A443514-FD49-EE21-2C6D-5AAFF0F23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F9BAABD-FBC0-1838-A3D2-342468233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C0B2617C-167D-059A-B5D0-6083FA7ED29B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120ED2-1497-3601-25A1-0BDD3702B2AD}"/>
              </a:ext>
            </a:extLst>
          </p:cNvPr>
          <p:cNvSpPr txBox="1"/>
          <p:nvPr/>
        </p:nvSpPr>
        <p:spPr>
          <a:xfrm>
            <a:off x="3281589" y="1262006"/>
            <a:ext cx="6681185" cy="1328023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Per misurare la «</a:t>
            </a:r>
            <a:r>
              <a:rPr lang="it-IT" b="1" dirty="0"/>
              <a:t>convinzione</a:t>
            </a:r>
            <a:r>
              <a:rPr lang="it-IT" dirty="0"/>
              <a:t>» del modello e quanto questa cambi in risposta a un’alterazione sintattica dell’input, è stata valutata la </a:t>
            </a:r>
            <a:r>
              <a:rPr lang="it-IT" b="1" dirty="0"/>
              <a:t>stabilità</a:t>
            </a:r>
            <a:r>
              <a:rPr lang="it-IT" dirty="0"/>
              <a:t> delle risposte rispetto alle perturbazioni.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5C84A36-43F9-678C-3C76-96F75DB63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8103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Diagramma 10">
                <a:extLst>
                  <a:ext uri="{FF2B5EF4-FFF2-40B4-BE49-F238E27FC236}">
                    <a16:creationId xmlns:a16="http://schemas.microsoft.com/office/drawing/2014/main" id="{6D62689E-5A24-730F-2214-122304C670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61793483"/>
                  </p:ext>
                </p:extLst>
              </p:nvPr>
            </p:nvGraphicFramePr>
            <p:xfrm>
              <a:off x="3281589" y="2778451"/>
              <a:ext cx="8072211" cy="338947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Choice>
        <mc:Fallback xmlns="">
          <p:graphicFrame>
            <p:nvGraphicFramePr>
              <p:cNvPr id="11" name="Diagramma 10">
                <a:extLst>
                  <a:ext uri="{FF2B5EF4-FFF2-40B4-BE49-F238E27FC236}">
                    <a16:creationId xmlns:a16="http://schemas.microsoft.com/office/drawing/2014/main" id="{6D62689E-5A24-730F-2214-122304C6708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61793483"/>
                  </p:ext>
                </p:extLst>
              </p:nvPr>
            </p:nvGraphicFramePr>
            <p:xfrm>
              <a:off x="3281589" y="2778451"/>
              <a:ext cx="8072211" cy="338947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4" r:lo="rId15" r:qs="rId16" r:cs="rId17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50499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47FD3-CD45-7089-B15F-CEF59171F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FBA37BE-2B96-351C-BC4E-18E1D169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597C4BD-64B1-AB72-ED01-9AD4B77DD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3C711E-E4E4-72CD-DA21-DF0D7BA00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12</a:t>
            </a:fld>
            <a:endParaRPr lang="en-US" b="1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0F0EBCDA-01D9-FF4F-7658-1281529100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9447371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8B2E8697-E4E7-9508-5BCD-67854F6AD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81032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B93E466-DB0A-1D6E-90C5-AD29DDDD9B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88" y="2683588"/>
            <a:ext cx="8072212" cy="3272735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211B30C-D3BC-6B25-F92A-7DAC28B454D1}"/>
              </a:ext>
            </a:extLst>
          </p:cNvPr>
          <p:cNvSpPr txBox="1"/>
          <p:nvPr/>
        </p:nvSpPr>
        <p:spPr>
          <a:xfrm>
            <a:off x="3281588" y="1262006"/>
            <a:ext cx="6681185" cy="1021556"/>
          </a:xfrm>
          <a:prstGeom prst="roundRect">
            <a:avLst/>
          </a:prstGeom>
          <a:solidFill>
            <a:srgbClr val="B2AAB3"/>
          </a:solidFill>
          <a:ln w="57150">
            <a:solidFill>
              <a:schemeClr val="bg1"/>
            </a:solidFill>
          </a:ln>
        </p:spPr>
        <p:txBody>
          <a:bodyPr wrap="square">
            <a:spAutoFit/>
          </a:bodyPr>
          <a:lstStyle>
            <a:defPPr>
              <a:defRPr lang="it-IT"/>
            </a:defPPr>
            <a:lvl1pPr algn="ctr">
              <a:defRPr/>
            </a:lvl1pPr>
          </a:lstStyle>
          <a:p>
            <a:r>
              <a:rPr lang="it-IT" dirty="0"/>
              <a:t>Distribuzione della JSD per tipo di perturbazione.</a:t>
            </a:r>
          </a:p>
          <a:p>
            <a:r>
              <a:rPr lang="it-IT" dirty="0"/>
              <a:t>La </a:t>
            </a:r>
            <a:r>
              <a:rPr lang="it-IT" i="1" dirty="0"/>
              <a:t>larghezza</a:t>
            </a:r>
            <a:r>
              <a:rPr lang="it-IT" dirty="0"/>
              <a:t> indica la densità delle domande a ciascun livello di JSD.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D1D4479F-FF3F-D52C-DEA2-D26292944143}"/>
              </a:ext>
            </a:extLst>
          </p:cNvPr>
          <p:cNvCxnSpPr/>
          <p:nvPr/>
        </p:nvCxnSpPr>
        <p:spPr>
          <a:xfrm>
            <a:off x="5048627" y="3535680"/>
            <a:ext cx="4933573" cy="1188720"/>
          </a:xfrm>
          <a:prstGeom prst="straightConnector1">
            <a:avLst/>
          </a:prstGeom>
          <a:ln w="76200" cap="flat" cmpd="sng" algn="ctr">
            <a:solidFill>
              <a:srgbClr val="B2AAB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1123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4E3D6-A5E1-0007-D841-A7E70863D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ella 16">
                <a:extLst>
                  <a:ext uri="{FF2B5EF4-FFF2-40B4-BE49-F238E27FC236}">
                    <a16:creationId xmlns:a16="http://schemas.microsoft.com/office/drawing/2014/main" id="{59C89EA2-B960-15B0-BC64-836A2F3C9F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65013"/>
                  </p:ext>
                </p:extLst>
              </p:nvPr>
            </p:nvGraphicFramePr>
            <p:xfrm>
              <a:off x="3281590" y="2974486"/>
              <a:ext cx="8072210" cy="269094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686650">
                      <a:extLst>
                        <a:ext uri="{9D8B030D-6E8A-4147-A177-3AD203B41FA5}">
                          <a16:colId xmlns:a16="http://schemas.microsoft.com/office/drawing/2014/main" val="3094867662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381368594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40513612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9676609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1264018621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2719332500"/>
                        </a:ext>
                      </a:extLst>
                    </a:gridCol>
                  </a:tblGrid>
                  <a:tr h="72669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160M 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1.4B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2.8B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6.9B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88641659"/>
                      </a:ext>
                    </a:extLst>
                  </a:tr>
                  <a:tr h="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Robustezza (JSD)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02581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Media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0.279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0.055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0.014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878228"/>
                      </a:ext>
                    </a:extLst>
                  </a:tr>
                  <a:tr h="184429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Dev. </a:t>
                          </a:r>
                          <a:r>
                            <a:rPr lang="it-IT" sz="14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std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0.135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0.049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0.014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0.015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0.019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4850499"/>
                      </a:ext>
                    </a:extLst>
                  </a:tr>
                  <a:tr h="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Classificazione stabilità (%)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61679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Instabile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77.5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5.0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16913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Stabile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19.3</a:t>
                          </a:r>
                          <a:endParaRPr lang="it-IT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3.4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186850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Robusto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58.2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96.6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97.2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94.2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57069732"/>
                      </a:ext>
                    </a:extLst>
                  </a:tr>
                  <a:tr h="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Position bias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111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𝒑𝒓𝒊𝒎𝒂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𝒑𝒐𝒔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.)(%)</m:t>
                                </m:r>
                              </m:oMath>
                            </m:oMathPara>
                          </a14:m>
                          <a:endParaRPr lang="it-IT" sz="1400" b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82.5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53.9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35.6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575697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𝒖𝒍𝒕𝒊𝒎𝒂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it-IT" sz="1400" b="1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𝒑𝒐𝒔</m:t>
                                </m:r>
                                <m:r>
                                  <a:rPr lang="it-IT" sz="1400" b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.)(%)</m:t>
                                </m:r>
                                <m:r>
                                  <a:rPr lang="it-IT" sz="1400" b="1" i="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it-IT" sz="1400" b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7.4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23.5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31.0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30.3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071103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it-IT" sz="1400" b="1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sz="1400" b="1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𝒑𝒓𝒊𝒎𝒂</m:t>
                                      </m:r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𝒑𝒐𝒔</m:t>
                                      </m:r>
                                      <m:r>
                                        <a:rPr lang="it-IT" sz="1400" b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it-IT" sz="1400" b="1" i="1" kern="10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ctrlP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𝒖𝒍𝒕𝒊𝒎𝒂</m:t>
                                      </m:r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it-IT" sz="1400" b="1" i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𝒑𝒐𝒔</m:t>
                                      </m:r>
                                      <m:r>
                                        <a:rPr lang="it-IT" sz="1400" b="1" kern="10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.</m:t>
                                      </m:r>
                                    </m:e>
                                  </m:d>
                                </m:den>
                              </m:f>
                            </m:oMath>
                          </a14:m>
                          <a:r>
                            <a:rPr lang="it-IT" sz="1400" b="1" kern="100" dirty="0">
                              <a:solidFill>
                                <a:schemeClr val="tx1"/>
                              </a:solidFill>
                              <a:effectLst/>
                              <a:latin typeface="Book Antiqua" panose="02040602050305030304" pitchFamily="18" charset="0"/>
                              <a:ea typeface="Book Antiqua" panose="0204060205030503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11.13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2.29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1.15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1.23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1.27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016711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ella 16">
                <a:extLst>
                  <a:ext uri="{FF2B5EF4-FFF2-40B4-BE49-F238E27FC236}">
                    <a16:creationId xmlns:a16="http://schemas.microsoft.com/office/drawing/2014/main" id="{59C89EA2-B960-15B0-BC64-836A2F3C9F5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0565013"/>
                  </p:ext>
                </p:extLst>
              </p:nvPr>
            </p:nvGraphicFramePr>
            <p:xfrm>
              <a:off x="3281590" y="2974486"/>
              <a:ext cx="8072210" cy="269094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686650">
                      <a:extLst>
                        <a:ext uri="{9D8B030D-6E8A-4147-A177-3AD203B41FA5}">
                          <a16:colId xmlns:a16="http://schemas.microsoft.com/office/drawing/2014/main" val="3094867662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381368594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40513612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96766090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1264018621"/>
                        </a:ext>
                      </a:extLst>
                    </a:gridCol>
                    <a:gridCol w="1277112">
                      <a:extLst>
                        <a:ext uri="{9D8B030D-6E8A-4147-A177-3AD203B41FA5}">
                          <a16:colId xmlns:a16="http://schemas.microsoft.com/office/drawing/2014/main" val="2719332500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160M 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1.4B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2.8B 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6.9B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788641659"/>
                      </a:ext>
                    </a:extLst>
                  </a:tr>
                  <a:tr h="21336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Robustezza (JSD)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it-IT" dirty="0"/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025811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Media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0.279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0.055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0.014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38878228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Dev. </a:t>
                          </a:r>
                          <a:r>
                            <a:rPr lang="it-IT" sz="14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std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0.135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0.049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0.014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0.015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0.019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94850499"/>
                      </a:ext>
                    </a:extLst>
                  </a:tr>
                  <a:tr h="21336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Classificazione stabilità (%)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616794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Instabile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77.5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5.0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0.1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0.0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175169134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Stabile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19.3</a:t>
                          </a:r>
                          <a:endParaRPr lang="it-IT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36.7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3.4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>
                              <a:solidFill>
                                <a:schemeClr val="tx1"/>
                              </a:solidFill>
                              <a:effectLst/>
                            </a:rPr>
                            <a:t>5.8</a:t>
                          </a:r>
                          <a:endParaRPr lang="it-IT" sz="1400" kern="10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51868503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Robusto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3.3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58.2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96.6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97.2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94.2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357069732"/>
                      </a:ext>
                    </a:extLst>
                  </a:tr>
                  <a:tr h="21336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i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Position bias</a:t>
                          </a:r>
                          <a:endParaRPr lang="it-IT" sz="1400" i="1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B2AAB3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3111025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1" t="-931429" r="-379783" b="-2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82.5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53.9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35.6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37.1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35.9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41575697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1" t="-1031429" r="-379783" b="-18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7.4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23.5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31.0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30.3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28.3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407110395"/>
                      </a:ext>
                    </a:extLst>
                  </a:tr>
                  <a:tr h="3439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61" t="-694737" r="-379783" b="-105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11.13</a:t>
                          </a:r>
                          <a:endParaRPr lang="it-IT" dirty="0"/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2.29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1.15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1.23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1.27</a:t>
                          </a:r>
                          <a:endParaRPr lang="it-IT" sz="1400" kern="100" dirty="0">
                            <a:solidFill>
                              <a:schemeClr val="tx1"/>
                            </a:solidFill>
                            <a:effectLst/>
                            <a:latin typeface="Book Antiqua" panose="02040602050305030304" pitchFamily="18" charset="0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360167113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Immagine 15">
            <a:extLst>
              <a:ext uri="{FF2B5EF4-FFF2-40B4-BE49-F238E27FC236}">
                <a16:creationId xmlns:a16="http://schemas.microsoft.com/office/drawing/2014/main" id="{72C70AA9-AA5F-9803-DA50-A393A9EBA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89" y="2672842"/>
            <a:ext cx="8072211" cy="3294228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D1BFA210-2411-A828-8510-2D6DC5CC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22D494C-EBE1-24E0-DCB0-71C897BDB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467C37-4DA0-02CD-7F91-74D3615B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13</a:t>
            </a:fld>
            <a:endParaRPr lang="en-US" b="1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58798794-40A6-7858-5E71-79F6EE19D78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Bias di posizione</a:t>
            </a:r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77F7D3EA-67C9-E0F8-8D2E-315FCB7AD2A5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5B963E5-6B4C-0657-1ECE-E9BB989B9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81032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162AA6B-E35C-4674-9EF8-21C0F28288B6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Il </a:t>
            </a:r>
            <a:r>
              <a:rPr lang="it-IT" b="1" dirty="0"/>
              <a:t>bias di posizione </a:t>
            </a:r>
            <a:r>
              <a:rPr lang="it-IT" dirty="0"/>
              <a:t>(o </a:t>
            </a:r>
            <a:r>
              <a:rPr lang="it-IT" b="1" i="1" dirty="0" err="1"/>
              <a:t>primacy</a:t>
            </a:r>
            <a:r>
              <a:rPr lang="it-IT" b="1" i="1" dirty="0"/>
              <a:t>/</a:t>
            </a:r>
            <a:r>
              <a:rPr lang="it-IT" b="1" i="1" dirty="0" err="1"/>
              <a:t>recency</a:t>
            </a:r>
            <a:r>
              <a:rPr lang="it-IT" b="1" i="1" dirty="0"/>
              <a:t> bias</a:t>
            </a:r>
            <a:r>
              <a:rPr lang="it-IT" dirty="0"/>
              <a:t>) misura quanto l’ordine in cui le opzioni sono presentate influenzi la scelta.</a:t>
            </a:r>
          </a:p>
          <a:p>
            <a:pPr algn="ctr"/>
            <a:r>
              <a:rPr lang="it-IT" dirty="0"/>
              <a:t>Si manifesta con una JSD alta. </a:t>
            </a:r>
          </a:p>
        </p:txBody>
      </p:sp>
    </p:spTree>
    <p:extLst>
      <p:ext uri="{BB962C8B-B14F-4D97-AF65-F5344CB8AC3E}">
        <p14:creationId xmlns:p14="http://schemas.microsoft.com/office/powerpoint/2010/main" val="2297781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37197-0220-45EE-1611-A87552560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64AD5D15-37A1-4460-576A-26E18555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269078D-5D08-9CFB-E4EF-4DCDAB09E8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96FD1A-8E8C-57F7-D1B2-8DF7B803D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57A82044-7545-E9D2-CE03-6C173F10E72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it-IT" dirty="0"/>
              <a:t>Bias di frequenza</a:t>
            </a:r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971ADC27-BD7E-714E-60A1-87E6B41232CD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2BAA7836-71DD-9B1F-AD97-74B7021F48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3400" y="1176571"/>
            <a:ext cx="1130400" cy="810323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A58ECAD-6A57-2C11-3527-6E874F59AEC6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Il </a:t>
            </a:r>
            <a:r>
              <a:rPr lang="it-IT" b="1" dirty="0"/>
              <a:t>bias di frequenza </a:t>
            </a:r>
            <a:r>
              <a:rPr lang="it-IT" dirty="0"/>
              <a:t>valuta se la ripetizione di un’opzione nel prompt ne altera la probabilità di selezione, verificando che si distribuisca correttamente la probabilità tra le opzioni.</a:t>
            </a:r>
          </a:p>
        </p:txBody>
      </p: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96A1BFDB-12E1-045C-27BB-9D094344E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226289"/>
              </p:ext>
            </p:extLst>
          </p:nvPr>
        </p:nvGraphicFramePr>
        <p:xfrm>
          <a:off x="3281589" y="3344596"/>
          <a:ext cx="8072211" cy="195072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587948">
                  <a:extLst>
                    <a:ext uri="{9D8B030D-6E8A-4147-A177-3AD203B41FA5}">
                      <a16:colId xmlns:a16="http://schemas.microsoft.com/office/drawing/2014/main" val="1898994408"/>
                    </a:ext>
                  </a:extLst>
                </a:gridCol>
                <a:gridCol w="1301212">
                  <a:extLst>
                    <a:ext uri="{9D8B030D-6E8A-4147-A177-3AD203B41FA5}">
                      <a16:colId xmlns:a16="http://schemas.microsoft.com/office/drawing/2014/main" val="2409618097"/>
                    </a:ext>
                  </a:extLst>
                </a:gridCol>
                <a:gridCol w="1294505">
                  <a:extLst>
                    <a:ext uri="{9D8B030D-6E8A-4147-A177-3AD203B41FA5}">
                      <a16:colId xmlns:a16="http://schemas.microsoft.com/office/drawing/2014/main" val="3255746496"/>
                    </a:ext>
                  </a:extLst>
                </a:gridCol>
                <a:gridCol w="1296182">
                  <a:extLst>
                    <a:ext uri="{9D8B030D-6E8A-4147-A177-3AD203B41FA5}">
                      <a16:colId xmlns:a16="http://schemas.microsoft.com/office/drawing/2014/main" val="914346005"/>
                    </a:ext>
                  </a:extLst>
                </a:gridCol>
                <a:gridCol w="1296182">
                  <a:extLst>
                    <a:ext uri="{9D8B030D-6E8A-4147-A177-3AD203B41FA5}">
                      <a16:colId xmlns:a16="http://schemas.microsoft.com/office/drawing/2014/main" val="3048032767"/>
                    </a:ext>
                  </a:extLst>
                </a:gridCol>
                <a:gridCol w="1296182">
                  <a:extLst>
                    <a:ext uri="{9D8B030D-6E8A-4147-A177-3AD203B41FA5}">
                      <a16:colId xmlns:a16="http://schemas.microsoft.com/office/drawing/2014/main" val="2790308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it-IT" sz="1600" b="1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</a:rPr>
                        <a:t>160M 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1B 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1.4B 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2.8B 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6.9B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7624982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b="1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Robustezza (JSD)</a:t>
                      </a:r>
                    </a:p>
                  </a:txBody>
                  <a:tcPr marL="68580" marR="68580" marT="0" marB="0" anchor="ctr">
                    <a:solidFill>
                      <a:srgbClr val="B2AA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873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0" kern="100" dirty="0">
                          <a:solidFill>
                            <a:schemeClr val="tx1"/>
                          </a:solidFill>
                          <a:effectLst/>
                        </a:rPr>
                        <a:t>Media</a:t>
                      </a:r>
                      <a:endParaRPr lang="it-IT" sz="160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0.177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0.040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0.012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0.013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</a:rPr>
                        <a:t>0.016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8687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0" kern="100" dirty="0">
                          <a:solidFill>
                            <a:schemeClr val="tx1"/>
                          </a:solidFill>
                          <a:effectLst/>
                        </a:rPr>
                        <a:t>Dev. </a:t>
                      </a:r>
                      <a:r>
                        <a:rPr lang="it-IT" sz="1600" i="0" kern="100" dirty="0" err="1">
                          <a:solidFill>
                            <a:schemeClr val="tx1"/>
                          </a:solidFill>
                          <a:effectLst/>
                        </a:rPr>
                        <a:t>Std</a:t>
                      </a:r>
                      <a:endParaRPr lang="it-IT" sz="160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0.120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0.039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0.012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0.018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91401055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</a:rPr>
                        <a:t>Classificazione stabilità (%)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B2AA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229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0" kern="100" dirty="0">
                          <a:solidFill>
                            <a:schemeClr val="tx1"/>
                          </a:solidFill>
                          <a:effectLst/>
                        </a:rPr>
                        <a:t>Instabile</a:t>
                      </a:r>
                      <a:endParaRPr lang="it-IT" sz="160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</a:rPr>
                        <a:t>52.2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1.9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0.1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0.0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4972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0" kern="100" dirty="0">
                          <a:solidFill>
                            <a:schemeClr val="tx1"/>
                          </a:solidFill>
                          <a:effectLst/>
                        </a:rPr>
                        <a:t>Stabile</a:t>
                      </a:r>
                      <a:endParaRPr lang="it-IT" sz="160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36.0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26.4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1.6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3.0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5.4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4428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0" kern="100" dirty="0">
                          <a:solidFill>
                            <a:schemeClr val="tx1"/>
                          </a:solidFill>
                          <a:effectLst/>
                        </a:rPr>
                        <a:t>Robusto</a:t>
                      </a:r>
                      <a:endParaRPr lang="it-IT" sz="1600" i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11.8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71.7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98.4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</a:rPr>
                        <a:t>96.9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</a:rPr>
                        <a:t>94.6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773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34439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7FED-5CE0-2153-B248-7565B2EFB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71109879-D8BF-584D-E23B-819EF818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EB4A356-54B9-551E-04B1-E80C1B78A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05A1CC0-8A8C-E9F5-B3F6-87A4A11AB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112D310D-8279-F8BB-AE3F-5E0D7D0AA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2577113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4BD4C6A2-5AE6-17C6-D11A-9EA0DC72514F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D1CCD2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L’obiettivo è valutare l’</a:t>
            </a:r>
            <a:r>
              <a:rPr lang="it-IT" b="1" dirty="0"/>
              <a:t>impatto </a:t>
            </a:r>
            <a:r>
              <a:rPr lang="it-IT" dirty="0"/>
              <a:t>di perturbazioni «</a:t>
            </a:r>
            <a:r>
              <a:rPr lang="it-IT" b="1" dirty="0"/>
              <a:t>ostili</a:t>
            </a:r>
            <a:r>
              <a:rPr lang="it-IT" dirty="0"/>
              <a:t>»</a:t>
            </a:r>
          </a:p>
          <a:p>
            <a:pPr algn="ctr"/>
            <a:r>
              <a:rPr lang="it-IT" dirty="0"/>
              <a:t>inserite come premessa nel prompt, distinguendo tra quelle di tipo </a:t>
            </a:r>
            <a:r>
              <a:rPr lang="it-IT" i="1" dirty="0"/>
              <a:t>economico</a:t>
            </a:r>
            <a:r>
              <a:rPr lang="it-IT" dirty="0"/>
              <a:t>, </a:t>
            </a:r>
            <a:r>
              <a:rPr lang="it-IT" i="1" dirty="0"/>
              <a:t>informatico </a:t>
            </a:r>
            <a:r>
              <a:rPr lang="it-IT" dirty="0"/>
              <a:t>e </a:t>
            </a:r>
            <a:r>
              <a:rPr lang="it-IT" i="1" dirty="0"/>
              <a:t>legale</a:t>
            </a:r>
            <a:r>
              <a:rPr lang="it-IT" dirty="0"/>
              <a:t>.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01B7F0E0-55C9-DCDB-744F-DA674E8044D5}"/>
              </a:ext>
            </a:extLst>
          </p:cNvPr>
          <p:cNvGrpSpPr/>
          <p:nvPr/>
        </p:nvGrpSpPr>
        <p:grpSpPr>
          <a:xfrm>
            <a:off x="10264116" y="1176571"/>
            <a:ext cx="1089684" cy="1088706"/>
            <a:chOff x="6579979" y="4280238"/>
            <a:chExt cx="1089684" cy="1088706"/>
          </a:xfrm>
        </p:grpSpPr>
        <p:sp>
          <p:nvSpPr>
            <p:cNvPr id="11" name="Elemento grafico 66" descr="Dollaro con riempimento a tinta unita">
              <a:extLst>
                <a:ext uri="{FF2B5EF4-FFF2-40B4-BE49-F238E27FC236}">
                  <a16:creationId xmlns:a16="http://schemas.microsoft.com/office/drawing/2014/main" id="{7A9C14D7-16E7-7872-E7FD-17CD625E11C5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9DE31487-35F4-B16C-C61F-1205D68CF2EC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5729069B-6A29-1CD7-302B-221EADB287B9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326B0896-E915-B108-8B65-7A02B48E4117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5A02CD76-6462-CEF7-F2A5-FFCC889323A7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10DC3486-6D31-2A70-480F-3F446A513431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3541DF04-4530-D1F0-0114-89CB40E97035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2DD728AD-8366-8E73-5756-7CA8FC8F23E0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igura a mano libera: forma 14">
                <a:extLst>
                  <a:ext uri="{FF2B5EF4-FFF2-40B4-BE49-F238E27FC236}">
                    <a16:creationId xmlns:a16="http://schemas.microsoft.com/office/drawing/2014/main" id="{B459B2DD-2587-2252-D566-FFF85B4E507B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Diagramma 19">
                <a:extLst>
                  <a:ext uri="{FF2B5EF4-FFF2-40B4-BE49-F238E27FC236}">
                    <a16:creationId xmlns:a16="http://schemas.microsoft.com/office/drawing/2014/main" id="{66DE418B-4C25-CBCA-D333-6DF01C59BB3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86423569"/>
                  </p:ext>
                </p:extLst>
              </p:nvPr>
            </p:nvGraphicFramePr>
            <p:xfrm>
              <a:off x="3281588" y="2470171"/>
              <a:ext cx="8072211" cy="36995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Choice>
        <mc:Fallback xmlns="">
          <p:graphicFrame>
            <p:nvGraphicFramePr>
              <p:cNvPr id="20" name="Diagramma 19">
                <a:extLst>
                  <a:ext uri="{FF2B5EF4-FFF2-40B4-BE49-F238E27FC236}">
                    <a16:creationId xmlns:a16="http://schemas.microsoft.com/office/drawing/2014/main" id="{66DE418B-4C25-CBCA-D333-6DF01C59BB3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786423569"/>
                  </p:ext>
                </p:extLst>
              </p:nvPr>
            </p:nvGraphicFramePr>
            <p:xfrm>
              <a:off x="3281588" y="2470171"/>
              <a:ext cx="8072211" cy="369957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2" r:lo="rId13" r:qs="rId14" r:cs="rId1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160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2035-F226-B33E-8773-E81854140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DB2223F8-B36B-6A0D-B601-33283EB9A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17AF21F-298D-A4DB-1A47-3ABBCEA061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A1A8605-9CF3-A146-B936-941C5B6B9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16</a:t>
            </a:fld>
            <a:endParaRPr lang="en-US" b="1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008320A9-83AB-B397-B9E6-284A4D77FD63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537ACA2-039E-6F80-6F99-851ACA32F26D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789366"/>
              </a:xfrm>
              <a:prstGeom prst="roundRect">
                <a:avLst/>
              </a:prstGeom>
              <a:noFill/>
              <a:ln w="57150">
                <a:solidFill>
                  <a:srgbClr val="D1CCD2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b="1" dirty="0">
                    <a:solidFill>
                      <a:sysClr val="windowText" lastClr="000000"/>
                    </a:solidFill>
                  </a:rPr>
                  <a:t>Resistenza alla minaccia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𝚫</m:t>
                            </m:r>
                          </m:e>
                          <m:sub>
                            <m:r>
                              <a:rPr lang="it-IT" b="1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𝒗𝒂𝒍𝒊𝒅𝒊𝒕𝒚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b="1" dirty="0">
                    <a:solidFill>
                      <a:sysClr val="windowText" lastClr="000000"/>
                    </a:solidFill>
                  </a:rPr>
                  <a:t>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</m:e>
                        <m: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𝑣𝑎𝑙𝑖𝑑𝑖𝑡𝑦</m:t>
                          </m:r>
                        </m:sub>
                      </m:sSub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𝑡h𝑟𝑒𝑎𝑡</m:t>
                          </m:r>
                        </m:sub>
                      </m:sSub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–</m:t>
                      </m:r>
                      <m:sSub>
                        <m:sSub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𝑏𝑎𝑠𝑒𝑙𝑖𝑛𝑒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0537ACA2-039E-6F80-6F99-851ACA32F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78936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57150">
                <a:solidFill>
                  <a:srgbClr val="D1CCD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AFF09BB2-5AA5-50C7-3004-129D145A2145}"/>
              </a:ext>
            </a:extLst>
          </p:cNvPr>
          <p:cNvGrpSpPr/>
          <p:nvPr/>
        </p:nvGrpSpPr>
        <p:grpSpPr>
          <a:xfrm>
            <a:off x="10264116" y="1176571"/>
            <a:ext cx="1089684" cy="1088706"/>
            <a:chOff x="6579979" y="4280238"/>
            <a:chExt cx="1089684" cy="1088706"/>
          </a:xfrm>
        </p:grpSpPr>
        <p:sp>
          <p:nvSpPr>
            <p:cNvPr id="11" name="Elemento grafico 66" descr="Dollaro con riempimento a tinta unita">
              <a:extLst>
                <a:ext uri="{FF2B5EF4-FFF2-40B4-BE49-F238E27FC236}">
                  <a16:creationId xmlns:a16="http://schemas.microsoft.com/office/drawing/2014/main" id="{D206D1C3-D5DB-1A7E-A3EC-9F7A5F9D3476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9C214A85-DEEA-955A-A1E7-4B6FA1F4C424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7BD3938A-CA44-E38A-1189-DD154535C2E2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7667B305-61CB-8B4A-55B1-2448845A574E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7EC3C7A0-A18C-9FE8-85FB-210B129A82EA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E296C378-D190-1308-0EC8-CB739C10B4DD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CCD76A54-06AB-FA9D-9287-4C9038EA23BD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75AF174A-CC84-036F-9319-D1EE4D9FB7A0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igura a mano libera: forma 14">
                <a:extLst>
                  <a:ext uri="{FF2B5EF4-FFF2-40B4-BE49-F238E27FC236}">
                    <a16:creationId xmlns:a16="http://schemas.microsoft.com/office/drawing/2014/main" id="{275B829F-A3B7-BA3E-C47E-D1318466FC1E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ella 8">
                <a:extLst>
                  <a:ext uri="{FF2B5EF4-FFF2-40B4-BE49-F238E27FC236}">
                    <a16:creationId xmlns:a16="http://schemas.microsoft.com/office/drawing/2014/main" id="{88485E33-BB92-7850-18C2-68441F6CE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63868"/>
                  </p:ext>
                </p:extLst>
              </p:nvPr>
            </p:nvGraphicFramePr>
            <p:xfrm>
              <a:off x="3281589" y="2862741"/>
              <a:ext cx="8072213" cy="268224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700468">
                      <a:extLst>
                        <a:ext uri="{9D8B030D-6E8A-4147-A177-3AD203B41FA5}">
                          <a16:colId xmlns:a16="http://schemas.microsoft.com/office/drawing/2014/main" val="1768876250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508685144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3044801612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1828938159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1794626377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24196823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160M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1B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1.4B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2.8B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6.9B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78067780"/>
                      </a:ext>
                    </a:extLst>
                  </a:tr>
                  <a:tr h="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Book Antiqua" panose="02040602050305030304" pitchFamily="18" charset="0"/>
                              <a:cs typeface="Times New Roman" panose="02020603050405020304" pitchFamily="18" charset="0"/>
                            </a:rPr>
                            <a:t>Robustezza (JSD)</a:t>
                          </a:r>
                        </a:p>
                      </a:txBody>
                      <a:tcPr marL="92354" marR="92354" marT="0" marB="0" anchor="ctr">
                        <a:solidFill>
                          <a:srgbClr val="D1CCD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24440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Media</a:t>
                          </a:r>
                        </a:p>
                      </a:txBody>
                      <a:tcPr marL="68580" marR="68580" marT="0" marB="0">
                        <a:solidFill>
                          <a:srgbClr val="9D9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0.0038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0.0009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0.0016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0.0018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30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Dev. </a:t>
                          </a:r>
                          <a:r>
                            <a:rPr lang="it-IT" sz="1600" b="1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std</a:t>
                          </a:r>
                          <a:endParaRPr lang="it-IT" sz="16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>
                        <a:solidFill>
                          <a:srgbClr val="9D9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0.0042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0.0054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0.0012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402531"/>
                      </a:ext>
                    </a:extLst>
                  </a:tr>
                  <a:tr h="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Resistenza delta-</a:t>
                          </a:r>
                          <a:r>
                            <a:rPr lang="it-IT" sz="1600" b="1" i="1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based</a:t>
                          </a: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(%)</a:t>
                          </a:r>
                        </a:p>
                      </a:txBody>
                      <a:tcPr marL="92354" marR="92354" marT="0" marB="0" anchor="ctr">
                        <a:solidFill>
                          <a:srgbClr val="D1CCD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1864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Peggiorata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it-IT" sz="1600" b="1" i="1" kern="100" dirty="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600" b="1" kern="100" dirty="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𝚫</m:t>
                                  </m:r>
                                  <m:r>
                                    <a:rPr lang="it-IT" sz="1600" b="1" kern="100" dirty="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≤−0.</m:t>
                                  </m:r>
                                  <m:r>
                                    <a:rPr lang="it-IT" sz="1600" b="1" kern="100" dirty="0" smtClean="0">
                                      <a:solidFill>
                                        <a:sysClr val="windowText" lastClr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oMath>
                          </a14:m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58.6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2.1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14.2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50.1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8777981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Stabile</a:t>
                          </a:r>
                        </a:p>
                        <a:p>
                          <a:pPr algn="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it-IT" sz="1600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it-IT" sz="1600" b="1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−0.2</m:t>
                                </m:r>
                                <m:r>
                                  <a:rPr lang="it-IT" sz="1600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it-IT" sz="1600" b="1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𝚫</m:t>
                                </m:r>
                                <m:r>
                                  <a:rPr lang="it-IT" sz="1600" b="1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≤0.</m:t>
                                </m:r>
                                <m:r>
                                  <a:rPr lang="it-IT" sz="1600" b="1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it-IT" sz="1600" kern="100" dirty="0" smtClean="0">
                                    <a:solidFill>
                                      <a:sysClr val="windowText" lastClr="000000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22.4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93.2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96.0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83.9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45.4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28459431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Migliorata</a:t>
                          </a:r>
                          <a:r>
                            <a:rPr lang="it-IT" sz="1600" kern="100" baseline="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 </a:t>
                          </a:r>
                          <a:endParaRPr lang="it-IT" sz="16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Cambria Math" panose="02040503050406030204" pitchFamily="18" charset="0"/>
                          </a:endParaRPr>
                        </a:p>
                        <a:p>
                          <a:pPr algn="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it-IT" sz="1600" b="1" kern="100" dirty="0" smtClean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it-IT" sz="1600" b="1" kern="100" dirty="0" smtClean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𝚫</m:t>
                              </m:r>
                              <m:r>
                                <a:rPr lang="it-IT" sz="1600" b="1" kern="100" dirty="0" smtClean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≥0.</m:t>
                              </m:r>
                              <m:r>
                                <a:rPr lang="it-IT" sz="1600" b="1" kern="100" dirty="0" smtClean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it-IT" sz="1600" b="1" kern="100" dirty="0" smtClean="0">
                                  <a:solidFill>
                                    <a:sysClr val="windowText" lastClr="00000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Book Antiqua" panose="0204060205030503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19.0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3.9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4.5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107930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ella 8">
                <a:extLst>
                  <a:ext uri="{FF2B5EF4-FFF2-40B4-BE49-F238E27FC236}">
                    <a16:creationId xmlns:a16="http://schemas.microsoft.com/office/drawing/2014/main" id="{88485E33-BB92-7850-18C2-68441F6CEF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3463868"/>
                  </p:ext>
                </p:extLst>
              </p:nvPr>
            </p:nvGraphicFramePr>
            <p:xfrm>
              <a:off x="3281589" y="2862741"/>
              <a:ext cx="8072213" cy="2682240"/>
            </p:xfrm>
            <a:graphic>
              <a:graphicData uri="http://schemas.openxmlformats.org/drawingml/2006/table">
                <a:tbl>
                  <a:tblPr firstRow="1" firstCol="1" bandRow="1">
                    <a:tableStyleId>{93296810-A885-4BE3-A3E7-6D5BEEA58F35}</a:tableStyleId>
                  </a:tblPr>
                  <a:tblGrid>
                    <a:gridCol w="1700468">
                      <a:extLst>
                        <a:ext uri="{9D8B030D-6E8A-4147-A177-3AD203B41FA5}">
                          <a16:colId xmlns:a16="http://schemas.microsoft.com/office/drawing/2014/main" val="1768876250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508685144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3044801612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1828938159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1794626377"/>
                        </a:ext>
                      </a:extLst>
                    </a:gridCol>
                    <a:gridCol w="1274349">
                      <a:extLst>
                        <a:ext uri="{9D8B030D-6E8A-4147-A177-3AD203B41FA5}">
                          <a16:colId xmlns:a16="http://schemas.microsoft.com/office/drawing/2014/main" val="241968237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160M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1B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1.4B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2.8B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6.9B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78067780"/>
                      </a:ext>
                    </a:extLst>
                  </a:tr>
                  <a:tr h="24384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Book Antiqua" panose="02040602050305030304" pitchFamily="18" charset="0"/>
                              <a:cs typeface="Times New Roman" panose="02020603050405020304" pitchFamily="18" charset="0"/>
                            </a:rPr>
                            <a:t>Robustezza (JSD)</a:t>
                          </a:r>
                        </a:p>
                      </a:txBody>
                      <a:tcPr marL="92354" marR="92354" marT="0" marB="0" anchor="ctr">
                        <a:solidFill>
                          <a:srgbClr val="D1CCD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2444057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Media</a:t>
                          </a:r>
                        </a:p>
                      </a:txBody>
                      <a:tcPr marL="68580" marR="68580" marT="0" marB="0">
                        <a:solidFill>
                          <a:srgbClr val="9D9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0.0038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0.0039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0.0009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0.0016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0.0018</a:t>
                          </a:r>
                        </a:p>
                      </a:txBody>
                      <a:tcPr marL="68580" marR="68580" marT="0" marB="0">
                        <a:solidFill>
                          <a:srgbClr val="DFDBD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30241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it-IT" sz="1600" b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Dev. </a:t>
                          </a:r>
                          <a:r>
                            <a:rPr lang="it-IT" sz="1600" b="1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std</a:t>
                          </a:r>
                          <a:endParaRPr lang="it-IT" sz="1600" b="1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68580" marR="68580" marT="0" marB="0">
                        <a:solidFill>
                          <a:srgbClr val="9D90A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0.0042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0.0054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0.0012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</a:t>
                          </a:r>
                        </a:p>
                      </a:txBody>
                      <a:tcPr marL="68580" marR="68580" marT="0" marB="0">
                        <a:solidFill>
                          <a:srgbClr val="F0EE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7402531"/>
                      </a:ext>
                    </a:extLst>
                  </a:tr>
                  <a:tr h="243840">
                    <a:tc gridSpan="6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Resistenza delta-</a:t>
                          </a:r>
                          <a:r>
                            <a:rPr lang="it-IT" sz="1600" b="1" i="1" kern="100" dirty="0" err="1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based</a:t>
                          </a:r>
                          <a:r>
                            <a:rPr lang="it-IT" sz="1600" b="1" i="1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(%)</a:t>
                          </a:r>
                        </a:p>
                      </a:txBody>
                      <a:tcPr marL="92354" marR="92354" marT="0" marB="0" anchor="ctr">
                        <a:solidFill>
                          <a:srgbClr val="D1CCD2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16186431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9266" marR="69266" marT="0" marB="0" anchor="ctr">
                        <a:blipFill>
                          <a:blip r:embed="rId8"/>
                          <a:stretch>
                            <a:fillRect l="-358" t="-260494" r="-376344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58.6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2.1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14.2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50.1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87779814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9266" marR="69266" marT="0" marB="0" anchor="ctr">
                        <a:blipFill>
                          <a:blip r:embed="rId8"/>
                          <a:stretch>
                            <a:fillRect l="-358" t="-365000" r="-376344" b="-1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22.4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93.2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96.0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83.9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45.4</a:t>
                          </a:r>
                          <a:endParaRPr lang="it-IT" sz="1600" kern="10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28459431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 marL="69266" marR="69266" marT="0" marB="0" anchor="ctr">
                        <a:blipFill>
                          <a:blip r:embed="rId8"/>
                          <a:stretch>
                            <a:fillRect l="-358" t="-465000" r="-376344" b="-1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19.0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3.9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1.9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600" kern="100" dirty="0">
                              <a:solidFill>
                                <a:sysClr val="windowText" lastClr="000000"/>
                              </a:solidFill>
                              <a:effectLst/>
                              <a:latin typeface="+mn-lt"/>
                            </a:rPr>
                            <a:t>4.5</a:t>
                          </a:r>
                          <a:endParaRPr lang="it-IT" sz="1600" kern="100" dirty="0">
                            <a:solidFill>
                              <a:sysClr val="windowText" lastClr="000000"/>
                            </a:solidFill>
                            <a:effectLst/>
                            <a:latin typeface="+mn-lt"/>
                            <a:ea typeface="Book Antiqua" panose="0204060205030503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9266" marR="69266" marT="0" marB="0" anchor="ctr"/>
                    </a:tc>
                    <a:extLst>
                      <a:ext uri="{0D108BD9-81ED-4DB2-BD59-A6C34878D82A}">
                        <a16:rowId xmlns:a16="http://schemas.microsoft.com/office/drawing/2014/main" val="18107930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Rettangolo 20">
            <a:extLst>
              <a:ext uri="{FF2B5EF4-FFF2-40B4-BE49-F238E27FC236}">
                <a16:creationId xmlns:a16="http://schemas.microsoft.com/office/drawing/2014/main" id="{CEA0B108-4C27-590C-A8AC-572C3FC04CF4}"/>
              </a:ext>
            </a:extLst>
          </p:cNvPr>
          <p:cNvSpPr/>
          <p:nvPr/>
        </p:nvSpPr>
        <p:spPr>
          <a:xfrm>
            <a:off x="6593840" y="4632960"/>
            <a:ext cx="3119120" cy="345440"/>
          </a:xfrm>
          <a:prstGeom prst="rect">
            <a:avLst/>
          </a:prstGeom>
          <a:noFill/>
          <a:ln w="38100">
            <a:solidFill>
              <a:srgbClr val="7268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FBCCB34-21A5-4CBA-DFF7-A70951594800}"/>
              </a:ext>
            </a:extLst>
          </p:cNvPr>
          <p:cNvSpPr/>
          <p:nvPr/>
        </p:nvSpPr>
        <p:spPr>
          <a:xfrm>
            <a:off x="5196840" y="3365286"/>
            <a:ext cx="5928360" cy="476625"/>
          </a:xfrm>
          <a:prstGeom prst="rect">
            <a:avLst/>
          </a:prstGeom>
          <a:noFill/>
          <a:ln w="38100">
            <a:solidFill>
              <a:srgbClr val="7268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2943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2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AD164-5736-6BF2-2A58-D1ABB913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ADA9E952-150D-D025-16CE-CBA89763F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97EAD58-7231-03BC-15CF-0253194A79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5AB469-F6D3-5588-14E7-2B1B0B57D5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4470BF48-AEF5-1285-0E54-6EDC891A6111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ED1F523-268E-B662-E3C7-8D44E2246578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noFill/>
              <a:ln w="57150">
                <a:solidFill>
                  <a:srgbClr val="D1CCD2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it-IT" b="1" dirty="0">
                    <a:solidFill>
                      <a:sysClr val="windowText" lastClr="000000"/>
                    </a:solidFill>
                  </a:rPr>
                  <a:t>Intensità di disturbo: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𝑎𝑟𝑔𝑚𝑎𝑥</m:t>
                              </m:r>
                            </m:e>
                            <m:lim>
                              <m: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lim>
                          </m:limLow>
                        </m:fName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𝐽𝑆𝐷</m:t>
                          </m:r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𝑏𝑎𝑠𝑒</m:t>
                              </m:r>
                            </m:sub>
                          </m:s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solidFill>
                                    <a:sysClr val="windowText" lastClr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𝑡h𝑟𝑒𝑎𝑡</m:t>
                                  </m:r>
                                </m:e>
                                <m:sub>
                                  <m:r>
                                    <a:rPr lang="it-IT" i="1">
                                      <a:solidFill>
                                        <a:sysClr val="windowText" lastClr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b>
                          </m:s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i="1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ED1F523-268E-B662-E3C7-8D44E2246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D1CCD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2AA3E390-9E2D-671B-EC94-8E2FBB1FF1A2}"/>
              </a:ext>
            </a:extLst>
          </p:cNvPr>
          <p:cNvGrpSpPr/>
          <p:nvPr/>
        </p:nvGrpSpPr>
        <p:grpSpPr>
          <a:xfrm>
            <a:off x="10264116" y="1176571"/>
            <a:ext cx="1089684" cy="1088706"/>
            <a:chOff x="6579979" y="4280238"/>
            <a:chExt cx="1089684" cy="1088706"/>
          </a:xfrm>
        </p:grpSpPr>
        <p:sp>
          <p:nvSpPr>
            <p:cNvPr id="11" name="Elemento grafico 66" descr="Dollaro con riempimento a tinta unita">
              <a:extLst>
                <a:ext uri="{FF2B5EF4-FFF2-40B4-BE49-F238E27FC236}">
                  <a16:creationId xmlns:a16="http://schemas.microsoft.com/office/drawing/2014/main" id="{FDB36F01-2A89-125A-6223-56AD96F532A0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73C47880-3EBB-26B6-FC8B-9BC6FFEFB8CB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A8AEA976-B43D-70E8-1BAA-8212BFEAFAFE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FF055D51-A465-697C-538F-FE15318C6C0A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8359A892-B522-4A77-F27F-57585F08BCF7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D45B8215-02FC-075D-776E-13A7E9E59A49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44E6192C-62D1-63C8-950C-5C24D30AA84A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50C61362-D9F0-CB9B-F2A5-E995624D6E97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igura a mano libera: forma 14">
                <a:extLst>
                  <a:ext uri="{FF2B5EF4-FFF2-40B4-BE49-F238E27FC236}">
                    <a16:creationId xmlns:a16="http://schemas.microsoft.com/office/drawing/2014/main" id="{BF9572C7-7519-42D7-7749-0E1847993E8D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20" name="Grafico 19">
            <a:extLst>
              <a:ext uri="{FF2B5EF4-FFF2-40B4-BE49-F238E27FC236}">
                <a16:creationId xmlns:a16="http://schemas.microsoft.com/office/drawing/2014/main" id="{D5723039-E2CC-6D17-C879-D2216101F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228300"/>
              </p:ext>
            </p:extLst>
          </p:nvPr>
        </p:nvGraphicFramePr>
        <p:xfrm>
          <a:off x="3281588" y="2442267"/>
          <a:ext cx="8072211" cy="3597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004801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1211-BCA9-D1D7-A3E1-15C2C0F37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D3F57EDB-7921-1A5E-6592-B75C7ECA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graphicFrame>
        <p:nvGraphicFramePr>
          <p:cNvPr id="20" name="Grafico 19">
            <a:extLst>
              <a:ext uri="{FF2B5EF4-FFF2-40B4-BE49-F238E27FC236}">
                <a16:creationId xmlns:a16="http://schemas.microsoft.com/office/drawing/2014/main" id="{0A1AC1FA-8C43-6688-154A-E05B5BAD7F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139895"/>
              </p:ext>
            </p:extLst>
          </p:nvPr>
        </p:nvGraphicFramePr>
        <p:xfrm>
          <a:off x="7667429" y="2442267"/>
          <a:ext cx="3686371" cy="3597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CFB2B2D-3BA2-E4F1-CF43-9FE126A48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8C09A6-D62C-3990-0E3B-7DD687D32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3EB65B18-0832-9F2F-092E-3189EFA30DAE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B1A603F-7475-EE00-39C7-56A4D3502A31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noFill/>
              <a:ln w="57150">
                <a:solidFill>
                  <a:srgbClr val="D1CCD2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it-IT" b="1" dirty="0">
                    <a:solidFill>
                      <a:sysClr val="windowText" lastClr="000000"/>
                    </a:solidFill>
                  </a:rPr>
                  <a:t>Efficacia su validità</a:t>
                </a:r>
                <a:r>
                  <a:rPr lang="it-IT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lim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Low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𝑉𝑎𝑙𝑖𝑑𝑖𝑡</m:t>
                      </m:r>
                      <m:sSub>
                        <m:sSub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à</m:t>
                          </m:r>
                        </m:e>
                        <m: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DB1A603F-7475-EE00-39C7-56A4D3502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57150">
                <a:solidFill>
                  <a:srgbClr val="D1CCD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B4B63D3F-8487-A89F-F9EC-BD312A4330DC}"/>
              </a:ext>
            </a:extLst>
          </p:cNvPr>
          <p:cNvGrpSpPr/>
          <p:nvPr/>
        </p:nvGrpSpPr>
        <p:grpSpPr>
          <a:xfrm>
            <a:off x="10264116" y="1176571"/>
            <a:ext cx="1089684" cy="1088706"/>
            <a:chOff x="6579979" y="4280238"/>
            <a:chExt cx="1089684" cy="1088706"/>
          </a:xfrm>
        </p:grpSpPr>
        <p:sp>
          <p:nvSpPr>
            <p:cNvPr id="11" name="Elemento grafico 66" descr="Dollaro con riempimento a tinta unita">
              <a:extLst>
                <a:ext uri="{FF2B5EF4-FFF2-40B4-BE49-F238E27FC236}">
                  <a16:creationId xmlns:a16="http://schemas.microsoft.com/office/drawing/2014/main" id="{F7C02E66-3E9E-A53F-4F42-EC266B07B940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2298A230-8F32-BC8C-1198-190778FC3B53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83384AC2-6B46-48BE-5EBF-070A71AC2A98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47CF9335-476B-D21B-66FA-2A9B910E1CDE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0780F7F2-64E5-49D9-6154-F6DD97E81009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04B879B3-0C21-2FF2-9EFE-AB5B4FEE6069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ADF54A2A-FDB7-BFC5-9259-2717A9EA27A5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ED540D0D-3CA4-4F30-6D09-8952DE17352C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igura a mano libera: forma 14">
                <a:extLst>
                  <a:ext uri="{FF2B5EF4-FFF2-40B4-BE49-F238E27FC236}">
                    <a16:creationId xmlns:a16="http://schemas.microsoft.com/office/drawing/2014/main" id="{17CA95B3-3C43-19CD-FB66-464F1C4BA5A2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608037D-6431-E41C-7036-B4DA15734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870019"/>
              </p:ext>
            </p:extLst>
          </p:nvPr>
        </p:nvGraphicFramePr>
        <p:xfrm>
          <a:off x="3281589" y="3014909"/>
          <a:ext cx="4385844" cy="245189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972274">
                  <a:extLst>
                    <a:ext uri="{9D8B030D-6E8A-4147-A177-3AD203B41FA5}">
                      <a16:colId xmlns:a16="http://schemas.microsoft.com/office/drawing/2014/main" val="1335228509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2701526994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1427615263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1394497510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798798901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454793367"/>
                    </a:ext>
                  </a:extLst>
                </a:gridCol>
              </a:tblGrid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it-IT" sz="11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160M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1.4B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2.8B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6.9B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5541648"/>
                  </a:ext>
                </a:extLst>
              </a:tr>
              <a:tr h="24519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Validità per tipo di minaccia (%)</a:t>
                      </a:r>
                      <a:endParaRPr lang="it-IT" sz="1400" i="1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CC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171399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Baseline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64.3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95.0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97.9</a:t>
                      </a:r>
                      <a:endParaRPr lang="it-IT" sz="1400" kern="1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97.9</a:t>
                      </a:r>
                      <a:endParaRPr lang="it-IT" sz="1400" kern="1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91.4</a:t>
                      </a:r>
                      <a:endParaRPr lang="it-IT" sz="1400" kern="10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151130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Economica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45.2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97.6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97.9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93.4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46.8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136782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IT/Sistema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85B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38.2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96.7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98.4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98.6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89.7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8952"/>
                  </a:ext>
                </a:extLst>
              </a:tr>
              <a:tr h="2451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Legale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16.5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96.6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99.1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86.5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60.8</a:t>
                      </a:r>
                      <a:endParaRPr lang="it-IT" sz="14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7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84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20F4-8CFA-8F39-1B0F-48DAD507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61825244-A8E8-E0DC-57FF-7D2A1D80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graphicFrame>
        <p:nvGraphicFramePr>
          <p:cNvPr id="20" name="Grafico 19">
            <a:extLst>
              <a:ext uri="{FF2B5EF4-FFF2-40B4-BE49-F238E27FC236}">
                <a16:creationId xmlns:a16="http://schemas.microsoft.com/office/drawing/2014/main" id="{EC1A64BD-5775-1020-640C-7351F07D8C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0228839"/>
              </p:ext>
            </p:extLst>
          </p:nvPr>
        </p:nvGraphicFramePr>
        <p:xfrm>
          <a:off x="7667429" y="2442267"/>
          <a:ext cx="3686371" cy="3597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082C6D7-DDC6-5606-1D47-0CC1E420F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AFE2DC-8691-99DA-0DCA-3814EF9EB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AA5C6A1C-70F1-082D-A183-EDC1C0FF0806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19371C31-FF6D-1B99-B89F-D2CCEA6D4A4E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noFill/>
              <a:ln w="57150">
                <a:solidFill>
                  <a:srgbClr val="D1CCD2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it-IT" b="1" dirty="0">
                    <a:solidFill>
                      <a:sysClr val="windowText" lastClr="000000"/>
                    </a:solidFill>
                  </a:rPr>
                  <a:t>Efficacia su coerenza</a:t>
                </a:r>
                <a:r>
                  <a:rPr lang="it-IT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lim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lim>
                      </m:limLow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i="1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𝐶𝑜𝑒𝑟𝑒𝑛𝑧</m:t>
                      </m:r>
                      <m:sSub>
                        <m:sSubPr>
                          <m:ctrlP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it-IT" i="1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19371C31-FF6D-1B99-B89F-D2CCEA6D4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863357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D1CCD2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A5882E6C-72E1-25EC-A4D3-C36A320ADC5C}"/>
              </a:ext>
            </a:extLst>
          </p:cNvPr>
          <p:cNvGrpSpPr/>
          <p:nvPr/>
        </p:nvGrpSpPr>
        <p:grpSpPr>
          <a:xfrm>
            <a:off x="10264116" y="1176571"/>
            <a:ext cx="1089684" cy="1088706"/>
            <a:chOff x="6579979" y="4280238"/>
            <a:chExt cx="1089684" cy="1088706"/>
          </a:xfrm>
        </p:grpSpPr>
        <p:sp>
          <p:nvSpPr>
            <p:cNvPr id="11" name="Elemento grafico 66" descr="Dollaro con riempimento a tinta unita">
              <a:extLst>
                <a:ext uri="{FF2B5EF4-FFF2-40B4-BE49-F238E27FC236}">
                  <a16:creationId xmlns:a16="http://schemas.microsoft.com/office/drawing/2014/main" id="{8FAD1D94-29EB-7323-326B-F3BDCC36F1B2}"/>
                </a:ext>
              </a:extLst>
            </p:cNvPr>
            <p:cNvSpPr/>
            <p:nvPr/>
          </p:nvSpPr>
          <p:spPr>
            <a:xfrm>
              <a:off x="6579979" y="4280238"/>
              <a:ext cx="274834" cy="576001"/>
            </a:xfrm>
            <a:custGeom>
              <a:avLst/>
              <a:gdLst>
                <a:gd name="csX0" fmla="*/ 328041 w 379845"/>
                <a:gd name="csY0" fmla="*/ 428625 h 819150"/>
                <a:gd name="csX1" fmla="*/ 214408 w 379845"/>
                <a:gd name="csY1" fmla="*/ 375952 h 819150"/>
                <a:gd name="csX2" fmla="*/ 214408 w 379845"/>
                <a:gd name="csY2" fmla="*/ 145637 h 819150"/>
                <a:gd name="csX3" fmla="*/ 315944 w 379845"/>
                <a:gd name="csY3" fmla="*/ 193929 h 819150"/>
                <a:gd name="csX4" fmla="*/ 361664 w 379845"/>
                <a:gd name="csY4" fmla="*/ 150114 h 819150"/>
                <a:gd name="csX5" fmla="*/ 214408 w 379845"/>
                <a:gd name="csY5" fmla="*/ 82772 h 819150"/>
                <a:gd name="csX6" fmla="*/ 214408 w 379845"/>
                <a:gd name="csY6" fmla="*/ 0 h 819150"/>
                <a:gd name="csX7" fmla="*/ 157258 w 379845"/>
                <a:gd name="csY7" fmla="*/ 0 h 819150"/>
                <a:gd name="csX8" fmla="*/ 157258 w 379845"/>
                <a:gd name="csY8" fmla="*/ 86392 h 819150"/>
                <a:gd name="csX9" fmla="*/ 101251 w 379845"/>
                <a:gd name="csY9" fmla="*/ 106394 h 819150"/>
                <a:gd name="csX10" fmla="*/ 21812 w 379845"/>
                <a:gd name="csY10" fmla="*/ 315944 h 819150"/>
                <a:gd name="csX11" fmla="*/ 157258 w 379845"/>
                <a:gd name="csY11" fmla="*/ 422815 h 819150"/>
                <a:gd name="csX12" fmla="*/ 157258 w 379845"/>
                <a:gd name="csY12" fmla="*/ 672179 h 819150"/>
                <a:gd name="csX13" fmla="*/ 45720 w 379845"/>
                <a:gd name="csY13" fmla="*/ 609600 h 819150"/>
                <a:gd name="csX14" fmla="*/ 0 w 379845"/>
                <a:gd name="csY14" fmla="*/ 653320 h 819150"/>
                <a:gd name="csX15" fmla="*/ 76676 w 379845"/>
                <a:gd name="csY15" fmla="*/ 714375 h 819150"/>
                <a:gd name="csX16" fmla="*/ 157258 w 379845"/>
                <a:gd name="csY16" fmla="*/ 735616 h 819150"/>
                <a:gd name="csX17" fmla="*/ 157258 w 379845"/>
                <a:gd name="csY17" fmla="*/ 819150 h 819150"/>
                <a:gd name="csX18" fmla="*/ 214408 w 379845"/>
                <a:gd name="csY18" fmla="*/ 819150 h 819150"/>
                <a:gd name="csX19" fmla="*/ 214408 w 379845"/>
                <a:gd name="csY19" fmla="*/ 733425 h 819150"/>
                <a:gd name="csX20" fmla="*/ 366046 w 379845"/>
                <a:gd name="csY20" fmla="*/ 619125 h 819150"/>
                <a:gd name="csX21" fmla="*/ 328041 w 379845"/>
                <a:gd name="csY21" fmla="*/ 428625 h 819150"/>
                <a:gd name="csX22" fmla="*/ 109633 w 379845"/>
                <a:gd name="csY22" fmla="*/ 330803 h 819150"/>
                <a:gd name="csX23" fmla="*/ 125539 w 379845"/>
                <a:gd name="csY23" fmla="*/ 165640 h 819150"/>
                <a:gd name="csX24" fmla="*/ 157258 w 379845"/>
                <a:gd name="csY24" fmla="*/ 151067 h 819150"/>
                <a:gd name="csX25" fmla="*/ 157258 w 379845"/>
                <a:gd name="csY25" fmla="*/ 357664 h 819150"/>
                <a:gd name="csX26" fmla="*/ 109633 w 379845"/>
                <a:gd name="csY26" fmla="*/ 330803 h 819150"/>
                <a:gd name="csX27" fmla="*/ 281940 w 379845"/>
                <a:gd name="csY27" fmla="*/ 633889 h 819150"/>
                <a:gd name="csX28" fmla="*/ 214408 w 379845"/>
                <a:gd name="csY28" fmla="*/ 669608 h 819150"/>
                <a:gd name="csX29" fmla="*/ 214408 w 379845"/>
                <a:gd name="csY29" fmla="*/ 442055 h 819150"/>
                <a:gd name="csX30" fmla="*/ 311753 w 379845"/>
                <a:gd name="csY30" fmla="*/ 512255 h 819150"/>
                <a:gd name="csX31" fmla="*/ 281940 w 379845"/>
                <a:gd name="csY31" fmla="*/ 633889 h 819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79845" h="819150">
                  <a:moveTo>
                    <a:pt x="328041" y="428625"/>
                  </a:moveTo>
                  <a:cubicBezTo>
                    <a:pt x="295847" y="401193"/>
                    <a:pt x="254032" y="388334"/>
                    <a:pt x="214408" y="375952"/>
                  </a:cubicBezTo>
                  <a:lnTo>
                    <a:pt x="214408" y="145637"/>
                  </a:lnTo>
                  <a:cubicBezTo>
                    <a:pt x="252879" y="149293"/>
                    <a:pt x="288831" y="166392"/>
                    <a:pt x="315944" y="193929"/>
                  </a:cubicBezTo>
                  <a:lnTo>
                    <a:pt x="361664" y="150114"/>
                  </a:lnTo>
                  <a:cubicBezTo>
                    <a:pt x="322537" y="110312"/>
                    <a:pt x="270107" y="86335"/>
                    <a:pt x="214408" y="82772"/>
                  </a:cubicBezTo>
                  <a:lnTo>
                    <a:pt x="214408" y="0"/>
                  </a:lnTo>
                  <a:lnTo>
                    <a:pt x="157258" y="0"/>
                  </a:lnTo>
                  <a:lnTo>
                    <a:pt x="157258" y="86392"/>
                  </a:lnTo>
                  <a:cubicBezTo>
                    <a:pt x="137688" y="90201"/>
                    <a:pt x="118806" y="96945"/>
                    <a:pt x="101251" y="106394"/>
                  </a:cubicBezTo>
                  <a:cubicBezTo>
                    <a:pt x="29051" y="145733"/>
                    <a:pt x="-7810" y="238125"/>
                    <a:pt x="21812" y="315944"/>
                  </a:cubicBezTo>
                  <a:cubicBezTo>
                    <a:pt x="44767" y="375952"/>
                    <a:pt x="100108" y="402717"/>
                    <a:pt x="157258" y="422815"/>
                  </a:cubicBezTo>
                  <a:lnTo>
                    <a:pt x="157258" y="672179"/>
                  </a:lnTo>
                  <a:cubicBezTo>
                    <a:pt x="112966" y="666750"/>
                    <a:pt x="76200" y="641318"/>
                    <a:pt x="45720" y="609600"/>
                  </a:cubicBezTo>
                  <a:lnTo>
                    <a:pt x="0" y="653320"/>
                  </a:lnTo>
                  <a:cubicBezTo>
                    <a:pt x="21769" y="678022"/>
                    <a:pt x="47726" y="698691"/>
                    <a:pt x="76676" y="714375"/>
                  </a:cubicBezTo>
                  <a:cubicBezTo>
                    <a:pt x="101979" y="726412"/>
                    <a:pt x="129309" y="733615"/>
                    <a:pt x="157258" y="735616"/>
                  </a:cubicBezTo>
                  <a:lnTo>
                    <a:pt x="157258" y="819150"/>
                  </a:lnTo>
                  <a:lnTo>
                    <a:pt x="214408" y="819150"/>
                  </a:lnTo>
                  <a:lnTo>
                    <a:pt x="214408" y="733425"/>
                  </a:lnTo>
                  <a:cubicBezTo>
                    <a:pt x="279940" y="722471"/>
                    <a:pt x="340138" y="682181"/>
                    <a:pt x="366046" y="619125"/>
                  </a:cubicBezTo>
                  <a:cubicBezTo>
                    <a:pt x="391954" y="556070"/>
                    <a:pt x="382524" y="475202"/>
                    <a:pt x="328041" y="428625"/>
                  </a:cubicBezTo>
                  <a:close/>
                  <a:moveTo>
                    <a:pt x="109633" y="330803"/>
                  </a:moveTo>
                  <a:cubicBezTo>
                    <a:pt x="57245" y="286607"/>
                    <a:pt x="70009" y="201073"/>
                    <a:pt x="125539" y="165640"/>
                  </a:cubicBezTo>
                  <a:cubicBezTo>
                    <a:pt x="135382" y="159328"/>
                    <a:pt x="146057" y="154422"/>
                    <a:pt x="157258" y="151067"/>
                  </a:cubicBezTo>
                  <a:lnTo>
                    <a:pt x="157258" y="357664"/>
                  </a:lnTo>
                  <a:cubicBezTo>
                    <a:pt x="140013" y="351392"/>
                    <a:pt x="123922" y="342316"/>
                    <a:pt x="109633" y="330803"/>
                  </a:cubicBezTo>
                  <a:close/>
                  <a:moveTo>
                    <a:pt x="281940" y="633889"/>
                  </a:moveTo>
                  <a:cubicBezTo>
                    <a:pt x="263349" y="652063"/>
                    <a:pt x="239894" y="664469"/>
                    <a:pt x="214408" y="669608"/>
                  </a:cubicBezTo>
                  <a:lnTo>
                    <a:pt x="214408" y="442055"/>
                  </a:lnTo>
                  <a:cubicBezTo>
                    <a:pt x="252508" y="455105"/>
                    <a:pt x="296228" y="471678"/>
                    <a:pt x="311753" y="512255"/>
                  </a:cubicBezTo>
                  <a:cubicBezTo>
                    <a:pt x="327279" y="552831"/>
                    <a:pt x="311658" y="603599"/>
                    <a:pt x="281940" y="633889"/>
                  </a:cubicBezTo>
                  <a:close/>
                </a:path>
              </a:pathLst>
            </a:custGeom>
            <a:ln w="12700"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fillRef>
            <a:effectRef idx="0">
              <a:schemeClr val="accent6">
                <a:shade val="50000"/>
                <a:hueOff val="-26567"/>
                <a:satOff val="702"/>
                <a:lumOff val="3785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439" tIns="76439" rIns="76439" bIns="76439" numCol="1" spcCol="1270" anchor="ctr" anchorCtr="0">
              <a:noAutofit/>
            </a:bodyPr>
            <a:lstStyle/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it-IT" sz="1400" b="1">
                <a:solidFill>
                  <a:schemeClr val="tx1"/>
                </a:solidFill>
              </a:endParaRPr>
            </a:p>
          </p:txBody>
        </p: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417FB83B-2932-A53D-B2FA-9BEED1E645DF}"/>
                </a:ext>
              </a:extLst>
            </p:cNvPr>
            <p:cNvGrpSpPr/>
            <p:nvPr/>
          </p:nvGrpSpPr>
          <p:grpSpPr>
            <a:xfrm>
              <a:off x="6637399" y="4896304"/>
              <a:ext cx="474264" cy="472640"/>
              <a:chOff x="7229441" y="5158622"/>
              <a:chExt cx="474264" cy="472640"/>
            </a:xfrm>
          </p:grpSpPr>
          <p:sp>
            <p:nvSpPr>
              <p:cNvPr id="16" name="Figura a mano libera: forma 15">
                <a:extLst>
                  <a:ext uri="{FF2B5EF4-FFF2-40B4-BE49-F238E27FC236}">
                    <a16:creationId xmlns:a16="http://schemas.microsoft.com/office/drawing/2014/main" id="{2973E47D-8303-BF0F-F5ED-FE1CE6CBBCA9}"/>
                  </a:ext>
                </a:extLst>
              </p:cNvPr>
              <p:cNvSpPr/>
              <p:nvPr/>
            </p:nvSpPr>
            <p:spPr>
              <a:xfrm>
                <a:off x="7229441" y="5560366"/>
                <a:ext cx="236320" cy="70896"/>
              </a:xfrm>
              <a:custGeom>
                <a:avLst/>
                <a:gdLst>
                  <a:gd name="csX0" fmla="*/ 342900 w 381000"/>
                  <a:gd name="csY0" fmla="*/ 38100 h 114300"/>
                  <a:gd name="csX1" fmla="*/ 323850 w 381000"/>
                  <a:gd name="csY1" fmla="*/ 38100 h 114300"/>
                  <a:gd name="csX2" fmla="*/ 323850 w 381000"/>
                  <a:gd name="csY2" fmla="*/ 0 h 114300"/>
                  <a:gd name="csX3" fmla="*/ 57150 w 381000"/>
                  <a:gd name="csY3" fmla="*/ 0 h 114300"/>
                  <a:gd name="csX4" fmla="*/ 57150 w 381000"/>
                  <a:gd name="csY4" fmla="*/ 38100 h 114300"/>
                  <a:gd name="csX5" fmla="*/ 38100 w 381000"/>
                  <a:gd name="csY5" fmla="*/ 38100 h 114300"/>
                  <a:gd name="csX6" fmla="*/ 0 w 381000"/>
                  <a:gd name="csY6" fmla="*/ 76200 h 114300"/>
                  <a:gd name="csX7" fmla="*/ 38100 w 381000"/>
                  <a:gd name="csY7" fmla="*/ 114300 h 114300"/>
                  <a:gd name="csX8" fmla="*/ 342900 w 381000"/>
                  <a:gd name="csY8" fmla="*/ 114300 h 114300"/>
                  <a:gd name="csX9" fmla="*/ 381000 w 381000"/>
                  <a:gd name="csY9" fmla="*/ 76200 h 114300"/>
                  <a:gd name="csX10" fmla="*/ 342900 w 381000"/>
                  <a:gd name="csY10" fmla="*/ 38100 h 114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1000" h="114300">
                    <a:moveTo>
                      <a:pt x="342900" y="38100"/>
                    </a:moveTo>
                    <a:lnTo>
                      <a:pt x="323850" y="38100"/>
                    </a:lnTo>
                    <a:lnTo>
                      <a:pt x="323850" y="0"/>
                    </a:lnTo>
                    <a:lnTo>
                      <a:pt x="57150" y="0"/>
                    </a:lnTo>
                    <a:lnTo>
                      <a:pt x="57150" y="38100"/>
                    </a:lnTo>
                    <a:lnTo>
                      <a:pt x="38100" y="38100"/>
                    </a:lnTo>
                    <a:cubicBezTo>
                      <a:pt x="17145" y="38100"/>
                      <a:pt x="0" y="55245"/>
                      <a:pt x="0" y="76200"/>
                    </a:cubicBezTo>
                    <a:cubicBezTo>
                      <a:pt x="0" y="97155"/>
                      <a:pt x="17145" y="114300"/>
                      <a:pt x="38100" y="114300"/>
                    </a:cubicBezTo>
                    <a:lnTo>
                      <a:pt x="342900" y="114300"/>
                    </a:lnTo>
                    <a:cubicBezTo>
                      <a:pt x="363855" y="114300"/>
                      <a:pt x="381000" y="97155"/>
                      <a:pt x="381000" y="76200"/>
                    </a:cubicBezTo>
                    <a:cubicBezTo>
                      <a:pt x="381000" y="55245"/>
                      <a:pt x="363855" y="38100"/>
                      <a:pt x="342900" y="38100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Figura a mano libera: forma 16">
                <a:extLst>
                  <a:ext uri="{FF2B5EF4-FFF2-40B4-BE49-F238E27FC236}">
                    <a16:creationId xmlns:a16="http://schemas.microsoft.com/office/drawing/2014/main" id="{10BA6584-AA3B-D727-19DA-E9AB424D8B70}"/>
                  </a:ext>
                </a:extLst>
              </p:cNvPr>
              <p:cNvSpPr/>
              <p:nvPr/>
            </p:nvSpPr>
            <p:spPr>
              <a:xfrm>
                <a:off x="7300337" y="5342952"/>
                <a:ext cx="146518" cy="146518"/>
              </a:xfrm>
              <a:custGeom>
                <a:avLst/>
                <a:gdLst>
                  <a:gd name="csX0" fmla="*/ 227648 w 236219"/>
                  <a:gd name="csY0" fmla="*/ 199072 h 236219"/>
                  <a:gd name="csX1" fmla="*/ 227648 w 236219"/>
                  <a:gd name="csY1" fmla="*/ 159068 h 236219"/>
                  <a:gd name="csX2" fmla="*/ 77153 w 236219"/>
                  <a:gd name="csY2" fmla="*/ 8572 h 236219"/>
                  <a:gd name="csX3" fmla="*/ 37147 w 236219"/>
                  <a:gd name="csY3" fmla="*/ 8572 h 236219"/>
                  <a:gd name="csX4" fmla="*/ 0 w 236219"/>
                  <a:gd name="csY4" fmla="*/ 45720 h 236219"/>
                  <a:gd name="csX5" fmla="*/ 190500 w 236219"/>
                  <a:gd name="csY5" fmla="*/ 236220 h 236219"/>
                  <a:gd name="csX6" fmla="*/ 227648 w 236219"/>
                  <a:gd name="csY6" fmla="*/ 199072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227648" y="199072"/>
                    </a:moveTo>
                    <a:cubicBezTo>
                      <a:pt x="239077" y="187643"/>
                      <a:pt x="239077" y="169545"/>
                      <a:pt x="227648" y="159068"/>
                    </a:cubicBezTo>
                    <a:lnTo>
                      <a:pt x="77153" y="8572"/>
                    </a:lnTo>
                    <a:cubicBezTo>
                      <a:pt x="65723" y="-2857"/>
                      <a:pt x="47625" y="-2857"/>
                      <a:pt x="37147" y="8572"/>
                    </a:cubicBezTo>
                    <a:lnTo>
                      <a:pt x="0" y="45720"/>
                    </a:lnTo>
                    <a:lnTo>
                      <a:pt x="190500" y="236220"/>
                    </a:lnTo>
                    <a:lnTo>
                      <a:pt x="227648" y="199072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Figura a mano libera: forma 17">
                <a:extLst>
                  <a:ext uri="{FF2B5EF4-FFF2-40B4-BE49-F238E27FC236}">
                    <a16:creationId xmlns:a16="http://schemas.microsoft.com/office/drawing/2014/main" id="{76DCE8AF-FB00-192F-4453-D5BE3E3A86D1}"/>
                  </a:ext>
                </a:extLst>
              </p:cNvPr>
              <p:cNvSpPr/>
              <p:nvPr/>
            </p:nvSpPr>
            <p:spPr>
              <a:xfrm>
                <a:off x="7484666" y="5158622"/>
                <a:ext cx="146518" cy="146518"/>
              </a:xfrm>
              <a:custGeom>
                <a:avLst/>
                <a:gdLst>
                  <a:gd name="csX0" fmla="*/ 159068 w 236219"/>
                  <a:gd name="csY0" fmla="*/ 227648 h 236219"/>
                  <a:gd name="csX1" fmla="*/ 199072 w 236219"/>
                  <a:gd name="csY1" fmla="*/ 227648 h 236219"/>
                  <a:gd name="csX2" fmla="*/ 236220 w 236219"/>
                  <a:gd name="csY2" fmla="*/ 190500 h 236219"/>
                  <a:gd name="csX3" fmla="*/ 45720 w 236219"/>
                  <a:gd name="csY3" fmla="*/ 0 h 236219"/>
                  <a:gd name="csX4" fmla="*/ 8572 w 236219"/>
                  <a:gd name="csY4" fmla="*/ 37147 h 236219"/>
                  <a:gd name="csX5" fmla="*/ 8572 w 236219"/>
                  <a:gd name="csY5" fmla="*/ 77153 h 236219"/>
                  <a:gd name="csX6" fmla="*/ 159068 w 236219"/>
                  <a:gd name="csY6" fmla="*/ 227648 h 2362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36219" h="236219">
                    <a:moveTo>
                      <a:pt x="159068" y="227648"/>
                    </a:moveTo>
                    <a:cubicBezTo>
                      <a:pt x="170497" y="239077"/>
                      <a:pt x="188595" y="239077"/>
                      <a:pt x="199072" y="227648"/>
                    </a:cubicBezTo>
                    <a:lnTo>
                      <a:pt x="236220" y="190500"/>
                    </a:lnTo>
                    <a:lnTo>
                      <a:pt x="45720" y="0"/>
                    </a:lnTo>
                    <a:lnTo>
                      <a:pt x="8572" y="37147"/>
                    </a:lnTo>
                    <a:cubicBezTo>
                      <a:pt x="-2857" y="48578"/>
                      <a:pt x="-2857" y="66675"/>
                      <a:pt x="8572" y="77153"/>
                    </a:cubicBezTo>
                    <a:lnTo>
                      <a:pt x="159068" y="227648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Figura a mano libera: forma 18">
                <a:extLst>
                  <a:ext uri="{FF2B5EF4-FFF2-40B4-BE49-F238E27FC236}">
                    <a16:creationId xmlns:a16="http://schemas.microsoft.com/office/drawing/2014/main" id="{5C6344C4-6BD8-9A90-4922-1FDC6BE7CEDC}"/>
                  </a:ext>
                </a:extLst>
              </p:cNvPr>
              <p:cNvSpPr/>
              <p:nvPr/>
            </p:nvSpPr>
            <p:spPr>
              <a:xfrm>
                <a:off x="7359417" y="5217702"/>
                <a:ext cx="344288" cy="332472"/>
              </a:xfrm>
              <a:custGeom>
                <a:avLst/>
                <a:gdLst>
                  <a:gd name="csX0" fmla="*/ 542925 w 555069"/>
                  <a:gd name="csY0" fmla="*/ 466725 h 536019"/>
                  <a:gd name="csX1" fmla="*/ 285750 w 555069"/>
                  <a:gd name="csY1" fmla="*/ 209550 h 536019"/>
                  <a:gd name="csX2" fmla="*/ 342900 w 555069"/>
                  <a:gd name="csY2" fmla="*/ 152400 h 536019"/>
                  <a:gd name="csX3" fmla="*/ 190500 w 555069"/>
                  <a:gd name="csY3" fmla="*/ 0 h 536019"/>
                  <a:gd name="csX4" fmla="*/ 0 w 555069"/>
                  <a:gd name="csY4" fmla="*/ 190500 h 536019"/>
                  <a:gd name="csX5" fmla="*/ 152400 w 555069"/>
                  <a:gd name="csY5" fmla="*/ 342900 h 536019"/>
                  <a:gd name="csX6" fmla="*/ 228600 w 555069"/>
                  <a:gd name="csY6" fmla="*/ 266700 h 536019"/>
                  <a:gd name="csX7" fmla="*/ 485775 w 555069"/>
                  <a:gd name="csY7" fmla="*/ 523875 h 536019"/>
                  <a:gd name="csX8" fmla="*/ 542925 w 555069"/>
                  <a:gd name="csY8" fmla="*/ 523875 h 536019"/>
                  <a:gd name="csX9" fmla="*/ 542925 w 555069"/>
                  <a:gd name="csY9" fmla="*/ 466725 h 536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555069" h="536019">
                    <a:moveTo>
                      <a:pt x="542925" y="466725"/>
                    </a:moveTo>
                    <a:lnTo>
                      <a:pt x="285750" y="209550"/>
                    </a:lnTo>
                    <a:lnTo>
                      <a:pt x="342900" y="152400"/>
                    </a:lnTo>
                    <a:lnTo>
                      <a:pt x="190500" y="0"/>
                    </a:lnTo>
                    <a:lnTo>
                      <a:pt x="0" y="190500"/>
                    </a:lnTo>
                    <a:lnTo>
                      <a:pt x="152400" y="342900"/>
                    </a:lnTo>
                    <a:lnTo>
                      <a:pt x="228600" y="266700"/>
                    </a:lnTo>
                    <a:lnTo>
                      <a:pt x="485775" y="523875"/>
                    </a:lnTo>
                    <a:cubicBezTo>
                      <a:pt x="501967" y="540068"/>
                      <a:pt x="526733" y="540068"/>
                      <a:pt x="542925" y="523875"/>
                    </a:cubicBezTo>
                    <a:cubicBezTo>
                      <a:pt x="559118" y="507683"/>
                      <a:pt x="559118" y="482917"/>
                      <a:pt x="542925" y="466725"/>
                    </a:cubicBez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683D0BBF-42A4-EE41-AB33-0A1E6CA95634}"/>
                </a:ext>
              </a:extLst>
            </p:cNvPr>
            <p:cNvGrpSpPr/>
            <p:nvPr/>
          </p:nvGrpSpPr>
          <p:grpSpPr>
            <a:xfrm>
              <a:off x="7111663" y="4620520"/>
              <a:ext cx="558000" cy="385941"/>
              <a:chOff x="5681525" y="5201971"/>
              <a:chExt cx="558000" cy="385941"/>
            </a:xfrm>
          </p:grpSpPr>
          <p:sp>
            <p:nvSpPr>
              <p:cNvPr id="14" name="Figura a mano libera: forma 13">
                <a:extLst>
                  <a:ext uri="{FF2B5EF4-FFF2-40B4-BE49-F238E27FC236}">
                    <a16:creationId xmlns:a16="http://schemas.microsoft.com/office/drawing/2014/main" id="{B27ECC06-B0C1-8486-51E1-D8586BDBF63B}"/>
                  </a:ext>
                </a:extLst>
              </p:cNvPr>
              <p:cNvSpPr/>
              <p:nvPr/>
            </p:nvSpPr>
            <p:spPr>
              <a:xfrm>
                <a:off x="5754308" y="5201971"/>
                <a:ext cx="412435" cy="317023"/>
              </a:xfrm>
              <a:custGeom>
                <a:avLst/>
                <a:gdLst>
                  <a:gd name="csX0" fmla="*/ 590550 w 647700"/>
                  <a:gd name="csY0" fmla="*/ 381000 h 438150"/>
                  <a:gd name="csX1" fmla="*/ 57150 w 647700"/>
                  <a:gd name="csY1" fmla="*/ 381000 h 438150"/>
                  <a:gd name="csX2" fmla="*/ 57150 w 647700"/>
                  <a:gd name="csY2" fmla="*/ 57150 h 438150"/>
                  <a:gd name="csX3" fmla="*/ 590550 w 647700"/>
                  <a:gd name="csY3" fmla="*/ 57150 h 438150"/>
                  <a:gd name="csX4" fmla="*/ 590550 w 647700"/>
                  <a:gd name="csY4" fmla="*/ 381000 h 438150"/>
                  <a:gd name="csX5" fmla="*/ 647700 w 647700"/>
                  <a:gd name="csY5" fmla="*/ 38100 h 438150"/>
                  <a:gd name="csX6" fmla="*/ 609600 w 647700"/>
                  <a:gd name="csY6" fmla="*/ 0 h 438150"/>
                  <a:gd name="csX7" fmla="*/ 38100 w 647700"/>
                  <a:gd name="csY7" fmla="*/ 0 h 438150"/>
                  <a:gd name="csX8" fmla="*/ 0 w 647700"/>
                  <a:gd name="csY8" fmla="*/ 38100 h 438150"/>
                  <a:gd name="csX9" fmla="*/ 0 w 647700"/>
                  <a:gd name="csY9" fmla="*/ 438150 h 438150"/>
                  <a:gd name="csX10" fmla="*/ 647700 w 647700"/>
                  <a:gd name="csY10" fmla="*/ 438150 h 438150"/>
                  <a:gd name="csX11" fmla="*/ 647700 w 647700"/>
                  <a:gd name="csY11" fmla="*/ 38100 h 438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47700" h="438150">
                    <a:moveTo>
                      <a:pt x="590550" y="381000"/>
                    </a:moveTo>
                    <a:lnTo>
                      <a:pt x="57150" y="381000"/>
                    </a:lnTo>
                    <a:lnTo>
                      <a:pt x="57150" y="57150"/>
                    </a:lnTo>
                    <a:lnTo>
                      <a:pt x="590550" y="57150"/>
                    </a:lnTo>
                    <a:lnTo>
                      <a:pt x="590550" y="381000"/>
                    </a:lnTo>
                    <a:close/>
                    <a:moveTo>
                      <a:pt x="647700" y="38100"/>
                    </a:moveTo>
                    <a:cubicBezTo>
                      <a:pt x="647700" y="17145"/>
                      <a:pt x="630555" y="0"/>
                      <a:pt x="609600" y="0"/>
                    </a:cubicBezTo>
                    <a:lnTo>
                      <a:pt x="38100" y="0"/>
                    </a:lnTo>
                    <a:cubicBezTo>
                      <a:pt x="17145" y="0"/>
                      <a:pt x="0" y="17145"/>
                      <a:pt x="0" y="38100"/>
                    </a:cubicBezTo>
                    <a:lnTo>
                      <a:pt x="0" y="438150"/>
                    </a:lnTo>
                    <a:lnTo>
                      <a:pt x="647700" y="438150"/>
                    </a:lnTo>
                    <a:lnTo>
                      <a:pt x="647700" y="3810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Figura a mano libera: forma 14">
                <a:extLst>
                  <a:ext uri="{FF2B5EF4-FFF2-40B4-BE49-F238E27FC236}">
                    <a16:creationId xmlns:a16="http://schemas.microsoft.com/office/drawing/2014/main" id="{E452C961-1525-227C-D192-734B81D8B941}"/>
                  </a:ext>
                </a:extLst>
              </p:cNvPr>
              <p:cNvSpPr/>
              <p:nvPr/>
            </p:nvSpPr>
            <p:spPr>
              <a:xfrm>
                <a:off x="5681525" y="5546561"/>
                <a:ext cx="558000" cy="41351"/>
              </a:xfrm>
              <a:custGeom>
                <a:avLst/>
                <a:gdLst>
                  <a:gd name="csX0" fmla="*/ 495300 w 876300"/>
                  <a:gd name="csY0" fmla="*/ 0 h 57150"/>
                  <a:gd name="csX1" fmla="*/ 495300 w 876300"/>
                  <a:gd name="csY1" fmla="*/ 9525 h 57150"/>
                  <a:gd name="csX2" fmla="*/ 485775 w 876300"/>
                  <a:gd name="csY2" fmla="*/ 19050 h 57150"/>
                  <a:gd name="csX3" fmla="*/ 390525 w 876300"/>
                  <a:gd name="csY3" fmla="*/ 19050 h 57150"/>
                  <a:gd name="csX4" fmla="*/ 381000 w 876300"/>
                  <a:gd name="csY4" fmla="*/ 9525 h 57150"/>
                  <a:gd name="csX5" fmla="*/ 381000 w 876300"/>
                  <a:gd name="csY5" fmla="*/ 0 h 57150"/>
                  <a:gd name="csX6" fmla="*/ 0 w 876300"/>
                  <a:gd name="csY6" fmla="*/ 0 h 57150"/>
                  <a:gd name="csX7" fmla="*/ 0 w 876300"/>
                  <a:gd name="csY7" fmla="*/ 19050 h 57150"/>
                  <a:gd name="csX8" fmla="*/ 38100 w 876300"/>
                  <a:gd name="csY8" fmla="*/ 57150 h 57150"/>
                  <a:gd name="csX9" fmla="*/ 838200 w 876300"/>
                  <a:gd name="csY9" fmla="*/ 57150 h 57150"/>
                  <a:gd name="csX10" fmla="*/ 876300 w 876300"/>
                  <a:gd name="csY10" fmla="*/ 19050 h 57150"/>
                  <a:gd name="csX11" fmla="*/ 876300 w 876300"/>
                  <a:gd name="csY11" fmla="*/ 0 h 57150"/>
                  <a:gd name="csX12" fmla="*/ 495300 w 876300"/>
                  <a:gd name="csY12" fmla="*/ 0 h 571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76300" h="57150">
                    <a:moveTo>
                      <a:pt x="495300" y="0"/>
                    </a:moveTo>
                    <a:lnTo>
                      <a:pt x="495300" y="9525"/>
                    </a:lnTo>
                    <a:cubicBezTo>
                      <a:pt x="495300" y="15240"/>
                      <a:pt x="491490" y="19050"/>
                      <a:pt x="485775" y="19050"/>
                    </a:cubicBezTo>
                    <a:lnTo>
                      <a:pt x="390525" y="19050"/>
                    </a:lnTo>
                    <a:cubicBezTo>
                      <a:pt x="384810" y="19050"/>
                      <a:pt x="381000" y="15240"/>
                      <a:pt x="381000" y="9525"/>
                    </a:cubicBezTo>
                    <a:lnTo>
                      <a:pt x="381000" y="0"/>
                    </a:lnTo>
                    <a:lnTo>
                      <a:pt x="0" y="0"/>
                    </a:lnTo>
                    <a:lnTo>
                      <a:pt x="0" y="19050"/>
                    </a:lnTo>
                    <a:cubicBezTo>
                      <a:pt x="0" y="40005"/>
                      <a:pt x="17145" y="57150"/>
                      <a:pt x="38100" y="57150"/>
                    </a:cubicBezTo>
                    <a:lnTo>
                      <a:pt x="838200" y="57150"/>
                    </a:lnTo>
                    <a:cubicBezTo>
                      <a:pt x="859155" y="57150"/>
                      <a:pt x="876300" y="40005"/>
                      <a:pt x="876300" y="19050"/>
                    </a:cubicBezTo>
                    <a:lnTo>
                      <a:pt x="876300" y="0"/>
                    </a:lnTo>
                    <a:lnTo>
                      <a:pt x="495300" y="0"/>
                    </a:lnTo>
                    <a:close/>
                  </a:path>
                </a:pathLst>
              </a:custGeom>
              <a:ln w="12700"/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fillRef>
              <a:effectRef idx="0">
                <a:schemeClr val="accent6">
                  <a:shade val="50000"/>
                  <a:hueOff val="-26567"/>
                  <a:satOff val="702"/>
                  <a:lumOff val="3785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6439" tIns="76439" rIns="76439" bIns="76439" numCol="1" spcCol="1270" anchor="ctr" anchorCtr="0">
                <a:noAutofit/>
              </a:bodyPr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it-IT" sz="1400" b="1">
                  <a:solidFill>
                    <a:schemeClr val="tx1"/>
                  </a:solidFill>
                </a:endParaRPr>
              </a:p>
            </p:txBody>
          </p:sp>
        </p:grpSp>
      </p:grp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715F67A6-90EB-C640-ECE5-86711DAA2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771514"/>
              </p:ext>
            </p:extLst>
          </p:nvPr>
        </p:nvGraphicFramePr>
        <p:xfrm>
          <a:off x="3281589" y="3014909"/>
          <a:ext cx="4385844" cy="2451896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972274">
                  <a:extLst>
                    <a:ext uri="{9D8B030D-6E8A-4147-A177-3AD203B41FA5}">
                      <a16:colId xmlns:a16="http://schemas.microsoft.com/office/drawing/2014/main" val="1335228509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2701526994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1427615263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1394497510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798798901"/>
                    </a:ext>
                  </a:extLst>
                </a:gridCol>
                <a:gridCol w="682714">
                  <a:extLst>
                    <a:ext uri="{9D8B030D-6E8A-4147-A177-3AD203B41FA5}">
                      <a16:colId xmlns:a16="http://schemas.microsoft.com/office/drawing/2014/main" val="454793367"/>
                    </a:ext>
                  </a:extLst>
                </a:gridCol>
              </a:tblGrid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it-IT" sz="11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160M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1.4B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2.8B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6.9B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85541648"/>
                  </a:ext>
                </a:extLst>
              </a:tr>
              <a:tr h="24519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i="1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Coerenza </a:t>
                      </a:r>
                      <a:r>
                        <a:rPr lang="it-IT" sz="1400" i="1" kern="100" dirty="0" err="1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logit</a:t>
                      </a:r>
                      <a:r>
                        <a:rPr lang="it-IT" sz="1400" i="1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-testo per tipo di minaccia (%)</a:t>
                      </a:r>
                    </a:p>
                  </a:txBody>
                  <a:tcPr marL="68580" marR="68580" marT="0" marB="0" anchor="ctr">
                    <a:solidFill>
                      <a:srgbClr val="D1CCD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171399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Baseline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60.9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86.3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46.9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68.9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67.3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151130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Economica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42.6</a:t>
                      </a: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70.5</a:t>
                      </a: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50.9</a:t>
                      </a: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62.7</a:t>
                      </a: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36.5</a:t>
                      </a:r>
                    </a:p>
                  </a:txBody>
                  <a:tcPr marL="68580" marR="68580" marT="0" marB="0" anchor="ctr"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136782"/>
                  </a:ext>
                </a:extLst>
              </a:tr>
              <a:tr h="49037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IT/Sistema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85B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36.7</a:t>
                      </a: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84.9</a:t>
                      </a: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50.8</a:t>
                      </a: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70.3</a:t>
                      </a: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71.6</a:t>
                      </a:r>
                    </a:p>
                  </a:txBody>
                  <a:tcPr marL="68580" marR="68580" marT="0" marB="0" anchor="ctr"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9178952"/>
                  </a:ext>
                </a:extLst>
              </a:tr>
              <a:tr h="24519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200" kern="100" dirty="0">
                          <a:solidFill>
                            <a:sysClr val="windowText" lastClr="000000"/>
                          </a:solidFill>
                          <a:effectLst/>
                          <a:latin typeface="+mn-lt"/>
                        </a:rPr>
                        <a:t>Legale</a:t>
                      </a:r>
                      <a:endParaRPr lang="it-IT" sz="1200" kern="100" dirty="0">
                        <a:solidFill>
                          <a:sysClr val="windowText" lastClr="000000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15.8</a:t>
                      </a: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71.4</a:t>
                      </a: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49.2</a:t>
                      </a: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52.3</a:t>
                      </a: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400" kern="100" dirty="0">
                          <a:effectLst/>
                          <a:latin typeface="+mn-lt"/>
                          <a:ea typeface="Book Antiqua" panose="02040602050305030304" pitchFamily="18" charset="0"/>
                          <a:cs typeface="Times New Roman" panose="02020603050405020304" pitchFamily="18" charset="0"/>
                        </a:rPr>
                        <a:t>51.3</a:t>
                      </a:r>
                    </a:p>
                  </a:txBody>
                  <a:tcPr marL="68580" marR="68580" marT="0" marB="0" anchor="ctr"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75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217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471E-5B59-F481-1774-1123ECCB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C3E3C205-91EB-A267-68F1-8B9FA3059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28D152C-01BB-A0D7-6684-A46B1EB92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C67FC5-4B06-354E-A527-5547E9C4A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C9EC08CF-7219-45E1-5164-82E82E677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3680741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A908B46-37E4-1C11-28BC-EE5D1339205F}"/>
              </a:ext>
            </a:extLst>
          </p:cNvPr>
          <p:cNvSpPr txBox="1"/>
          <p:nvPr/>
        </p:nvSpPr>
        <p:spPr>
          <a:xfrm>
            <a:off x="3281589" y="1262006"/>
            <a:ext cx="6681185" cy="1328023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Quantifica il grado di </a:t>
            </a:r>
            <a:r>
              <a:rPr lang="it-IT" b="1" dirty="0"/>
              <a:t>somiglianza</a:t>
            </a:r>
            <a:r>
              <a:rPr lang="it-IT" dirty="0"/>
              <a:t> tra le opinioni espresse dal modello e la reale distribuzione delle risposte della popolazione, tenendo conto della natura ordinale delle risposte.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5B4B30C2-F244-285F-A27D-0BC2D6D92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7357" y="1176571"/>
            <a:ext cx="1146443" cy="114262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40FF19D5-5EAB-E1EB-EE0B-8B7B174AB975}"/>
              </a:ext>
            </a:extLst>
          </p:cNvPr>
          <p:cNvSpPr txBox="1"/>
          <p:nvPr/>
        </p:nvSpPr>
        <p:spPr>
          <a:xfrm>
            <a:off x="3281589" y="2794356"/>
            <a:ext cx="8072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0" i="0" u="none" strike="noStrike" baseline="0" dirty="0"/>
              <a:t>Si utilizza la</a:t>
            </a:r>
            <a:r>
              <a:rPr lang="it-IT" dirty="0"/>
              <a:t> </a:t>
            </a:r>
            <a:r>
              <a:rPr lang="it-IT" b="1" dirty="0"/>
              <a:t>Distanza di Wasserstein (WD)</a:t>
            </a:r>
            <a:r>
              <a:rPr lang="it-IT" sz="1800" b="1" i="0" u="none" strike="noStrike" baseline="0" dirty="0"/>
              <a:t> </a:t>
            </a:r>
            <a:r>
              <a:rPr lang="it-IT" sz="1800" i="0" u="none" strike="noStrike" baseline="0" dirty="0"/>
              <a:t>sui </a:t>
            </a:r>
            <a:r>
              <a:rPr lang="it-IT" sz="1800" i="0" u="none" strike="noStrike" baseline="0" dirty="0" err="1"/>
              <a:t>logit</a:t>
            </a:r>
            <a:r>
              <a:rPr lang="it-IT" sz="1800" i="0" u="none" strike="noStrike" baseline="0" dirty="0"/>
              <a:t>: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A73CB6B-AF17-3F53-4C3B-033B0F59D921}"/>
                  </a:ext>
                </a:extLst>
              </p:cNvPr>
              <p:cNvSpPr txBox="1"/>
              <p:nvPr/>
            </p:nvSpPr>
            <p:spPr>
              <a:xfrm>
                <a:off x="5050952" y="3532306"/>
                <a:ext cx="4533485" cy="974342"/>
              </a:xfrm>
              <a:prstGeom prst="rect">
                <a:avLst/>
              </a:prstGeom>
              <a:noFill/>
              <a:ln w="57150">
                <a:solidFill>
                  <a:srgbClr val="B2AAB3"/>
                </a:solidFill>
              </a:ln>
            </p:spPr>
            <p:txBody>
              <a:bodyPr wrap="square" tIns="108000" bIns="108000" anchor="ctr">
                <a:spAutoFit/>
              </a:bodyPr>
              <a:lstStyle>
                <a:defPPr>
                  <a:defRPr lang="it-IT"/>
                </a:defPPr>
                <a:lvl1pPr algn="just">
                  <a:buNone/>
                  <a:defRPr i="1">
                    <a:effectLst/>
                    <a:latin typeface="Cambria Math" panose="02040503050406030204" pitchFamily="18" charset="0"/>
                    <a:ea typeface="Book Antiqua" panose="0204060205030503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𝑊𝐷</m:t>
                      </m:r>
                      <m:d>
                        <m:d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it-IT" dirty="0">
                  <a:latin typeface="+mn-lt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CA73CB6B-AF17-3F53-4C3B-033B0F59D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52" y="3532306"/>
                <a:ext cx="4533485" cy="9743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B2AAB3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A12032E-5427-CBDF-E834-33F82D6F1AA8}"/>
                  </a:ext>
                </a:extLst>
              </p:cNvPr>
              <p:cNvSpPr txBox="1"/>
              <p:nvPr/>
            </p:nvSpPr>
            <p:spPr>
              <a:xfrm>
                <a:off x="3281589" y="4875266"/>
                <a:ext cx="429777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b="1" u="none" strike="noStrike" baseline="0" dirty="0"/>
                  <a:t>Legenda: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b="0" i="0" u="none" strike="noStrike" baseline="0" dirty="0"/>
                  <a:t> distribuzione di probabilità del modello;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16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distribuzione di probabilità umana.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0A12032E-5427-CBDF-E834-33F82D6F1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4875266"/>
                <a:ext cx="4297771" cy="830997"/>
              </a:xfrm>
              <a:prstGeom prst="rect">
                <a:avLst/>
              </a:prstGeom>
              <a:blipFill>
                <a:blip r:embed="rId9"/>
                <a:stretch>
                  <a:fillRect l="-709" t="-2941" r="-284" b="-80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39767BC-2BBA-B0BF-67DB-8B2CD919D617}"/>
                  </a:ext>
                </a:extLst>
              </p:cNvPr>
              <p:cNvSpPr txBox="1"/>
              <p:nvPr/>
            </p:nvSpPr>
            <p:spPr>
              <a:xfrm>
                <a:off x="8153400" y="4875266"/>
                <a:ext cx="3200400" cy="923330"/>
              </a:xfrm>
              <a:prstGeom prst="rect">
                <a:avLst/>
              </a:prstGeom>
              <a:solidFill>
                <a:srgbClr val="B2AAB3"/>
              </a:solidFill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Calcola il costo di trasformare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usando i pesi della scala </a:t>
                </a:r>
                <a:r>
                  <a:rPr lang="it-IT" dirty="0" err="1">
                    <a:solidFill>
                      <a:schemeClr val="tx1"/>
                    </a:solidFill>
                  </a:rPr>
                  <a:t>Likert</a:t>
                </a:r>
                <a:r>
                  <a:rPr lang="it-IT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439767BC-2BBA-B0BF-67DB-8B2CD919D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400" y="4875266"/>
                <a:ext cx="3200400" cy="923330"/>
              </a:xfrm>
              <a:prstGeom prst="rect">
                <a:avLst/>
              </a:prstGeom>
              <a:blipFill>
                <a:blip r:embed="rId10"/>
                <a:stretch>
                  <a:fillRect t="-3226" r="-189" b="-77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54CC0B0-60A5-EEDA-7A2A-2A87E32142D4}"/>
              </a:ext>
            </a:extLst>
          </p:cNvPr>
          <p:cNvSpPr txBox="1"/>
          <p:nvPr/>
        </p:nvSpPr>
        <p:spPr>
          <a:xfrm>
            <a:off x="5735320" y="27889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95268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192FC-C3A1-7C9F-9757-C471434B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2A21A88-2BE8-3D87-5FEA-1074E2F1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8ED6C56-08F7-18D0-B9C1-AC2D7BD9D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E003B4B-5AE6-D452-DBDE-D5886D64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FB95C139-333B-C1B7-07FF-7A4A442C52D1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3908C0A-F547-7797-9ED7-D49CDBC285D6}"/>
              </a:ext>
            </a:extLst>
          </p:cNvPr>
          <p:cNvSpPr txBox="1"/>
          <p:nvPr/>
        </p:nvSpPr>
        <p:spPr>
          <a:xfrm>
            <a:off x="3281589" y="1262006"/>
            <a:ext cx="6681185" cy="1328023"/>
          </a:xfrm>
          <a:prstGeom prst="roundRect">
            <a:avLst/>
          </a:prstGeom>
          <a:noFill/>
          <a:ln w="57150">
            <a:solidFill>
              <a:srgbClr val="B2AAB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Quantifica il grado di </a:t>
            </a:r>
            <a:r>
              <a:rPr lang="it-IT" b="1" dirty="0"/>
              <a:t>somiglianza</a:t>
            </a:r>
            <a:r>
              <a:rPr lang="it-IT" dirty="0"/>
              <a:t> tra le opinioni espresse dal modello e la reale distribuzione delle risposte della popolazione, tenendo conto della natura ordinale delle risposte.</a:t>
            </a:r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0C387217-8872-E4D0-A4CE-5A23F348BC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7357" y="1176571"/>
            <a:ext cx="1146443" cy="114262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939D2314-BCDB-28D6-E695-148043FE7410}"/>
              </a:ext>
            </a:extLst>
          </p:cNvPr>
          <p:cNvSpPr txBox="1"/>
          <p:nvPr/>
        </p:nvSpPr>
        <p:spPr>
          <a:xfrm>
            <a:off x="3281589" y="2794356"/>
            <a:ext cx="8072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Per rendere la metrica </a:t>
            </a:r>
            <a:r>
              <a:rPr lang="it-IT" i="1" dirty="0"/>
              <a:t>confrontabile</a:t>
            </a:r>
            <a:r>
              <a:rPr lang="it-IT" dirty="0"/>
              <a:t>, la distanza viene </a:t>
            </a:r>
            <a:r>
              <a:rPr lang="it-IT" b="1" dirty="0"/>
              <a:t>normalizzata</a:t>
            </a:r>
            <a:r>
              <a:rPr lang="it-IT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A877E20-BAC0-7EFC-A19F-AC063E28FFEA}"/>
                  </a:ext>
                </a:extLst>
              </p:cNvPr>
              <p:cNvSpPr txBox="1"/>
              <p:nvPr/>
            </p:nvSpPr>
            <p:spPr>
              <a:xfrm>
                <a:off x="5050952" y="3599247"/>
                <a:ext cx="4533485" cy="840459"/>
              </a:xfrm>
              <a:prstGeom prst="rect">
                <a:avLst/>
              </a:prstGeom>
              <a:noFill/>
              <a:ln w="57150">
                <a:solidFill>
                  <a:srgbClr val="B2AAB3"/>
                </a:solidFill>
              </a:ln>
            </p:spPr>
            <p:txBody>
              <a:bodyPr wrap="square" tIns="108000" bIns="108000" anchor="ctr">
                <a:spAutoFit/>
              </a:bodyPr>
              <a:lstStyle>
                <a:defPPr>
                  <a:defRPr lang="it-IT"/>
                </a:defPPr>
                <a:lvl1pPr algn="just">
                  <a:buNone/>
                  <a:defRPr i="1">
                    <a:effectLst/>
                    <a:latin typeface="Cambria Math" panose="02040503050406030204" pitchFamily="18" charset="0"/>
                    <a:ea typeface="Book Antiqua" panose="0204060205030503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 dirty="0" smtClean="0">
                          <a:latin typeface="Cambria Math" panose="02040503050406030204" pitchFamily="18" charset="0"/>
                        </a:rPr>
                        <m:t>𝑚𝑎</m:t>
                      </m:r>
                      <m:func>
                        <m:func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fName>
                        <m:e>
                          <m:d>
                            <m:dPr>
                              <m:ctrlP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dirty="0" smtClean="0">
                                  <a:latin typeface="Cambria Math" panose="02040503050406030204" pitchFamily="18" charset="0"/>
                                </a:rPr>
                                <m:t>0,1−</m:t>
                              </m:r>
                              <m:f>
                                <m:fPr>
                                  <m:ctrlP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𝑊𝐷</m:t>
                                  </m:r>
                                  <m:d>
                                    <m:dPr>
                                      <m:ctrlP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it-IT" i="1" dirty="0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sSub>
                                    <m:sSubPr>
                                      <m:ctrlP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it-IT" i="1" dirty="0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BA877E20-BAC0-7EFC-A19F-AC063E28F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52" y="3599247"/>
                <a:ext cx="4533485" cy="8404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B2AAB3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3B98776-9307-EE8C-328A-D3BB70F08667}"/>
                  </a:ext>
                </a:extLst>
              </p:cNvPr>
              <p:cNvSpPr txBox="1"/>
              <p:nvPr/>
            </p:nvSpPr>
            <p:spPr>
              <a:xfrm>
                <a:off x="3281589" y="4875266"/>
                <a:ext cx="429777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b="1" u="none" strike="noStrike" baseline="0" dirty="0"/>
                  <a:t>Legenda: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𝑊</m:t>
                    </m:r>
                    <m:sSub>
                      <m:sSubPr>
                        <m:ctrlPr>
                          <a:rPr lang="it-IT" sz="16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u="none" strike="noStrike" baseline="0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it-IT" sz="1600" b="0" i="1" u="none" strike="noStrike" baseline="0" dirty="0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tutta la probabilità spostata agli estremi opposti della scala.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3B98776-9307-EE8C-328A-D3BB70F08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4875266"/>
                <a:ext cx="4297771" cy="830997"/>
              </a:xfrm>
              <a:prstGeom prst="rect">
                <a:avLst/>
              </a:prstGeom>
              <a:blipFill>
                <a:blip r:embed="rId9"/>
                <a:stretch>
                  <a:fillRect l="-709" t="-2941" b="-80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9038F93-6043-D2DD-B242-0C9E6F9F3635}"/>
              </a:ext>
            </a:extLst>
          </p:cNvPr>
          <p:cNvSpPr txBox="1"/>
          <p:nvPr/>
        </p:nvSpPr>
        <p:spPr>
          <a:xfrm>
            <a:off x="8153400" y="4875266"/>
            <a:ext cx="3200400" cy="923330"/>
          </a:xfrm>
          <a:prstGeom prst="rect">
            <a:avLst/>
          </a:prstGeom>
          <a:solidFill>
            <a:srgbClr val="B2AAB3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dirty="0">
                <a:solidFill>
                  <a:schemeClr val="tx1"/>
                </a:solidFill>
              </a:rPr>
              <a:t>Se i valori sono vicini: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</a:rPr>
              <a:t>0 → disallineamento;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>
                <a:solidFill>
                  <a:schemeClr val="tx1"/>
                </a:solidFill>
              </a:rPr>
              <a:t>1 → allineamento.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0B268AB-25B2-B362-3E4D-52C8F2F441C4}"/>
              </a:ext>
            </a:extLst>
          </p:cNvPr>
          <p:cNvSpPr txBox="1"/>
          <p:nvPr/>
        </p:nvSpPr>
        <p:spPr>
          <a:xfrm>
            <a:off x="5735320" y="27889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82990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B5901-14BA-818D-6AE1-2DC77B3E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9441C232-7068-C59B-BC08-266F3226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C63A5-0C70-FFCD-9E23-8C8D525FF4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F62F4E-2647-EC52-6271-CB3EB2A44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22</a:t>
            </a:fld>
            <a:endParaRPr lang="en-US" b="1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A01AB2DF-72B7-927C-8DB7-5B2AFE43F393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0FFEB3F-8A07-131B-3C9F-8B0BA654B566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790713"/>
              </a:xfrm>
              <a:prstGeom prst="roundRect">
                <a:avLst/>
              </a:prstGeom>
              <a:noFill/>
              <a:ln w="57150">
                <a:solidFill>
                  <a:srgbClr val="B2AAB3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𝑚𝑎</m:t>
                      </m:r>
                      <m:func>
                        <m:func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fName>
                        <m:e>
                          <m:d>
                            <m:d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0,1−</m:t>
                              </m:r>
                              <m:f>
                                <m:f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𝑊𝐷</m:t>
                                  </m:r>
                                  <m:d>
                                    <m:d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sSub>
                                    <m:sSubPr>
                                      <m:ctrlP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i="1" dirty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F0FFEB3F-8A07-131B-3C9F-8B0BA654B5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79071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B2AAB3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0774FD9E-983F-0EE4-44B5-BBC5215B63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07357" y="1176571"/>
            <a:ext cx="1146443" cy="114262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6EDBD41-42EC-AF17-B1F6-25A1C7BC8405}"/>
              </a:ext>
            </a:extLst>
          </p:cNvPr>
          <p:cNvSpPr txBox="1"/>
          <p:nvPr/>
        </p:nvSpPr>
        <p:spPr>
          <a:xfrm>
            <a:off x="5735320" y="27889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43FFE68B-7673-47BB-C8DD-7E69A261D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89" y="2735211"/>
            <a:ext cx="8072211" cy="2938647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D92DFD1-1282-0A55-C37E-FD07C38C4B0C}"/>
              </a:ext>
            </a:extLst>
          </p:cNvPr>
          <p:cNvCxnSpPr>
            <a:cxnSpLocks/>
          </p:cNvCxnSpPr>
          <p:nvPr/>
        </p:nvCxnSpPr>
        <p:spPr>
          <a:xfrm flipV="1">
            <a:off x="5577840" y="3596640"/>
            <a:ext cx="2522220" cy="607894"/>
          </a:xfrm>
          <a:prstGeom prst="straightConnector1">
            <a:avLst/>
          </a:prstGeom>
          <a:ln w="76200" cap="flat" cmpd="sng" algn="ctr">
            <a:solidFill>
              <a:srgbClr val="B2AAB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D2EF9CE-9A69-A126-B55D-CE2EAC3AFA7D}"/>
              </a:ext>
            </a:extLst>
          </p:cNvPr>
          <p:cNvCxnSpPr>
            <a:cxnSpLocks/>
          </p:cNvCxnSpPr>
          <p:nvPr/>
        </p:nvCxnSpPr>
        <p:spPr>
          <a:xfrm>
            <a:off x="8360656" y="3596640"/>
            <a:ext cx="2314964" cy="480060"/>
          </a:xfrm>
          <a:prstGeom prst="straightConnector1">
            <a:avLst/>
          </a:prstGeom>
          <a:ln w="76200" cap="flat" cmpd="sng" algn="ctr">
            <a:solidFill>
              <a:srgbClr val="B2AAB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962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FA79-FF6B-0CB9-4806-86C57ABD6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DBA3EA0-07D1-01FE-451F-DD0E1DA98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07356" y="1176570"/>
            <a:ext cx="1146444" cy="1149517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5990FA8A-9362-A187-99A0-57E3461CF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FD8F49B-9406-9F27-2F0F-D8A96A3CC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66C381-D2C8-B694-22B2-0396984F1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40390E0B-8F27-76E8-1AE4-EF36C61BA6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68107"/>
              </p:ext>
            </p:extLst>
          </p:nvPr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6CCAC8-0C4E-6BAC-A113-8ABD9F08588B}"/>
              </a:ext>
            </a:extLst>
          </p:cNvPr>
          <p:cNvSpPr txBox="1"/>
          <p:nvPr/>
        </p:nvSpPr>
        <p:spPr>
          <a:xfrm>
            <a:off x="3281589" y="1262006"/>
            <a:ext cx="6681185" cy="1021556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Indica quale </a:t>
            </a:r>
            <a:r>
              <a:rPr lang="it-IT" b="1" dirty="0"/>
              <a:t>gruppo politico </a:t>
            </a:r>
            <a:r>
              <a:rPr lang="it-IT" dirty="0"/>
              <a:t>è quello statisticamente più vicino alle risposte generate dal modello, per determinare un eventuale bias ideologico. 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C8C590-F999-474C-DE5E-AD1D88E2A35C}"/>
              </a:ext>
            </a:extLst>
          </p:cNvPr>
          <p:cNvSpPr txBox="1"/>
          <p:nvPr/>
        </p:nvSpPr>
        <p:spPr>
          <a:xfrm>
            <a:off x="3281589" y="2794356"/>
            <a:ext cx="8072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0" i="0" u="none" strike="noStrike" baseline="0" dirty="0"/>
              <a:t>Si utilizza la</a:t>
            </a:r>
            <a:r>
              <a:rPr lang="it-IT" dirty="0"/>
              <a:t> </a:t>
            </a:r>
            <a:r>
              <a:rPr lang="it-IT" b="1" dirty="0"/>
              <a:t>Distanza di Wasserstein (WD)</a:t>
            </a:r>
            <a:r>
              <a:rPr lang="it-IT" sz="1800" b="1" i="0" u="none" strike="noStrike" baseline="0" dirty="0"/>
              <a:t> </a:t>
            </a:r>
            <a:r>
              <a:rPr lang="it-IT" sz="1800" i="0" u="none" strike="noStrike" baseline="0" dirty="0"/>
              <a:t>sui </a:t>
            </a:r>
            <a:r>
              <a:rPr lang="it-IT" sz="1800" i="0" u="none" strike="noStrike" baseline="0" dirty="0" err="1"/>
              <a:t>logit</a:t>
            </a:r>
            <a:r>
              <a:rPr lang="it-IT" sz="1800" i="0" u="none" strike="noStrike" baseline="0" dirty="0"/>
              <a:t>: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6398D0B-BC03-476C-AC2E-FF86BB7BF19A}"/>
                  </a:ext>
                </a:extLst>
              </p:cNvPr>
              <p:cNvSpPr txBox="1"/>
              <p:nvPr/>
            </p:nvSpPr>
            <p:spPr>
              <a:xfrm>
                <a:off x="5050952" y="3727712"/>
                <a:ext cx="4533485" cy="583530"/>
              </a:xfrm>
              <a:prstGeom prst="rect">
                <a:avLst/>
              </a:prstGeom>
              <a:noFill/>
              <a:ln w="57150">
                <a:solidFill>
                  <a:srgbClr val="928895"/>
                </a:solidFill>
              </a:ln>
            </p:spPr>
            <p:txBody>
              <a:bodyPr wrap="square" tIns="108000" bIns="108000" anchor="ctr">
                <a:spAutoFit/>
              </a:bodyPr>
              <a:lstStyle>
                <a:defPPr>
                  <a:defRPr lang="it-IT"/>
                </a:defPPr>
                <a:lvl1pPr algn="just">
                  <a:buNone/>
                  <a:defRPr i="1">
                    <a:effectLst/>
                    <a:latin typeface="Cambria Math" panose="02040503050406030204" pitchFamily="18" charset="0"/>
                    <a:ea typeface="Book Antiqua" panose="02040602050305030304" pitchFamily="18" charset="0"/>
                    <a:cs typeface="Times New Roman" panose="02020603050405020304" pitchFamily="18" charset="0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𝐴𝑓𝑓𝑖𝑛𝑖𝑡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à=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𝑎𝑟𝑔</m:t>
                      </m:r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it-IT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𝑊𝐷</m:t>
                          </m:r>
                          <m:d>
                            <m:d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D6398D0B-BC03-476C-AC2E-FF86BB7B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0952" y="3727712"/>
                <a:ext cx="4533485" cy="5835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928895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EEA0E60-75C1-A528-990A-69FBFE003CAA}"/>
                  </a:ext>
                </a:extLst>
              </p:cNvPr>
              <p:cNvSpPr txBox="1"/>
              <p:nvPr/>
            </p:nvSpPr>
            <p:spPr>
              <a:xfrm>
                <a:off x="3281589" y="4967599"/>
                <a:ext cx="4297771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600" b="1" u="none" strike="noStrike" baseline="0" dirty="0"/>
                  <a:t>Legenda:</a:t>
                </a:r>
              </a:p>
              <a:p>
                <a14:m>
                  <m:oMath xmlns:m="http://schemas.openxmlformats.org/officeDocument/2006/math"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it-IT" sz="1600" b="0" i="1" u="none" strike="noStrike" baseline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b="0" i="0" u="none" strike="noStrike" baseline="0" dirty="0"/>
                  <a:t> distribuzione di probabilità del modello;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it-IT" sz="1600" b="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it-IT" sz="16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600" dirty="0"/>
                  <a:t> distribuzione di probabilità di riferimento per ogni gruppo politico.</a:t>
                </a: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7EEA0E60-75C1-A528-990A-69FBFE003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4967599"/>
                <a:ext cx="4297771" cy="1077218"/>
              </a:xfrm>
              <a:prstGeom prst="rect">
                <a:avLst/>
              </a:prstGeom>
              <a:blipFill>
                <a:blip r:embed="rId9"/>
                <a:stretch>
                  <a:fillRect l="-709" t="-2260" r="-284" b="-56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142F9B2-671D-BD70-EEEC-D075CD161BBE}"/>
              </a:ext>
            </a:extLst>
          </p:cNvPr>
          <p:cNvSpPr txBox="1"/>
          <p:nvPr/>
        </p:nvSpPr>
        <p:spPr>
          <a:xfrm>
            <a:off x="8153400" y="4875266"/>
            <a:ext cx="3200400" cy="1200329"/>
          </a:xfrm>
          <a:prstGeom prst="rect">
            <a:avLst/>
          </a:prstGeom>
          <a:solidFill>
            <a:srgbClr val="928895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Se due o più gruppi risultano ugualmente affini vengono classificati come «Tie» → esclusi.</a:t>
            </a:r>
          </a:p>
        </p:txBody>
      </p:sp>
    </p:spTree>
    <p:extLst>
      <p:ext uri="{BB962C8B-B14F-4D97-AF65-F5344CB8AC3E}">
        <p14:creationId xmlns:p14="http://schemas.microsoft.com/office/powerpoint/2010/main" val="2516439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0E282-FEA1-5270-20A7-B4CCFB73E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ED5C6E75-494F-8314-B437-63770988F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07356" y="1176570"/>
            <a:ext cx="1146444" cy="1149517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B7A11DAF-56B9-0B22-BF0F-9945190E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4F150DE-18C6-246B-7B65-DE9B24AC8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52F583D-DE02-4669-E8FA-89ADF46D7F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24</a:t>
            </a:fld>
            <a:endParaRPr lang="en-US" b="1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DC8B0819-1EBC-3957-504C-90DA6ED3798E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82A0905-7779-BE0A-FFFD-18A9E2698989}"/>
                  </a:ext>
                </a:extLst>
              </p:cNvPr>
              <p:cNvSpPr txBox="1"/>
              <p:nvPr/>
            </p:nvSpPr>
            <p:spPr>
              <a:xfrm>
                <a:off x="3281589" y="1262006"/>
                <a:ext cx="6681185" cy="503472"/>
              </a:xfrm>
              <a:prstGeom prst="roundRect">
                <a:avLst/>
              </a:prstGeom>
              <a:noFill/>
              <a:ln w="57150">
                <a:solidFill>
                  <a:srgbClr val="928895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dirty="0">
                          <a:latin typeface="Cambria Math" panose="02040503050406030204" pitchFamily="18" charset="0"/>
                        </a:rPr>
                        <m:t>𝐴𝑓𝑓𝑖𝑛𝑖𝑡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à=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𝑎𝑟𝑔</m:t>
                      </m:r>
                      <m:r>
                        <a:rPr lang="it-IT" i="1" dirty="0"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ar-AE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ar-AE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ar-AE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e>
                            <m:lim>
                              <m:r>
                                <a:rPr lang="ar-AE" i="1" dirty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lim>
                          </m:limLow>
                        </m:fName>
                        <m:e>
                          <m:r>
                            <a:rPr lang="ar-AE" i="1" dirty="0">
                              <a:latin typeface="Cambria Math" panose="02040503050406030204" pitchFamily="18" charset="0"/>
                            </a:rPr>
                            <m:t>𝑊𝐷</m:t>
                          </m:r>
                          <m:d>
                            <m:dPr>
                              <m:ctrlPr>
                                <a:rPr lang="ar-AE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ar-A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ar-AE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i="1" dirty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ar-AE" i="1" dirty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282A0905-7779-BE0A-FFFD-18A9E2698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1589" y="1262006"/>
                <a:ext cx="6681185" cy="50347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57150">
                <a:solidFill>
                  <a:srgbClr val="928895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15FE73A0-A21B-62E6-F696-AEE3BDE92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32349"/>
              </p:ext>
            </p:extLst>
          </p:nvPr>
        </p:nvGraphicFramePr>
        <p:xfrm>
          <a:off x="3281589" y="2733597"/>
          <a:ext cx="8072211" cy="243840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828891">
                  <a:extLst>
                    <a:ext uri="{9D8B030D-6E8A-4147-A177-3AD203B41FA5}">
                      <a16:colId xmlns:a16="http://schemas.microsoft.com/office/drawing/2014/main" val="3887801797"/>
                    </a:ext>
                  </a:extLst>
                </a:gridCol>
                <a:gridCol w="1248664">
                  <a:extLst>
                    <a:ext uri="{9D8B030D-6E8A-4147-A177-3AD203B41FA5}">
                      <a16:colId xmlns:a16="http://schemas.microsoft.com/office/drawing/2014/main" val="1961938908"/>
                    </a:ext>
                  </a:extLst>
                </a:gridCol>
                <a:gridCol w="1248664">
                  <a:extLst>
                    <a:ext uri="{9D8B030D-6E8A-4147-A177-3AD203B41FA5}">
                      <a16:colId xmlns:a16="http://schemas.microsoft.com/office/drawing/2014/main" val="2938801814"/>
                    </a:ext>
                  </a:extLst>
                </a:gridCol>
                <a:gridCol w="1248664">
                  <a:extLst>
                    <a:ext uri="{9D8B030D-6E8A-4147-A177-3AD203B41FA5}">
                      <a16:colId xmlns:a16="http://schemas.microsoft.com/office/drawing/2014/main" val="4292097598"/>
                    </a:ext>
                  </a:extLst>
                </a:gridCol>
                <a:gridCol w="1248664">
                  <a:extLst>
                    <a:ext uri="{9D8B030D-6E8A-4147-A177-3AD203B41FA5}">
                      <a16:colId xmlns:a16="http://schemas.microsoft.com/office/drawing/2014/main" val="3129965139"/>
                    </a:ext>
                  </a:extLst>
                </a:gridCol>
                <a:gridCol w="1248664">
                  <a:extLst>
                    <a:ext uri="{9D8B030D-6E8A-4147-A177-3AD203B41FA5}">
                      <a16:colId xmlns:a16="http://schemas.microsoft.com/office/drawing/2014/main" val="3509304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Gruppo politico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160M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1B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1.4B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2.8B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6.9B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1728536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Affinità politica (%)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92889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232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Democratici (D)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25.4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20.4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17.3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17.1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17.3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3932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Liberali (L)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25.0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14.3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13.8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9237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Repubblicani (R)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25.6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19.5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21.5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18.8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19101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Conservatori (C)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8.1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14.2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16.4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14.9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16.6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8335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Moderati (M)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8.7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16.3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17.3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16.7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16.8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63340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Indipendenti (I)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7.2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15.8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16.4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16.0</a:t>
                      </a:r>
                      <a:endParaRPr lang="it-IT" sz="1600" kern="10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15.7</a:t>
                      </a:r>
                      <a:endParaRPr lang="it-IT" sz="16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742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D+L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50.4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34.7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30.4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30.8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32.2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09529"/>
                  </a:ext>
                </a:extLst>
              </a:tr>
              <a:tr h="3175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R+C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33.7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33.2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35.9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36.5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D9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 i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35.4</a:t>
                      </a:r>
                      <a:endParaRPr lang="it-IT" sz="1600" i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Book Antiqua" panose="0204060205030503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9D9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697833"/>
                  </a:ext>
                </a:extLst>
              </a:tr>
            </a:tbl>
          </a:graphicData>
        </a:graphic>
      </p:graphicFrame>
      <p:sp>
        <p:nvSpPr>
          <p:cNvPr id="14" name="Rettangolo 13">
            <a:extLst>
              <a:ext uri="{FF2B5EF4-FFF2-40B4-BE49-F238E27FC236}">
                <a16:creationId xmlns:a16="http://schemas.microsoft.com/office/drawing/2014/main" id="{FE5AABFA-7E17-2903-CA4E-3FD61673C0E3}"/>
              </a:ext>
            </a:extLst>
          </p:cNvPr>
          <p:cNvSpPr/>
          <p:nvPr/>
        </p:nvSpPr>
        <p:spPr>
          <a:xfrm>
            <a:off x="5449824" y="4710176"/>
            <a:ext cx="1828800" cy="197739"/>
          </a:xfrm>
          <a:prstGeom prst="rect">
            <a:avLst/>
          </a:prstGeom>
          <a:noFill/>
          <a:ln w="38100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E34DAC6C-7957-2E1B-ADD5-9C629E056436}"/>
              </a:ext>
            </a:extLst>
          </p:cNvPr>
          <p:cNvSpPr/>
          <p:nvPr/>
        </p:nvSpPr>
        <p:spPr>
          <a:xfrm>
            <a:off x="7987284" y="4952835"/>
            <a:ext cx="2998216" cy="197739"/>
          </a:xfrm>
          <a:prstGeom prst="rect">
            <a:avLst/>
          </a:prstGeom>
          <a:noFill/>
          <a:ln w="38100"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6F34E415-4D9D-735E-05D6-3D955ACDE45D}"/>
              </a:ext>
            </a:extLst>
          </p:cNvPr>
          <p:cNvGrpSpPr/>
          <p:nvPr/>
        </p:nvGrpSpPr>
        <p:grpSpPr>
          <a:xfrm>
            <a:off x="7336272" y="4710176"/>
            <a:ext cx="593363" cy="463258"/>
            <a:chOff x="7337658" y="4745190"/>
            <a:chExt cx="770029" cy="628649"/>
          </a:xfrm>
        </p:grpSpPr>
        <p:sp>
          <p:nvSpPr>
            <p:cNvPr id="19" name="Figura a mano libera: forma 18">
              <a:extLst>
                <a:ext uri="{FF2B5EF4-FFF2-40B4-BE49-F238E27FC236}">
                  <a16:creationId xmlns:a16="http://schemas.microsoft.com/office/drawing/2014/main" id="{E32FF926-BCC0-C186-D44A-CAD469CC6413}"/>
                </a:ext>
              </a:extLst>
            </p:cNvPr>
            <p:cNvSpPr/>
            <p:nvPr/>
          </p:nvSpPr>
          <p:spPr>
            <a:xfrm>
              <a:off x="7337658" y="4811864"/>
              <a:ext cx="285349" cy="224667"/>
            </a:xfrm>
            <a:custGeom>
              <a:avLst/>
              <a:gdLst>
                <a:gd name="csX0" fmla="*/ 133398 w 285349"/>
                <a:gd name="csY0" fmla="*/ 151496 h 224667"/>
                <a:gd name="csX1" fmla="*/ 207245 w 285349"/>
                <a:gd name="csY1" fmla="*/ 224667 h 224667"/>
                <a:gd name="csX2" fmla="*/ 285350 w 285349"/>
                <a:gd name="csY2" fmla="*/ 141152 h 224667"/>
                <a:gd name="csX3" fmla="*/ 214046 w 285349"/>
                <a:gd name="csY3" fmla="*/ 70486 h 224667"/>
                <a:gd name="csX4" fmla="*/ 43863 w 285349"/>
                <a:gd name="csY4" fmla="*/ 1 h 224667"/>
                <a:gd name="csX5" fmla="*/ 0 w 285349"/>
                <a:gd name="csY5" fmla="*/ 1 h 224667"/>
                <a:gd name="csX6" fmla="*/ 0 w 285349"/>
                <a:gd name="csY6" fmla="*/ 114301 h 224667"/>
                <a:gd name="csX7" fmla="*/ 43863 w 285349"/>
                <a:gd name="csY7" fmla="*/ 114301 h 224667"/>
                <a:gd name="csX8" fmla="*/ 133398 w 285349"/>
                <a:gd name="csY8" fmla="*/ 151496 h 224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5349" h="224667">
                  <a:moveTo>
                    <a:pt x="133398" y="151496"/>
                  </a:moveTo>
                  <a:lnTo>
                    <a:pt x="207245" y="224667"/>
                  </a:lnTo>
                  <a:lnTo>
                    <a:pt x="285350" y="141152"/>
                  </a:lnTo>
                  <a:lnTo>
                    <a:pt x="214046" y="70486"/>
                  </a:lnTo>
                  <a:cubicBezTo>
                    <a:pt x="169010" y="25203"/>
                    <a:pt x="107728" y="-178"/>
                    <a:pt x="43863" y="1"/>
                  </a:cubicBezTo>
                  <a:lnTo>
                    <a:pt x="0" y="1"/>
                  </a:lnTo>
                  <a:lnTo>
                    <a:pt x="0" y="114301"/>
                  </a:lnTo>
                  <a:lnTo>
                    <a:pt x="43863" y="114301"/>
                  </a:lnTo>
                  <a:cubicBezTo>
                    <a:pt x="77481" y="114224"/>
                    <a:pt x="109730" y="127620"/>
                    <a:pt x="133398" y="151496"/>
                  </a:cubicBezTo>
                  <a:close/>
                </a:path>
              </a:pathLst>
            </a:custGeom>
            <a:solidFill>
              <a:srgbClr val="FFFFCC"/>
            </a:solidFill>
            <a:ln w="952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19D0FB39-6351-02F8-E73F-B7500FE76551}"/>
                </a:ext>
              </a:extLst>
            </p:cNvPr>
            <p:cNvSpPr/>
            <p:nvPr/>
          </p:nvSpPr>
          <p:spPr>
            <a:xfrm>
              <a:off x="7337658" y="4745190"/>
              <a:ext cx="770029" cy="577634"/>
            </a:xfrm>
            <a:custGeom>
              <a:avLst/>
              <a:gdLst>
                <a:gd name="csX0" fmla="*/ 567928 w 770029"/>
                <a:gd name="csY0" fmla="*/ 187195 h 577634"/>
                <a:gd name="csX1" fmla="*/ 613915 w 770029"/>
                <a:gd name="csY1" fmla="*/ 187195 h 577634"/>
                <a:gd name="csX2" fmla="*/ 613915 w 770029"/>
                <a:gd name="csY2" fmla="*/ 266700 h 577634"/>
                <a:gd name="csX3" fmla="*/ 770030 w 770029"/>
                <a:gd name="csY3" fmla="*/ 133350 h 577634"/>
                <a:gd name="csX4" fmla="*/ 613915 w 770029"/>
                <a:gd name="csY4" fmla="*/ 0 h 577634"/>
                <a:gd name="csX5" fmla="*/ 613915 w 770029"/>
                <a:gd name="csY5" fmla="*/ 72895 h 577634"/>
                <a:gd name="csX6" fmla="*/ 567928 w 770029"/>
                <a:gd name="csY6" fmla="*/ 72895 h 577634"/>
                <a:gd name="csX7" fmla="*/ 397745 w 770029"/>
                <a:gd name="csY7" fmla="*/ 143380 h 577634"/>
                <a:gd name="csX8" fmla="*/ 132598 w 770029"/>
                <a:gd name="csY8" fmla="*/ 426930 h 577634"/>
                <a:gd name="csX9" fmla="*/ 43863 w 770029"/>
                <a:gd name="csY9" fmla="*/ 463334 h 577634"/>
                <a:gd name="csX10" fmla="*/ 0 w 770029"/>
                <a:gd name="csY10" fmla="*/ 463334 h 577634"/>
                <a:gd name="csX11" fmla="*/ 0 w 770029"/>
                <a:gd name="csY11" fmla="*/ 577634 h 577634"/>
                <a:gd name="csX12" fmla="*/ 43863 w 770029"/>
                <a:gd name="csY12" fmla="*/ 577634 h 577634"/>
                <a:gd name="csX13" fmla="*/ 214036 w 770029"/>
                <a:gd name="csY13" fmla="*/ 507149 h 577634"/>
                <a:gd name="csX14" fmla="*/ 479184 w 770029"/>
                <a:gd name="csY14" fmla="*/ 223599 h 577634"/>
                <a:gd name="csX15" fmla="*/ 567928 w 770029"/>
                <a:gd name="csY15" fmla="*/ 187195 h 577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70029" h="577634">
                  <a:moveTo>
                    <a:pt x="567928" y="187195"/>
                  </a:moveTo>
                  <a:lnTo>
                    <a:pt x="613915" y="187195"/>
                  </a:lnTo>
                  <a:lnTo>
                    <a:pt x="613915" y="266700"/>
                  </a:lnTo>
                  <a:lnTo>
                    <a:pt x="770030" y="133350"/>
                  </a:lnTo>
                  <a:lnTo>
                    <a:pt x="613915" y="0"/>
                  </a:lnTo>
                  <a:lnTo>
                    <a:pt x="613915" y="72895"/>
                  </a:lnTo>
                  <a:lnTo>
                    <a:pt x="567928" y="72895"/>
                  </a:lnTo>
                  <a:cubicBezTo>
                    <a:pt x="504063" y="72716"/>
                    <a:pt x="442781" y="98097"/>
                    <a:pt x="397745" y="143380"/>
                  </a:cubicBezTo>
                  <a:lnTo>
                    <a:pt x="132598" y="426930"/>
                  </a:lnTo>
                  <a:cubicBezTo>
                    <a:pt x="109002" y="450329"/>
                    <a:pt x="77092" y="463420"/>
                    <a:pt x="43863" y="463334"/>
                  </a:cubicBezTo>
                  <a:lnTo>
                    <a:pt x="0" y="463334"/>
                  </a:lnTo>
                  <a:lnTo>
                    <a:pt x="0" y="577634"/>
                  </a:lnTo>
                  <a:lnTo>
                    <a:pt x="43863" y="577634"/>
                  </a:lnTo>
                  <a:cubicBezTo>
                    <a:pt x="107725" y="577810"/>
                    <a:pt x="169002" y="552429"/>
                    <a:pt x="214036" y="507149"/>
                  </a:cubicBezTo>
                  <a:lnTo>
                    <a:pt x="479184" y="223599"/>
                  </a:lnTo>
                  <a:cubicBezTo>
                    <a:pt x="502779" y="200194"/>
                    <a:pt x="534694" y="187101"/>
                    <a:pt x="567928" y="187195"/>
                  </a:cubicBezTo>
                  <a:close/>
                </a:path>
              </a:pathLst>
            </a:custGeom>
            <a:solidFill>
              <a:srgbClr val="FFFFCC"/>
            </a:solidFill>
            <a:ln w="952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igura a mano libera: forma 20">
              <a:extLst>
                <a:ext uri="{FF2B5EF4-FFF2-40B4-BE49-F238E27FC236}">
                  <a16:creationId xmlns:a16="http://schemas.microsoft.com/office/drawing/2014/main" id="{986BE52E-F9F0-13FC-EE57-31031B0CD723}"/>
                </a:ext>
              </a:extLst>
            </p:cNvPr>
            <p:cNvSpPr/>
            <p:nvPr/>
          </p:nvSpPr>
          <p:spPr>
            <a:xfrm>
              <a:off x="7680244" y="5087147"/>
              <a:ext cx="427443" cy="286692"/>
            </a:xfrm>
            <a:custGeom>
              <a:avLst/>
              <a:gdLst>
                <a:gd name="csX0" fmla="*/ 271329 w 427443"/>
                <a:gd name="csY0" fmla="*/ 94355 h 286692"/>
                <a:gd name="csX1" fmla="*/ 225342 w 427443"/>
                <a:gd name="csY1" fmla="*/ 94355 h 286692"/>
                <a:gd name="csX2" fmla="*/ 135807 w 427443"/>
                <a:gd name="csY2" fmla="*/ 57150 h 286692"/>
                <a:gd name="csX3" fmla="*/ 78105 w 427443"/>
                <a:gd name="csY3" fmla="*/ 0 h 286692"/>
                <a:gd name="csX4" fmla="*/ 0 w 427443"/>
                <a:gd name="csY4" fmla="*/ 83515 h 286692"/>
                <a:gd name="csX5" fmla="*/ 55169 w 427443"/>
                <a:gd name="csY5" fmla="*/ 138189 h 286692"/>
                <a:gd name="csX6" fmla="*/ 225352 w 427443"/>
                <a:gd name="csY6" fmla="*/ 208674 h 286692"/>
                <a:gd name="csX7" fmla="*/ 271329 w 427443"/>
                <a:gd name="csY7" fmla="*/ 208674 h 286692"/>
                <a:gd name="csX8" fmla="*/ 271329 w 427443"/>
                <a:gd name="csY8" fmla="*/ 286693 h 286692"/>
                <a:gd name="csX9" fmla="*/ 427444 w 427443"/>
                <a:gd name="csY9" fmla="*/ 153343 h 286692"/>
                <a:gd name="csX10" fmla="*/ 271329 w 427443"/>
                <a:gd name="csY10" fmla="*/ 19993 h 2866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427443" h="286692">
                  <a:moveTo>
                    <a:pt x="271329" y="94355"/>
                  </a:moveTo>
                  <a:lnTo>
                    <a:pt x="225342" y="94355"/>
                  </a:lnTo>
                  <a:cubicBezTo>
                    <a:pt x="191724" y="94422"/>
                    <a:pt x="159478" y="81023"/>
                    <a:pt x="135807" y="57150"/>
                  </a:cubicBezTo>
                  <a:lnTo>
                    <a:pt x="78105" y="0"/>
                  </a:lnTo>
                  <a:lnTo>
                    <a:pt x="0" y="83515"/>
                  </a:lnTo>
                  <a:lnTo>
                    <a:pt x="55169" y="138189"/>
                  </a:lnTo>
                  <a:cubicBezTo>
                    <a:pt x="100205" y="183472"/>
                    <a:pt x="161487" y="208853"/>
                    <a:pt x="225352" y="208674"/>
                  </a:cubicBezTo>
                  <a:lnTo>
                    <a:pt x="271329" y="208674"/>
                  </a:lnTo>
                  <a:lnTo>
                    <a:pt x="271329" y="286693"/>
                  </a:lnTo>
                  <a:lnTo>
                    <a:pt x="427444" y="153343"/>
                  </a:lnTo>
                  <a:lnTo>
                    <a:pt x="271329" y="19993"/>
                  </a:lnTo>
                  <a:close/>
                </a:path>
              </a:pathLst>
            </a:custGeom>
            <a:solidFill>
              <a:srgbClr val="FFFFCC"/>
            </a:solidFill>
            <a:ln w="9525" cap="flat">
              <a:solidFill>
                <a:schemeClr val="accent6">
                  <a:lumMod val="5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12E1FFA0-5266-3D75-6D66-AC1AE1397602}"/>
              </a:ext>
            </a:extLst>
          </p:cNvPr>
          <p:cNvGrpSpPr/>
          <p:nvPr/>
        </p:nvGrpSpPr>
        <p:grpSpPr>
          <a:xfrm>
            <a:off x="6541557" y="5280660"/>
            <a:ext cx="2182793" cy="666742"/>
            <a:chOff x="6541557" y="5280660"/>
            <a:chExt cx="2182793" cy="666742"/>
          </a:xfrm>
        </p:grpSpPr>
        <p:sp>
          <p:nvSpPr>
            <p:cNvPr id="23" name="CasellaDiTesto 22">
              <a:extLst>
                <a:ext uri="{FF2B5EF4-FFF2-40B4-BE49-F238E27FC236}">
                  <a16:creationId xmlns:a16="http://schemas.microsoft.com/office/drawing/2014/main" id="{27EFF09C-9C7C-2C11-D7E7-26C77B363B19}"/>
                </a:ext>
              </a:extLst>
            </p:cNvPr>
            <p:cNvSpPr txBox="1"/>
            <p:nvPr/>
          </p:nvSpPr>
          <p:spPr>
            <a:xfrm>
              <a:off x="6541557" y="5578070"/>
              <a:ext cx="2182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dirty="0"/>
                <a:t>Neutralità</a:t>
              </a:r>
            </a:p>
          </p:txBody>
        </p:sp>
        <p:cxnSp>
          <p:nvCxnSpPr>
            <p:cNvPr id="25" name="Connettore 2 24">
              <a:extLst>
                <a:ext uri="{FF2B5EF4-FFF2-40B4-BE49-F238E27FC236}">
                  <a16:creationId xmlns:a16="http://schemas.microsoft.com/office/drawing/2014/main" id="{0C143D02-2DD2-0693-F42D-722112B9F3CE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7632954" y="5280660"/>
              <a:ext cx="0" cy="297410"/>
            </a:xfrm>
            <a:prstGeom prst="straightConnector1">
              <a:avLst/>
            </a:prstGeom>
            <a:ln w="38100" cap="flat" cmpd="sng" algn="ctr">
              <a:solidFill>
                <a:srgbClr val="928895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20559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9CA27-51C6-1E4A-B84C-BE35EC6A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F66EFD96-244A-5D2E-1014-049E36CFBB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07356" y="1176570"/>
            <a:ext cx="1146444" cy="1149517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DC888B2D-7073-FB18-9CF3-4C9A1FCC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BDFD74B-1E76-FCA6-9131-C96FE037E6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6BE4F86-C71E-4BCB-A9BE-E585D5FF5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4ABAF596-42B9-6D9B-14F7-28D33154BBFC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BE00F2AB-6CED-97B4-7045-7BBD9BE1DD77}"/>
              </a:ext>
            </a:extLst>
          </p:cNvPr>
          <p:cNvSpPr txBox="1"/>
          <p:nvPr/>
        </p:nvSpPr>
        <p:spPr>
          <a:xfrm>
            <a:off x="3281589" y="1262006"/>
            <a:ext cx="6681185" cy="408623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Come interpretare la maggiore neutralità?</a:t>
            </a:r>
            <a:endParaRPr lang="ar-AE" dirty="0"/>
          </a:p>
        </p:txBody>
      </p:sp>
      <p:graphicFrame>
        <p:nvGraphicFramePr>
          <p:cNvPr id="9" name="Diagramma 8">
            <a:extLst>
              <a:ext uri="{FF2B5EF4-FFF2-40B4-BE49-F238E27FC236}">
                <a16:creationId xmlns:a16="http://schemas.microsoft.com/office/drawing/2014/main" id="{BA630F78-7B30-BFCA-57E4-E0CE4313CD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5462359"/>
              </p:ext>
            </p:extLst>
          </p:nvPr>
        </p:nvGraphicFramePr>
        <p:xfrm>
          <a:off x="3281588" y="1885863"/>
          <a:ext cx="8072212" cy="42552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17189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6A0E-392D-3812-0FF4-9671F560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0039C9D8-95E6-E874-54FC-789FAC8D6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07356" y="1176570"/>
            <a:ext cx="1146444" cy="1149517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CB876E93-BB8B-5030-B09F-9B90339DC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D4BA3E9-DAF8-01CA-B00B-8562CB0D0D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93767E-596A-F939-EF63-225753767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96A65C88-66F4-764F-8BBB-5CA41264C6B5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847AC331-0982-9698-1999-64C8A266F451}"/>
              </a:ext>
            </a:extLst>
          </p:cNvPr>
          <p:cNvSpPr txBox="1"/>
          <p:nvPr/>
        </p:nvSpPr>
        <p:spPr>
          <a:xfrm>
            <a:off x="3281589" y="1262006"/>
            <a:ext cx="6681185" cy="715089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Per visualizzare il posizionamento ideologico dei modelli, si è creata una </a:t>
            </a:r>
            <a:r>
              <a:rPr lang="it-IT" b="1" dirty="0"/>
              <a:t>«bussola politica»</a:t>
            </a:r>
            <a:r>
              <a:rPr lang="it-IT" dirty="0"/>
              <a:t>. </a:t>
            </a:r>
            <a:endParaRPr lang="ar-AE" dirty="0"/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68F54DCD-12C2-8937-4F99-FF3D68299C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1486602"/>
              </p:ext>
            </p:extLst>
          </p:nvPr>
        </p:nvGraphicFramePr>
        <p:xfrm>
          <a:off x="3281589" y="2579051"/>
          <a:ext cx="8072211" cy="1469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Diagramma 13">
                <a:extLst>
                  <a:ext uri="{FF2B5EF4-FFF2-40B4-BE49-F238E27FC236}">
                    <a16:creationId xmlns:a16="http://schemas.microsoft.com/office/drawing/2014/main" id="{25C72B9C-5451-A1A5-4FF2-9D23CEDAA8A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1048731"/>
                  </p:ext>
                </p:extLst>
              </p:nvPr>
            </p:nvGraphicFramePr>
            <p:xfrm>
              <a:off x="3281588" y="4301816"/>
              <a:ext cx="8072211" cy="180156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3" r:lo="rId14" r:qs="rId15" r:cs="rId16"/>
              </a:graphicData>
            </a:graphic>
          </p:graphicFrame>
        </mc:Choice>
        <mc:Fallback xmlns="">
          <p:graphicFrame>
            <p:nvGraphicFramePr>
              <p:cNvPr id="14" name="Diagramma 13">
                <a:extLst>
                  <a:ext uri="{FF2B5EF4-FFF2-40B4-BE49-F238E27FC236}">
                    <a16:creationId xmlns:a16="http://schemas.microsoft.com/office/drawing/2014/main" id="{25C72B9C-5451-A1A5-4FF2-9D23CEDAA8A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1048731"/>
                  </p:ext>
                </p:extLst>
              </p:nvPr>
            </p:nvGraphicFramePr>
            <p:xfrm>
              <a:off x="3281588" y="4301816"/>
              <a:ext cx="8072211" cy="1801569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8" r:lo="rId19" r:qs="rId20" r:cs="rId2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27532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53051-9148-C654-4FBF-71818D158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86E5DECE-941D-DFA8-BD67-3BDFFF6556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H="1">
            <a:off x="10207356" y="1176570"/>
            <a:ext cx="1146444" cy="1149517"/>
          </a:xfrm>
          <a:prstGeom prst="rect">
            <a:avLst/>
          </a:prstGeom>
        </p:spPr>
      </p:pic>
      <p:sp>
        <p:nvSpPr>
          <p:cNvPr id="5" name="Titolo 4">
            <a:extLst>
              <a:ext uri="{FF2B5EF4-FFF2-40B4-BE49-F238E27FC236}">
                <a16:creationId xmlns:a16="http://schemas.microsoft.com/office/drawing/2014/main" id="{D2F374E0-A8CF-1291-B10B-5EA04D5E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Metriche calcolate e analisi dei risultati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A9515D-F3DB-482D-B451-31D29A872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48AA57-1316-B94C-7E2D-2EB53C9F0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b="1" smtClean="0"/>
              <a:pPr/>
              <a:t>27</a:t>
            </a:fld>
            <a:endParaRPr lang="en-US" b="1" dirty="0"/>
          </a:p>
        </p:txBody>
      </p:sp>
      <p:graphicFrame>
        <p:nvGraphicFramePr>
          <p:cNvPr id="2" name="Diagramma 1">
            <a:extLst>
              <a:ext uri="{FF2B5EF4-FFF2-40B4-BE49-F238E27FC236}">
                <a16:creationId xmlns:a16="http://schemas.microsoft.com/office/drawing/2014/main" id="{DBB0336F-8F14-50F0-B2DE-2AE510BB3F84}"/>
              </a:ext>
            </a:extLst>
          </p:cNvPr>
          <p:cNvGraphicFramePr/>
          <p:nvPr/>
        </p:nvGraphicFramePr>
        <p:xfrm>
          <a:off x="838200" y="1176571"/>
          <a:ext cx="2182793" cy="5007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415A80B0-B069-3613-9EE4-E9CE2FAE82DB}"/>
              </a:ext>
            </a:extLst>
          </p:cNvPr>
          <p:cNvSpPr txBox="1"/>
          <p:nvPr/>
        </p:nvSpPr>
        <p:spPr>
          <a:xfrm>
            <a:off x="3281589" y="1262006"/>
            <a:ext cx="6681185" cy="715089"/>
          </a:xfrm>
          <a:prstGeom prst="roundRect">
            <a:avLst/>
          </a:prstGeom>
          <a:noFill/>
          <a:ln w="57150">
            <a:solidFill>
              <a:srgbClr val="928895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it-IT" dirty="0"/>
              <a:t>Si visualizza la </a:t>
            </a:r>
            <a:r>
              <a:rPr lang="it-IT" b="1" dirty="0"/>
              <a:t>vicinanza statistica</a:t>
            </a:r>
            <a:r>
              <a:rPr lang="it-IT" dirty="0"/>
              <a:t> a un estremo di riferimento umano.</a:t>
            </a:r>
            <a:endParaRPr lang="ar-AE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AF8A798-58FF-D7DE-B1D1-651829B9A7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589" y="2108851"/>
            <a:ext cx="5189207" cy="4115744"/>
          </a:xfrm>
          <a:prstGeom prst="rect">
            <a:avLst/>
          </a:prstGeom>
        </p:spPr>
      </p:pic>
      <p:graphicFrame>
        <p:nvGraphicFramePr>
          <p:cNvPr id="13" name="Diagramma 12">
            <a:extLst>
              <a:ext uri="{FF2B5EF4-FFF2-40B4-BE49-F238E27FC236}">
                <a16:creationId xmlns:a16="http://schemas.microsoft.com/office/drawing/2014/main" id="{7D8F92CF-EBA5-D4EE-C866-B2D33513D6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0320277"/>
              </p:ext>
            </p:extLst>
          </p:nvPr>
        </p:nvGraphicFramePr>
        <p:xfrm>
          <a:off x="8610600" y="2580262"/>
          <a:ext cx="2743200" cy="3521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C3E9489D-9B71-4D81-FCC0-395F669037DB}"/>
              </a:ext>
            </a:extLst>
          </p:cNvPr>
          <p:cNvCxnSpPr>
            <a:cxnSpLocks/>
          </p:cNvCxnSpPr>
          <p:nvPr/>
        </p:nvCxnSpPr>
        <p:spPr>
          <a:xfrm flipH="1">
            <a:off x="7315200" y="2702560"/>
            <a:ext cx="386080" cy="833120"/>
          </a:xfrm>
          <a:prstGeom prst="straightConnector1">
            <a:avLst/>
          </a:prstGeom>
          <a:ln w="76200" cap="flat" cmpd="sng" algn="ctr">
            <a:solidFill>
              <a:srgbClr val="B2AAB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875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2338-317B-3811-05F8-C20B1052E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D62A0090-9A6D-CDF9-4EAE-814361639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Conclusioni e sviluppi futuri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F414C26-CC00-D780-1C62-5F3BD6EB0C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5E2365D-CD51-E8DB-3A2C-4B48A26C67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08916EA0-7BAA-8682-407A-EEAA9F930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3343826"/>
              </p:ext>
            </p:extLst>
          </p:nvPr>
        </p:nvGraphicFramePr>
        <p:xfrm>
          <a:off x="838200" y="1273681"/>
          <a:ext cx="4343400" cy="481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ma 15">
            <a:extLst>
              <a:ext uri="{FF2B5EF4-FFF2-40B4-BE49-F238E27FC236}">
                <a16:creationId xmlns:a16="http://schemas.microsoft.com/office/drawing/2014/main" id="{FDEB45EC-D7E1-05DD-D4D8-09B97CC3C6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2357877"/>
              </p:ext>
            </p:extLst>
          </p:nvPr>
        </p:nvGraphicFramePr>
        <p:xfrm>
          <a:off x="5181600" y="1479635"/>
          <a:ext cx="6172200" cy="4401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2802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A5FD2-01A8-DC5E-2A7A-6A5202490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4225AA98-7FA2-E307-EEA8-05CCBEE7B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Conclusioni e sviluppi futuri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7E69C45-DF7A-54DB-03C4-1517BA116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5FE9761-5DEA-8D8B-0661-8A9452A380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11" name="Diagramma 10">
            <a:extLst>
              <a:ext uri="{FF2B5EF4-FFF2-40B4-BE49-F238E27FC236}">
                <a16:creationId xmlns:a16="http://schemas.microsoft.com/office/drawing/2014/main" id="{874C202A-EEAD-7B7D-C3D2-B411E712D4D3}"/>
              </a:ext>
            </a:extLst>
          </p:cNvPr>
          <p:cNvGraphicFramePr/>
          <p:nvPr/>
        </p:nvGraphicFramePr>
        <p:xfrm>
          <a:off x="838200" y="1273681"/>
          <a:ext cx="4343400" cy="48130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Diagramma 15">
            <a:extLst>
              <a:ext uri="{FF2B5EF4-FFF2-40B4-BE49-F238E27FC236}">
                <a16:creationId xmlns:a16="http://schemas.microsoft.com/office/drawing/2014/main" id="{A981A3DF-853C-4888-4FD2-D9E1BED80F3D}"/>
              </a:ext>
            </a:extLst>
          </p:cNvPr>
          <p:cNvGraphicFramePr/>
          <p:nvPr/>
        </p:nvGraphicFramePr>
        <p:xfrm>
          <a:off x="5181600" y="1479635"/>
          <a:ext cx="6172200" cy="4401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566107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C4FD1CF-B7E7-3E40-9648-C14E8A2D8D11}"/>
              </a:ext>
            </a:extLst>
          </p:cNvPr>
          <p:cNvSpPr txBox="1"/>
          <p:nvPr/>
        </p:nvSpPr>
        <p:spPr>
          <a:xfrm>
            <a:off x="821871" y="4870298"/>
            <a:ext cx="10800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it-IT" sz="1400" b="1" i="0" u="none" strike="noStrike" baseline="0" dirty="0"/>
              <a:t>Articoli di riferimento</a:t>
            </a:r>
          </a:p>
          <a:p>
            <a:pPr algn="just"/>
            <a:r>
              <a:rPr lang="it-IT" sz="1400" b="0" i="0" u="none" strike="noStrike" baseline="0" dirty="0"/>
              <a:t>[1] </a:t>
            </a:r>
            <a:r>
              <a:rPr lang="it-IT" sz="1400" b="0" i="0" u="none" strike="noStrike" baseline="0" dirty="0" err="1"/>
              <a:t>Santurkar</a:t>
            </a:r>
            <a:r>
              <a:rPr lang="it-IT" sz="1400" b="0" i="0" u="none" strike="noStrike" baseline="0" dirty="0"/>
              <a:t>, S., Durmus, E., </a:t>
            </a:r>
            <a:r>
              <a:rPr lang="it-IT" sz="1400" b="0" i="0" u="none" strike="noStrike" baseline="0" dirty="0" err="1"/>
              <a:t>Ladhak</a:t>
            </a:r>
            <a:r>
              <a:rPr lang="it-IT" sz="1400" b="0" i="0" u="none" strike="noStrike" baseline="0" dirty="0"/>
              <a:t>, F., Lee, C., Liang, P., &amp; Hashimoto, T. (2023). </a:t>
            </a:r>
            <a:r>
              <a:rPr lang="en-US" sz="1400" b="0" i="1" u="none" strike="noStrike" baseline="0" dirty="0"/>
              <a:t>Whose Opinions Do Language Models Reflect?</a:t>
            </a:r>
            <a:r>
              <a:rPr lang="en-US" sz="1400" b="0" i="0" u="none" strike="noStrike" baseline="0" dirty="0"/>
              <a:t> Proceedings of the 40th International Conference on Machine Learning (ICML), PMLR 202:29971–30004.</a:t>
            </a:r>
          </a:p>
          <a:p>
            <a:pPr algn="just"/>
            <a:r>
              <a:rPr lang="it-IT" sz="1400" b="0" i="0" u="none" strike="noStrike" baseline="0" dirty="0"/>
              <a:t>[2] </a:t>
            </a:r>
            <a:r>
              <a:rPr lang="it-IT" sz="1400" b="0" i="0" u="none" strike="noStrike" baseline="0" dirty="0" err="1"/>
              <a:t>Röttger</a:t>
            </a:r>
            <a:r>
              <a:rPr lang="it-IT" sz="1400" b="0" i="0" u="none" strike="noStrike" baseline="0" dirty="0"/>
              <a:t>, P., Hofmann, V., </a:t>
            </a:r>
            <a:r>
              <a:rPr lang="it-IT" sz="1400" b="0" i="0" u="none" strike="noStrike" baseline="0" dirty="0" err="1"/>
              <a:t>Pyatkin</a:t>
            </a:r>
            <a:r>
              <a:rPr lang="it-IT" sz="1400" b="0" i="0" u="none" strike="noStrike" baseline="0" dirty="0"/>
              <a:t>, V., Hinck, M., Kirk, H. R., Schütze, H., &amp; </a:t>
            </a:r>
            <a:r>
              <a:rPr lang="it-IT" sz="1400" b="0" i="0" u="none" strike="noStrike" baseline="0" dirty="0" err="1"/>
              <a:t>Hovy</a:t>
            </a:r>
            <a:r>
              <a:rPr lang="it-IT" sz="1400" b="0" i="0" u="none" strike="noStrike" baseline="0" dirty="0"/>
              <a:t>, D. </a:t>
            </a:r>
            <a:r>
              <a:rPr lang="en-US" sz="1400" b="0" i="0" u="none" strike="noStrike" baseline="0" dirty="0"/>
              <a:t>(2024). </a:t>
            </a:r>
            <a:r>
              <a:rPr lang="en-US" sz="1400" b="0" i="1" u="none" strike="noStrike" baseline="0" dirty="0"/>
              <a:t>Political Compass or Spinning Arrow? Towards More Meaningful Evaluations for Values and Opinions in Large Language Models.</a:t>
            </a:r>
            <a:r>
              <a:rPr lang="en-US" sz="1400" b="0" i="0" u="none" strike="noStrike" baseline="0" dirty="0"/>
              <a:t> Proceedings of the 62nd Annual Meeting of the Association for Computational Linguistics (ACL), pages 15295–15311.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07265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B67EEF-BDD0-C56A-B676-78DBEF279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661057-0FF9-E99A-6F7F-67D2E4963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Ispirazione e metodologia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5C44240-A17D-6946-18FB-0960E9092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DA324C6-7BB2-5043-5F3B-CCFB98C989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15" name="smart art" hidden="1">
            <a:extLst>
              <a:ext uri="{FF2B5EF4-FFF2-40B4-BE49-F238E27FC236}">
                <a16:creationId xmlns:a16="http://schemas.microsoft.com/office/drawing/2014/main" id="{DFEAF203-13C9-F9BF-5253-9C8AD0BCC9D5}"/>
              </a:ext>
            </a:extLst>
          </p:cNvPr>
          <p:cNvGraphicFramePr/>
          <p:nvPr/>
        </p:nvGraphicFramePr>
        <p:xfrm>
          <a:off x="838200" y="2963091"/>
          <a:ext cx="10515600" cy="3171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83E4A405-6DFE-7AD9-3A33-9264827C31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2093991"/>
              </p:ext>
            </p:extLst>
          </p:nvPr>
        </p:nvGraphicFramePr>
        <p:xfrm>
          <a:off x="2032000" y="1632962"/>
          <a:ext cx="8128000" cy="4094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03687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1B6EC9-F871-0EC0-E135-B612DE8C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A9AE18-5AB7-C665-F7F6-1C2F69A69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928"/>
          </a:xfrm>
        </p:spPr>
        <p:txBody>
          <a:bodyPr/>
          <a:lstStyle/>
          <a:p>
            <a:r>
              <a:rPr lang="it-IT" dirty="0"/>
              <a:t>Workflow operativo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97D8E3D-BFD9-9E65-11E7-91B9CA1AFE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it-IT" dirty="0"/>
              <a:t>Progetto di Deep Learning e Architetture di rete - Adinolfi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0A94C9-3107-8C19-62D4-14C4D4683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15" name="smart art" hidden="1">
            <a:extLst>
              <a:ext uri="{FF2B5EF4-FFF2-40B4-BE49-F238E27FC236}">
                <a16:creationId xmlns:a16="http://schemas.microsoft.com/office/drawing/2014/main" id="{7A19DE75-D455-B7DD-D22A-33BCBCDE1F01}"/>
              </a:ext>
            </a:extLst>
          </p:cNvPr>
          <p:cNvGraphicFramePr/>
          <p:nvPr/>
        </p:nvGraphicFramePr>
        <p:xfrm>
          <a:off x="838200" y="2963091"/>
          <a:ext cx="10515600" cy="3171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29" name="Gruppo 128">
            <a:extLst>
              <a:ext uri="{FF2B5EF4-FFF2-40B4-BE49-F238E27FC236}">
                <a16:creationId xmlns:a16="http://schemas.microsoft.com/office/drawing/2014/main" id="{3AEEB305-BAE8-D95F-5BF1-F6641B529692}"/>
              </a:ext>
            </a:extLst>
          </p:cNvPr>
          <p:cNvGrpSpPr/>
          <p:nvPr/>
        </p:nvGrpSpPr>
        <p:grpSpPr>
          <a:xfrm>
            <a:off x="838198" y="1265565"/>
            <a:ext cx="10515604" cy="4829275"/>
            <a:chOff x="838196" y="1265564"/>
            <a:chExt cx="10515604" cy="4829275"/>
          </a:xfrm>
        </p:grpSpPr>
        <p:cxnSp>
          <p:nvCxnSpPr>
            <p:cNvPr id="16" name="Connettore a gomito 15">
              <a:extLst>
                <a:ext uri="{FF2B5EF4-FFF2-40B4-BE49-F238E27FC236}">
                  <a16:creationId xmlns:a16="http://schemas.microsoft.com/office/drawing/2014/main" id="{7F9D41EE-0FCD-D647-A45E-8C70B89BC14F}"/>
                </a:ext>
              </a:extLst>
            </p:cNvPr>
            <p:cNvCxnSpPr>
              <a:cxnSpLocks/>
              <a:stCxn id="120" idx="3"/>
              <a:endCxn id="44" idx="1"/>
            </p:cNvCxnSpPr>
            <p:nvPr/>
          </p:nvCxnSpPr>
          <p:spPr>
            <a:xfrm flipV="1">
              <a:off x="2177036" y="1535564"/>
              <a:ext cx="1812461" cy="1884688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0">
                    <a:srgbClr val="6D7FA8"/>
                  </a:gs>
                  <a:gs pos="10000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a gomito 32">
              <a:extLst>
                <a:ext uri="{FF2B5EF4-FFF2-40B4-BE49-F238E27FC236}">
                  <a16:creationId xmlns:a16="http://schemas.microsoft.com/office/drawing/2014/main" id="{4B175F51-5C00-7548-17C6-09A930BBD212}"/>
                </a:ext>
              </a:extLst>
            </p:cNvPr>
            <p:cNvCxnSpPr>
              <a:cxnSpLocks/>
              <a:stCxn id="120" idx="3"/>
              <a:endCxn id="85" idx="2"/>
            </p:cNvCxnSpPr>
            <p:nvPr/>
          </p:nvCxnSpPr>
          <p:spPr>
            <a:xfrm>
              <a:off x="2177036" y="3420252"/>
              <a:ext cx="1812461" cy="1974689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0">
                    <a:srgbClr val="6D7FA8"/>
                  </a:gs>
                  <a:gs pos="10000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a gomito 34">
              <a:extLst>
                <a:ext uri="{FF2B5EF4-FFF2-40B4-BE49-F238E27FC236}">
                  <a16:creationId xmlns:a16="http://schemas.microsoft.com/office/drawing/2014/main" id="{53CC9E78-1409-EB9D-2F42-8F570AD851C0}"/>
                </a:ext>
              </a:extLst>
            </p:cNvPr>
            <p:cNvCxnSpPr>
              <a:cxnSpLocks/>
              <a:stCxn id="120" idx="3"/>
              <a:endCxn id="58" idx="1"/>
            </p:cNvCxnSpPr>
            <p:nvPr/>
          </p:nvCxnSpPr>
          <p:spPr>
            <a:xfrm>
              <a:off x="2177036" y="3420252"/>
              <a:ext cx="1812461" cy="628230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0">
                    <a:srgbClr val="6D7FA8"/>
                  </a:gs>
                  <a:gs pos="10000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a gomito 36">
              <a:extLst>
                <a:ext uri="{FF2B5EF4-FFF2-40B4-BE49-F238E27FC236}">
                  <a16:creationId xmlns:a16="http://schemas.microsoft.com/office/drawing/2014/main" id="{FBCBFF0E-FD9C-D93E-12BC-C64FA5859653}"/>
                </a:ext>
              </a:extLst>
            </p:cNvPr>
            <p:cNvCxnSpPr>
              <a:cxnSpLocks/>
              <a:stCxn id="120" idx="3"/>
              <a:endCxn id="51" idx="1"/>
            </p:cNvCxnSpPr>
            <p:nvPr/>
          </p:nvCxnSpPr>
          <p:spPr>
            <a:xfrm flipV="1">
              <a:off x="2177036" y="2792023"/>
              <a:ext cx="1812462" cy="628229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0">
                    <a:srgbClr val="6D7FA8"/>
                  </a:gs>
                  <a:gs pos="10000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uppo 67">
              <a:extLst>
                <a:ext uri="{FF2B5EF4-FFF2-40B4-BE49-F238E27FC236}">
                  <a16:creationId xmlns:a16="http://schemas.microsoft.com/office/drawing/2014/main" id="{0DF1C9C4-32B2-E57A-78B4-CC84D5F59E04}"/>
                </a:ext>
              </a:extLst>
            </p:cNvPr>
            <p:cNvGrpSpPr/>
            <p:nvPr/>
          </p:nvGrpSpPr>
          <p:grpSpPr>
            <a:xfrm>
              <a:off x="3989498" y="2522023"/>
              <a:ext cx="3837074" cy="540000"/>
              <a:chOff x="5392772" y="2643833"/>
              <a:chExt cx="3837074" cy="540000"/>
            </a:xfrm>
          </p:grpSpPr>
          <p:sp>
            <p:nvSpPr>
              <p:cNvPr id="51" name="Rettangolo 50">
                <a:extLst>
                  <a:ext uri="{FF2B5EF4-FFF2-40B4-BE49-F238E27FC236}">
                    <a16:creationId xmlns:a16="http://schemas.microsoft.com/office/drawing/2014/main" id="{1BB58D7E-EA22-0412-F0D7-B6A182C475C8}"/>
                  </a:ext>
                </a:extLst>
              </p:cNvPr>
              <p:cNvSpPr/>
              <p:nvPr/>
            </p:nvSpPr>
            <p:spPr>
              <a:xfrm>
                <a:off x="5392772" y="264383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C</a:t>
                </a:r>
              </a:p>
            </p:txBody>
          </p:sp>
          <p:sp>
            <p:nvSpPr>
              <p:cNvPr id="52" name="Rettangolo 51">
                <a:extLst>
                  <a:ext uri="{FF2B5EF4-FFF2-40B4-BE49-F238E27FC236}">
                    <a16:creationId xmlns:a16="http://schemas.microsoft.com/office/drawing/2014/main" id="{D18E7BED-DEDE-C6FD-AD3B-EBCFAF5D190A}"/>
                  </a:ext>
                </a:extLst>
              </p:cNvPr>
              <p:cNvSpPr/>
              <p:nvPr/>
            </p:nvSpPr>
            <p:spPr>
              <a:xfrm>
                <a:off x="6491797" y="264383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B</a:t>
                </a:r>
              </a:p>
            </p:txBody>
          </p:sp>
          <p:sp>
            <p:nvSpPr>
              <p:cNvPr id="53" name="Rettangolo 52">
                <a:extLst>
                  <a:ext uri="{FF2B5EF4-FFF2-40B4-BE49-F238E27FC236}">
                    <a16:creationId xmlns:a16="http://schemas.microsoft.com/office/drawing/2014/main" id="{5E66B97B-F8F1-BFC0-F610-F5A9518DBBBF}"/>
                  </a:ext>
                </a:extLst>
              </p:cNvPr>
              <p:cNvSpPr/>
              <p:nvPr/>
            </p:nvSpPr>
            <p:spPr>
              <a:xfrm>
                <a:off x="7590822" y="264383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D</a:t>
                </a:r>
              </a:p>
            </p:txBody>
          </p:sp>
          <p:sp>
            <p:nvSpPr>
              <p:cNvPr id="54" name="Rettangolo 53">
                <a:extLst>
                  <a:ext uri="{FF2B5EF4-FFF2-40B4-BE49-F238E27FC236}">
                    <a16:creationId xmlns:a16="http://schemas.microsoft.com/office/drawing/2014/main" id="{A3F6F8A7-CCF0-7FB5-FA03-D7EE8221B8FE}"/>
                  </a:ext>
                </a:extLst>
              </p:cNvPr>
              <p:cNvSpPr/>
              <p:nvPr/>
            </p:nvSpPr>
            <p:spPr>
              <a:xfrm>
                <a:off x="8689846" y="264383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A</a:t>
                </a:r>
              </a:p>
            </p:txBody>
          </p:sp>
          <p:cxnSp>
            <p:nvCxnSpPr>
              <p:cNvPr id="55" name="Connettore 2 54">
                <a:extLst>
                  <a:ext uri="{FF2B5EF4-FFF2-40B4-BE49-F238E27FC236}">
                    <a16:creationId xmlns:a16="http://schemas.microsoft.com/office/drawing/2014/main" id="{453D7CF1-160D-42D5-E9F4-0C7E8621BF08}"/>
                  </a:ext>
                </a:extLst>
              </p:cNvPr>
              <p:cNvCxnSpPr>
                <a:stCxn id="51" idx="3"/>
                <a:endCxn id="52" idx="1"/>
              </p:cNvCxnSpPr>
              <p:nvPr/>
            </p:nvCxnSpPr>
            <p:spPr>
              <a:xfrm>
                <a:off x="5932772" y="2913833"/>
                <a:ext cx="559025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6" name="Connettore 2 55">
                <a:extLst>
                  <a:ext uri="{FF2B5EF4-FFF2-40B4-BE49-F238E27FC236}">
                    <a16:creationId xmlns:a16="http://schemas.microsoft.com/office/drawing/2014/main" id="{7D57B090-A863-2DB9-C35D-4486C0E57F68}"/>
                  </a:ext>
                </a:extLst>
              </p:cNvPr>
              <p:cNvCxnSpPr>
                <a:cxnSpLocks/>
                <a:stCxn id="52" idx="3"/>
                <a:endCxn id="53" idx="1"/>
              </p:cNvCxnSpPr>
              <p:nvPr/>
            </p:nvCxnSpPr>
            <p:spPr>
              <a:xfrm>
                <a:off x="7031797" y="2913833"/>
                <a:ext cx="559025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7" name="Connettore 2 56">
                <a:extLst>
                  <a:ext uri="{FF2B5EF4-FFF2-40B4-BE49-F238E27FC236}">
                    <a16:creationId xmlns:a16="http://schemas.microsoft.com/office/drawing/2014/main" id="{9D754CFE-BFFF-2BF5-365C-57E1E717A318}"/>
                  </a:ext>
                </a:extLst>
              </p:cNvPr>
              <p:cNvCxnSpPr>
                <a:stCxn id="53" idx="3"/>
                <a:endCxn id="54" idx="1"/>
              </p:cNvCxnSpPr>
              <p:nvPr/>
            </p:nvCxnSpPr>
            <p:spPr>
              <a:xfrm>
                <a:off x="8130822" y="2913833"/>
                <a:ext cx="559024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9" name="Gruppo 68">
              <a:extLst>
                <a:ext uri="{FF2B5EF4-FFF2-40B4-BE49-F238E27FC236}">
                  <a16:creationId xmlns:a16="http://schemas.microsoft.com/office/drawing/2014/main" id="{1255DEF5-26D1-DA30-ABD4-567189982371}"/>
                </a:ext>
              </a:extLst>
            </p:cNvPr>
            <p:cNvGrpSpPr/>
            <p:nvPr/>
          </p:nvGrpSpPr>
          <p:grpSpPr>
            <a:xfrm>
              <a:off x="3989497" y="3778482"/>
              <a:ext cx="3837074" cy="540000"/>
              <a:chOff x="5392772" y="3661277"/>
              <a:chExt cx="3837074" cy="540000"/>
            </a:xfrm>
          </p:grpSpPr>
          <p:sp>
            <p:nvSpPr>
              <p:cNvPr id="58" name="Rettangolo 57">
                <a:extLst>
                  <a:ext uri="{FF2B5EF4-FFF2-40B4-BE49-F238E27FC236}">
                    <a16:creationId xmlns:a16="http://schemas.microsoft.com/office/drawing/2014/main" id="{2589DF19-64B0-9F14-4888-6E0E16B6C764}"/>
                  </a:ext>
                </a:extLst>
              </p:cNvPr>
              <p:cNvSpPr/>
              <p:nvPr/>
            </p:nvSpPr>
            <p:spPr>
              <a:xfrm>
                <a:off x="5392772" y="3661277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D</a:t>
                </a:r>
              </a:p>
            </p:txBody>
          </p:sp>
          <p:sp>
            <p:nvSpPr>
              <p:cNvPr id="59" name="Rettangolo 58">
                <a:extLst>
                  <a:ext uri="{FF2B5EF4-FFF2-40B4-BE49-F238E27FC236}">
                    <a16:creationId xmlns:a16="http://schemas.microsoft.com/office/drawing/2014/main" id="{A52E1583-4CA6-473D-0605-A4DC334C809C}"/>
                  </a:ext>
                </a:extLst>
              </p:cNvPr>
              <p:cNvSpPr/>
              <p:nvPr/>
            </p:nvSpPr>
            <p:spPr>
              <a:xfrm>
                <a:off x="6217041" y="3661277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A</a:t>
                </a:r>
              </a:p>
            </p:txBody>
          </p:sp>
          <p:sp>
            <p:nvSpPr>
              <p:cNvPr id="60" name="Rettangolo 59">
                <a:extLst>
                  <a:ext uri="{FF2B5EF4-FFF2-40B4-BE49-F238E27FC236}">
                    <a16:creationId xmlns:a16="http://schemas.microsoft.com/office/drawing/2014/main" id="{0EB1A728-AE7B-66F9-2472-64654AA9DC1C}"/>
                  </a:ext>
                </a:extLst>
              </p:cNvPr>
              <p:cNvSpPr/>
              <p:nvPr/>
            </p:nvSpPr>
            <p:spPr>
              <a:xfrm>
                <a:off x="7041310" y="3661277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C</a:t>
                </a:r>
              </a:p>
            </p:txBody>
          </p:sp>
          <p:sp>
            <p:nvSpPr>
              <p:cNvPr id="61" name="Rettangolo 60">
                <a:extLst>
                  <a:ext uri="{FF2B5EF4-FFF2-40B4-BE49-F238E27FC236}">
                    <a16:creationId xmlns:a16="http://schemas.microsoft.com/office/drawing/2014/main" id="{3A953C3A-E8C8-076E-3B2A-80DA5A45D1A0}"/>
                  </a:ext>
                </a:extLst>
              </p:cNvPr>
              <p:cNvSpPr/>
              <p:nvPr/>
            </p:nvSpPr>
            <p:spPr>
              <a:xfrm>
                <a:off x="7865579" y="3661277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B</a:t>
                </a:r>
              </a:p>
            </p:txBody>
          </p:sp>
          <p:cxnSp>
            <p:nvCxnSpPr>
              <p:cNvPr id="62" name="Connettore 2 61">
                <a:extLst>
                  <a:ext uri="{FF2B5EF4-FFF2-40B4-BE49-F238E27FC236}">
                    <a16:creationId xmlns:a16="http://schemas.microsoft.com/office/drawing/2014/main" id="{E2DC146B-E868-2900-487E-1AB726DADAFB}"/>
                  </a:ext>
                </a:extLst>
              </p:cNvPr>
              <p:cNvCxnSpPr>
                <a:stCxn id="58" idx="3"/>
                <a:endCxn id="59" idx="1"/>
              </p:cNvCxnSpPr>
              <p:nvPr/>
            </p:nvCxnSpPr>
            <p:spPr>
              <a:xfrm>
                <a:off x="5932772" y="3931277"/>
                <a:ext cx="284269" cy="0"/>
              </a:xfrm>
              <a:prstGeom prst="straightConnector1">
                <a:avLst/>
              </a:prstGeom>
              <a:solidFill>
                <a:srgbClr val="887FA3"/>
              </a:solidFill>
              <a:ln w="254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Connettore 2 62">
                <a:extLst>
                  <a:ext uri="{FF2B5EF4-FFF2-40B4-BE49-F238E27FC236}">
                    <a16:creationId xmlns:a16="http://schemas.microsoft.com/office/drawing/2014/main" id="{7ED89884-9416-BF01-2803-04A7CA345ED9}"/>
                  </a:ext>
                </a:extLst>
              </p:cNvPr>
              <p:cNvCxnSpPr>
                <a:cxnSpLocks/>
                <a:stCxn id="59" idx="3"/>
                <a:endCxn id="60" idx="1"/>
              </p:cNvCxnSpPr>
              <p:nvPr/>
            </p:nvCxnSpPr>
            <p:spPr>
              <a:xfrm>
                <a:off x="6757041" y="3931277"/>
                <a:ext cx="284269" cy="0"/>
              </a:xfrm>
              <a:prstGeom prst="straightConnector1">
                <a:avLst/>
              </a:prstGeom>
              <a:solidFill>
                <a:srgbClr val="887FA3"/>
              </a:solidFill>
              <a:ln w="254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4" name="Connettore 2 63">
                <a:extLst>
                  <a:ext uri="{FF2B5EF4-FFF2-40B4-BE49-F238E27FC236}">
                    <a16:creationId xmlns:a16="http://schemas.microsoft.com/office/drawing/2014/main" id="{00B5E679-9165-C616-2FAD-4CD8FD4A6499}"/>
                  </a:ext>
                </a:extLst>
              </p:cNvPr>
              <p:cNvCxnSpPr>
                <a:stCxn id="60" idx="3"/>
                <a:endCxn id="61" idx="1"/>
              </p:cNvCxnSpPr>
              <p:nvPr/>
            </p:nvCxnSpPr>
            <p:spPr>
              <a:xfrm>
                <a:off x="7581310" y="3931277"/>
                <a:ext cx="284269" cy="0"/>
              </a:xfrm>
              <a:prstGeom prst="straightConnector1">
                <a:avLst/>
              </a:prstGeom>
              <a:solidFill>
                <a:srgbClr val="887FA3"/>
              </a:solidFill>
              <a:ln w="254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65" name="Rettangolo 64">
                <a:extLst>
                  <a:ext uri="{FF2B5EF4-FFF2-40B4-BE49-F238E27FC236}">
                    <a16:creationId xmlns:a16="http://schemas.microsoft.com/office/drawing/2014/main" id="{AF175EC7-F64F-0951-78C6-6EE173150988}"/>
                  </a:ext>
                </a:extLst>
              </p:cNvPr>
              <p:cNvSpPr/>
              <p:nvPr/>
            </p:nvSpPr>
            <p:spPr>
              <a:xfrm>
                <a:off x="8689846" y="3661277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B</a:t>
                </a:r>
              </a:p>
            </p:txBody>
          </p:sp>
          <p:cxnSp>
            <p:nvCxnSpPr>
              <p:cNvPr id="66" name="Connettore 2 65">
                <a:extLst>
                  <a:ext uri="{FF2B5EF4-FFF2-40B4-BE49-F238E27FC236}">
                    <a16:creationId xmlns:a16="http://schemas.microsoft.com/office/drawing/2014/main" id="{D3C89D9B-7293-B891-D5F2-9186B1CA6348}"/>
                  </a:ext>
                </a:extLst>
              </p:cNvPr>
              <p:cNvCxnSpPr>
                <a:cxnSpLocks/>
                <a:stCxn id="61" idx="3"/>
                <a:endCxn id="65" idx="1"/>
              </p:cNvCxnSpPr>
              <p:nvPr/>
            </p:nvCxnSpPr>
            <p:spPr>
              <a:xfrm>
                <a:off x="8405579" y="3931277"/>
                <a:ext cx="284267" cy="0"/>
              </a:xfrm>
              <a:prstGeom prst="straightConnector1">
                <a:avLst/>
              </a:prstGeom>
              <a:solidFill>
                <a:srgbClr val="887FA3"/>
              </a:solidFill>
              <a:ln w="254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0" name="Gruppo 69">
              <a:extLst>
                <a:ext uri="{FF2B5EF4-FFF2-40B4-BE49-F238E27FC236}">
                  <a16:creationId xmlns:a16="http://schemas.microsoft.com/office/drawing/2014/main" id="{742C0505-FE43-4809-4E03-1E4301816A33}"/>
                </a:ext>
              </a:extLst>
            </p:cNvPr>
            <p:cNvGrpSpPr/>
            <p:nvPr/>
          </p:nvGrpSpPr>
          <p:grpSpPr>
            <a:xfrm>
              <a:off x="3989497" y="5034941"/>
              <a:ext cx="3837074" cy="720000"/>
              <a:chOff x="5392772" y="4678721"/>
              <a:chExt cx="3837074" cy="720000"/>
            </a:xfrm>
          </p:grpSpPr>
          <p:grpSp>
            <p:nvGrpSpPr>
              <p:cNvPr id="88" name="Gruppo 87">
                <a:extLst>
                  <a:ext uri="{FF2B5EF4-FFF2-40B4-BE49-F238E27FC236}">
                    <a16:creationId xmlns:a16="http://schemas.microsoft.com/office/drawing/2014/main" id="{7A04C6C3-956C-F266-D0EB-1FFE4BC193AA}"/>
                  </a:ext>
                </a:extLst>
              </p:cNvPr>
              <p:cNvGrpSpPr/>
              <p:nvPr/>
            </p:nvGrpSpPr>
            <p:grpSpPr>
              <a:xfrm>
                <a:off x="5392772" y="4678721"/>
                <a:ext cx="720000" cy="720000"/>
                <a:chOff x="6096000" y="4431607"/>
                <a:chExt cx="699171" cy="699171"/>
              </a:xfrm>
            </p:grpSpPr>
            <p:sp>
              <p:nvSpPr>
                <p:cNvPr id="85" name="Ovale 84">
                  <a:extLst>
                    <a:ext uri="{FF2B5EF4-FFF2-40B4-BE49-F238E27FC236}">
                      <a16:creationId xmlns:a16="http://schemas.microsoft.com/office/drawing/2014/main" id="{CB224ED8-0B5B-3822-2562-40C21639E214}"/>
                    </a:ext>
                  </a:extLst>
                </p:cNvPr>
                <p:cNvSpPr/>
                <p:nvPr/>
              </p:nvSpPr>
              <p:spPr>
                <a:xfrm>
                  <a:off x="6096000" y="4431607"/>
                  <a:ext cx="699171" cy="699171"/>
                </a:xfrm>
                <a:prstGeom prst="ellipse">
                  <a:avLst/>
                </a:prstGeom>
                <a:solidFill>
                  <a:srgbClr val="887FA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2800"/>
                </a:p>
              </p:txBody>
            </p:sp>
            <p:sp>
              <p:nvSpPr>
                <p:cNvPr id="77" name="Elemento grafico 66" descr="Dollaro con riempimento a tinta unita">
                  <a:extLst>
                    <a:ext uri="{FF2B5EF4-FFF2-40B4-BE49-F238E27FC236}">
                      <a16:creationId xmlns:a16="http://schemas.microsoft.com/office/drawing/2014/main" id="{5E8DEC9D-37AA-441F-2443-C392147566EC}"/>
                    </a:ext>
                  </a:extLst>
                </p:cNvPr>
                <p:cNvSpPr/>
                <p:nvPr/>
              </p:nvSpPr>
              <p:spPr>
                <a:xfrm>
                  <a:off x="6312144" y="4501523"/>
                  <a:ext cx="266883" cy="559338"/>
                </a:xfrm>
                <a:custGeom>
                  <a:avLst/>
                  <a:gdLst>
                    <a:gd name="csX0" fmla="*/ 328041 w 379845"/>
                    <a:gd name="csY0" fmla="*/ 428625 h 819150"/>
                    <a:gd name="csX1" fmla="*/ 214408 w 379845"/>
                    <a:gd name="csY1" fmla="*/ 375952 h 819150"/>
                    <a:gd name="csX2" fmla="*/ 214408 w 379845"/>
                    <a:gd name="csY2" fmla="*/ 145637 h 819150"/>
                    <a:gd name="csX3" fmla="*/ 315944 w 379845"/>
                    <a:gd name="csY3" fmla="*/ 193929 h 819150"/>
                    <a:gd name="csX4" fmla="*/ 361664 w 379845"/>
                    <a:gd name="csY4" fmla="*/ 150114 h 819150"/>
                    <a:gd name="csX5" fmla="*/ 214408 w 379845"/>
                    <a:gd name="csY5" fmla="*/ 82772 h 819150"/>
                    <a:gd name="csX6" fmla="*/ 214408 w 379845"/>
                    <a:gd name="csY6" fmla="*/ 0 h 819150"/>
                    <a:gd name="csX7" fmla="*/ 157258 w 379845"/>
                    <a:gd name="csY7" fmla="*/ 0 h 819150"/>
                    <a:gd name="csX8" fmla="*/ 157258 w 379845"/>
                    <a:gd name="csY8" fmla="*/ 86392 h 819150"/>
                    <a:gd name="csX9" fmla="*/ 101251 w 379845"/>
                    <a:gd name="csY9" fmla="*/ 106394 h 819150"/>
                    <a:gd name="csX10" fmla="*/ 21812 w 379845"/>
                    <a:gd name="csY10" fmla="*/ 315944 h 819150"/>
                    <a:gd name="csX11" fmla="*/ 157258 w 379845"/>
                    <a:gd name="csY11" fmla="*/ 422815 h 819150"/>
                    <a:gd name="csX12" fmla="*/ 157258 w 379845"/>
                    <a:gd name="csY12" fmla="*/ 672179 h 819150"/>
                    <a:gd name="csX13" fmla="*/ 45720 w 379845"/>
                    <a:gd name="csY13" fmla="*/ 609600 h 819150"/>
                    <a:gd name="csX14" fmla="*/ 0 w 379845"/>
                    <a:gd name="csY14" fmla="*/ 653320 h 819150"/>
                    <a:gd name="csX15" fmla="*/ 76676 w 379845"/>
                    <a:gd name="csY15" fmla="*/ 714375 h 819150"/>
                    <a:gd name="csX16" fmla="*/ 157258 w 379845"/>
                    <a:gd name="csY16" fmla="*/ 735616 h 819150"/>
                    <a:gd name="csX17" fmla="*/ 157258 w 379845"/>
                    <a:gd name="csY17" fmla="*/ 819150 h 819150"/>
                    <a:gd name="csX18" fmla="*/ 214408 w 379845"/>
                    <a:gd name="csY18" fmla="*/ 819150 h 819150"/>
                    <a:gd name="csX19" fmla="*/ 214408 w 379845"/>
                    <a:gd name="csY19" fmla="*/ 733425 h 819150"/>
                    <a:gd name="csX20" fmla="*/ 366046 w 379845"/>
                    <a:gd name="csY20" fmla="*/ 619125 h 819150"/>
                    <a:gd name="csX21" fmla="*/ 328041 w 379845"/>
                    <a:gd name="csY21" fmla="*/ 428625 h 819150"/>
                    <a:gd name="csX22" fmla="*/ 109633 w 379845"/>
                    <a:gd name="csY22" fmla="*/ 330803 h 819150"/>
                    <a:gd name="csX23" fmla="*/ 125539 w 379845"/>
                    <a:gd name="csY23" fmla="*/ 165640 h 819150"/>
                    <a:gd name="csX24" fmla="*/ 157258 w 379845"/>
                    <a:gd name="csY24" fmla="*/ 151067 h 819150"/>
                    <a:gd name="csX25" fmla="*/ 157258 w 379845"/>
                    <a:gd name="csY25" fmla="*/ 357664 h 819150"/>
                    <a:gd name="csX26" fmla="*/ 109633 w 379845"/>
                    <a:gd name="csY26" fmla="*/ 330803 h 819150"/>
                    <a:gd name="csX27" fmla="*/ 281940 w 379845"/>
                    <a:gd name="csY27" fmla="*/ 633889 h 819150"/>
                    <a:gd name="csX28" fmla="*/ 214408 w 379845"/>
                    <a:gd name="csY28" fmla="*/ 669608 h 819150"/>
                    <a:gd name="csX29" fmla="*/ 214408 w 379845"/>
                    <a:gd name="csY29" fmla="*/ 442055 h 819150"/>
                    <a:gd name="csX30" fmla="*/ 311753 w 379845"/>
                    <a:gd name="csY30" fmla="*/ 512255 h 819150"/>
                    <a:gd name="csX31" fmla="*/ 281940 w 379845"/>
                    <a:gd name="csY31" fmla="*/ 633889 h 8191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</a:cxnLst>
                  <a:rect l="l" t="t" r="r" b="b"/>
                  <a:pathLst>
                    <a:path w="379845" h="819150">
                      <a:moveTo>
                        <a:pt x="328041" y="428625"/>
                      </a:moveTo>
                      <a:cubicBezTo>
                        <a:pt x="295847" y="401193"/>
                        <a:pt x="254032" y="388334"/>
                        <a:pt x="214408" y="375952"/>
                      </a:cubicBezTo>
                      <a:lnTo>
                        <a:pt x="214408" y="145637"/>
                      </a:lnTo>
                      <a:cubicBezTo>
                        <a:pt x="252879" y="149293"/>
                        <a:pt x="288831" y="166392"/>
                        <a:pt x="315944" y="193929"/>
                      </a:cubicBezTo>
                      <a:lnTo>
                        <a:pt x="361664" y="150114"/>
                      </a:lnTo>
                      <a:cubicBezTo>
                        <a:pt x="322537" y="110312"/>
                        <a:pt x="270107" y="86335"/>
                        <a:pt x="214408" y="82772"/>
                      </a:cubicBezTo>
                      <a:lnTo>
                        <a:pt x="214408" y="0"/>
                      </a:lnTo>
                      <a:lnTo>
                        <a:pt x="157258" y="0"/>
                      </a:lnTo>
                      <a:lnTo>
                        <a:pt x="157258" y="86392"/>
                      </a:lnTo>
                      <a:cubicBezTo>
                        <a:pt x="137688" y="90201"/>
                        <a:pt x="118806" y="96945"/>
                        <a:pt x="101251" y="106394"/>
                      </a:cubicBezTo>
                      <a:cubicBezTo>
                        <a:pt x="29051" y="145733"/>
                        <a:pt x="-7810" y="238125"/>
                        <a:pt x="21812" y="315944"/>
                      </a:cubicBezTo>
                      <a:cubicBezTo>
                        <a:pt x="44767" y="375952"/>
                        <a:pt x="100108" y="402717"/>
                        <a:pt x="157258" y="422815"/>
                      </a:cubicBezTo>
                      <a:lnTo>
                        <a:pt x="157258" y="672179"/>
                      </a:lnTo>
                      <a:cubicBezTo>
                        <a:pt x="112966" y="666750"/>
                        <a:pt x="76200" y="641318"/>
                        <a:pt x="45720" y="609600"/>
                      </a:cubicBezTo>
                      <a:lnTo>
                        <a:pt x="0" y="653320"/>
                      </a:lnTo>
                      <a:cubicBezTo>
                        <a:pt x="21769" y="678022"/>
                        <a:pt x="47726" y="698691"/>
                        <a:pt x="76676" y="714375"/>
                      </a:cubicBezTo>
                      <a:cubicBezTo>
                        <a:pt x="101979" y="726412"/>
                        <a:pt x="129309" y="733615"/>
                        <a:pt x="157258" y="735616"/>
                      </a:cubicBezTo>
                      <a:lnTo>
                        <a:pt x="157258" y="819150"/>
                      </a:lnTo>
                      <a:lnTo>
                        <a:pt x="214408" y="819150"/>
                      </a:lnTo>
                      <a:lnTo>
                        <a:pt x="214408" y="733425"/>
                      </a:lnTo>
                      <a:cubicBezTo>
                        <a:pt x="279940" y="722471"/>
                        <a:pt x="340138" y="682181"/>
                        <a:pt x="366046" y="619125"/>
                      </a:cubicBezTo>
                      <a:cubicBezTo>
                        <a:pt x="391954" y="556070"/>
                        <a:pt x="382524" y="475202"/>
                        <a:pt x="328041" y="428625"/>
                      </a:cubicBezTo>
                      <a:close/>
                      <a:moveTo>
                        <a:pt x="109633" y="330803"/>
                      </a:moveTo>
                      <a:cubicBezTo>
                        <a:pt x="57245" y="286607"/>
                        <a:pt x="70009" y="201073"/>
                        <a:pt x="125539" y="165640"/>
                      </a:cubicBezTo>
                      <a:cubicBezTo>
                        <a:pt x="135382" y="159328"/>
                        <a:pt x="146057" y="154422"/>
                        <a:pt x="157258" y="151067"/>
                      </a:cubicBezTo>
                      <a:lnTo>
                        <a:pt x="157258" y="357664"/>
                      </a:lnTo>
                      <a:cubicBezTo>
                        <a:pt x="140013" y="351392"/>
                        <a:pt x="123922" y="342316"/>
                        <a:pt x="109633" y="330803"/>
                      </a:cubicBezTo>
                      <a:close/>
                      <a:moveTo>
                        <a:pt x="281940" y="633889"/>
                      </a:moveTo>
                      <a:cubicBezTo>
                        <a:pt x="263349" y="652063"/>
                        <a:pt x="239894" y="664469"/>
                        <a:pt x="214408" y="669608"/>
                      </a:cubicBezTo>
                      <a:lnTo>
                        <a:pt x="214408" y="442055"/>
                      </a:lnTo>
                      <a:cubicBezTo>
                        <a:pt x="252508" y="455105"/>
                        <a:pt x="296228" y="471678"/>
                        <a:pt x="311753" y="512255"/>
                      </a:cubicBezTo>
                      <a:cubicBezTo>
                        <a:pt x="327279" y="552831"/>
                        <a:pt x="311658" y="603599"/>
                        <a:pt x="281940" y="633889"/>
                      </a:cubicBezTo>
                      <a:close/>
                    </a:path>
                  </a:pathLst>
                </a:custGeom>
                <a:solidFill>
                  <a:srgbClr val="887FA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2800">
                    <a:solidFill>
                      <a:schemeClr val="lt1"/>
                    </a:solidFill>
                  </a:endParaRPr>
                </a:p>
              </p:txBody>
            </p:sp>
          </p:grpSp>
          <p:grpSp>
            <p:nvGrpSpPr>
              <p:cNvPr id="90" name="Gruppo 89">
                <a:extLst>
                  <a:ext uri="{FF2B5EF4-FFF2-40B4-BE49-F238E27FC236}">
                    <a16:creationId xmlns:a16="http://schemas.microsoft.com/office/drawing/2014/main" id="{88639482-54CD-9E57-7358-FF71E9EA5B7E}"/>
                  </a:ext>
                </a:extLst>
              </p:cNvPr>
              <p:cNvGrpSpPr/>
              <p:nvPr/>
            </p:nvGrpSpPr>
            <p:grpSpPr>
              <a:xfrm>
                <a:off x="8509846" y="4678721"/>
                <a:ext cx="720000" cy="720000"/>
                <a:chOff x="9449413" y="4898053"/>
                <a:chExt cx="540000" cy="540000"/>
              </a:xfrm>
            </p:grpSpPr>
            <p:sp>
              <p:nvSpPr>
                <p:cNvPr id="87" name="Ovale 86">
                  <a:extLst>
                    <a:ext uri="{FF2B5EF4-FFF2-40B4-BE49-F238E27FC236}">
                      <a16:creationId xmlns:a16="http://schemas.microsoft.com/office/drawing/2014/main" id="{44F87F46-5AD1-A13B-ADF0-E82123140717}"/>
                    </a:ext>
                  </a:extLst>
                </p:cNvPr>
                <p:cNvSpPr/>
                <p:nvPr/>
              </p:nvSpPr>
              <p:spPr>
                <a:xfrm>
                  <a:off x="9449413" y="4898053"/>
                  <a:ext cx="540000" cy="540000"/>
                </a:xfrm>
                <a:prstGeom prst="ellipse">
                  <a:avLst/>
                </a:prstGeom>
                <a:solidFill>
                  <a:srgbClr val="887FA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2800"/>
                </a:p>
              </p:txBody>
            </p:sp>
            <p:grpSp>
              <p:nvGrpSpPr>
                <p:cNvPr id="83" name="Gruppo 82">
                  <a:extLst>
                    <a:ext uri="{FF2B5EF4-FFF2-40B4-BE49-F238E27FC236}">
                      <a16:creationId xmlns:a16="http://schemas.microsoft.com/office/drawing/2014/main" id="{46FAE1E3-B3E6-8C8C-F09B-059E6E24B23E}"/>
                    </a:ext>
                  </a:extLst>
                </p:cNvPr>
                <p:cNvGrpSpPr/>
                <p:nvPr/>
              </p:nvGrpSpPr>
              <p:grpSpPr>
                <a:xfrm>
                  <a:off x="9541564" y="4990813"/>
                  <a:ext cx="355698" cy="354480"/>
                  <a:chOff x="8120231" y="3998333"/>
                  <a:chExt cx="764619" cy="762000"/>
                </a:xfrm>
              </p:grpSpPr>
              <p:sp>
                <p:nvSpPr>
                  <p:cNvPr id="79" name="Figura a mano libera: forma 78">
                    <a:extLst>
                      <a:ext uri="{FF2B5EF4-FFF2-40B4-BE49-F238E27FC236}">
                        <a16:creationId xmlns:a16="http://schemas.microsoft.com/office/drawing/2014/main" id="{0A82AEF9-87B0-4E89-D3CD-C5B0FDE78710}"/>
                      </a:ext>
                    </a:extLst>
                  </p:cNvPr>
                  <p:cNvSpPr/>
                  <p:nvPr/>
                </p:nvSpPr>
                <p:spPr>
                  <a:xfrm>
                    <a:off x="8120231" y="4646033"/>
                    <a:ext cx="381000" cy="114300"/>
                  </a:xfrm>
                  <a:custGeom>
                    <a:avLst/>
                    <a:gdLst>
                      <a:gd name="csX0" fmla="*/ 342900 w 381000"/>
                      <a:gd name="csY0" fmla="*/ 38100 h 114300"/>
                      <a:gd name="csX1" fmla="*/ 323850 w 381000"/>
                      <a:gd name="csY1" fmla="*/ 38100 h 114300"/>
                      <a:gd name="csX2" fmla="*/ 323850 w 381000"/>
                      <a:gd name="csY2" fmla="*/ 0 h 114300"/>
                      <a:gd name="csX3" fmla="*/ 57150 w 381000"/>
                      <a:gd name="csY3" fmla="*/ 0 h 114300"/>
                      <a:gd name="csX4" fmla="*/ 57150 w 381000"/>
                      <a:gd name="csY4" fmla="*/ 38100 h 114300"/>
                      <a:gd name="csX5" fmla="*/ 38100 w 381000"/>
                      <a:gd name="csY5" fmla="*/ 38100 h 114300"/>
                      <a:gd name="csX6" fmla="*/ 0 w 381000"/>
                      <a:gd name="csY6" fmla="*/ 76200 h 114300"/>
                      <a:gd name="csX7" fmla="*/ 38100 w 381000"/>
                      <a:gd name="csY7" fmla="*/ 114300 h 114300"/>
                      <a:gd name="csX8" fmla="*/ 342900 w 381000"/>
                      <a:gd name="csY8" fmla="*/ 114300 h 114300"/>
                      <a:gd name="csX9" fmla="*/ 381000 w 381000"/>
                      <a:gd name="csY9" fmla="*/ 76200 h 114300"/>
                      <a:gd name="csX10" fmla="*/ 342900 w 381000"/>
                      <a:gd name="csY10" fmla="*/ 38100 h 1143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</a:cxnLst>
                    <a:rect l="l" t="t" r="r" b="b"/>
                    <a:pathLst>
                      <a:path w="381000" h="114300">
                        <a:moveTo>
                          <a:pt x="342900" y="38100"/>
                        </a:moveTo>
                        <a:lnTo>
                          <a:pt x="323850" y="38100"/>
                        </a:lnTo>
                        <a:lnTo>
                          <a:pt x="323850" y="0"/>
                        </a:lnTo>
                        <a:lnTo>
                          <a:pt x="57150" y="0"/>
                        </a:lnTo>
                        <a:lnTo>
                          <a:pt x="57150" y="38100"/>
                        </a:lnTo>
                        <a:lnTo>
                          <a:pt x="38100" y="38100"/>
                        </a:lnTo>
                        <a:cubicBezTo>
                          <a:pt x="17145" y="38100"/>
                          <a:pt x="0" y="55245"/>
                          <a:pt x="0" y="76200"/>
                        </a:cubicBezTo>
                        <a:cubicBezTo>
                          <a:pt x="0" y="97155"/>
                          <a:pt x="17145" y="114300"/>
                          <a:pt x="38100" y="114300"/>
                        </a:cubicBezTo>
                        <a:lnTo>
                          <a:pt x="342900" y="114300"/>
                        </a:lnTo>
                        <a:cubicBezTo>
                          <a:pt x="363855" y="114300"/>
                          <a:pt x="381000" y="97155"/>
                          <a:pt x="381000" y="76200"/>
                        </a:cubicBezTo>
                        <a:cubicBezTo>
                          <a:pt x="381000" y="55245"/>
                          <a:pt x="363855" y="38100"/>
                          <a:pt x="342900" y="38100"/>
                        </a:cubicBez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80" name="Figura a mano libera: forma 79">
                    <a:extLst>
                      <a:ext uri="{FF2B5EF4-FFF2-40B4-BE49-F238E27FC236}">
                        <a16:creationId xmlns:a16="http://schemas.microsoft.com/office/drawing/2014/main" id="{FEFD0F36-7E23-6495-178D-A01C2F734B70}"/>
                      </a:ext>
                    </a:extLst>
                  </p:cNvPr>
                  <p:cNvSpPr/>
                  <p:nvPr/>
                </p:nvSpPr>
                <p:spPr>
                  <a:xfrm>
                    <a:off x="8234531" y="4295513"/>
                    <a:ext cx="236219" cy="236219"/>
                  </a:xfrm>
                  <a:custGeom>
                    <a:avLst/>
                    <a:gdLst>
                      <a:gd name="csX0" fmla="*/ 227648 w 236219"/>
                      <a:gd name="csY0" fmla="*/ 199072 h 236219"/>
                      <a:gd name="csX1" fmla="*/ 227648 w 236219"/>
                      <a:gd name="csY1" fmla="*/ 159068 h 236219"/>
                      <a:gd name="csX2" fmla="*/ 77153 w 236219"/>
                      <a:gd name="csY2" fmla="*/ 8572 h 236219"/>
                      <a:gd name="csX3" fmla="*/ 37147 w 236219"/>
                      <a:gd name="csY3" fmla="*/ 8572 h 236219"/>
                      <a:gd name="csX4" fmla="*/ 0 w 236219"/>
                      <a:gd name="csY4" fmla="*/ 45720 h 236219"/>
                      <a:gd name="csX5" fmla="*/ 190500 w 236219"/>
                      <a:gd name="csY5" fmla="*/ 236220 h 236219"/>
                      <a:gd name="csX6" fmla="*/ 227648 w 236219"/>
                      <a:gd name="csY6" fmla="*/ 199072 h 2362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36219" h="236219">
                        <a:moveTo>
                          <a:pt x="227648" y="199072"/>
                        </a:moveTo>
                        <a:cubicBezTo>
                          <a:pt x="239077" y="187643"/>
                          <a:pt x="239077" y="169545"/>
                          <a:pt x="227648" y="159068"/>
                        </a:cubicBezTo>
                        <a:lnTo>
                          <a:pt x="77153" y="8572"/>
                        </a:lnTo>
                        <a:cubicBezTo>
                          <a:pt x="65723" y="-2857"/>
                          <a:pt x="47625" y="-2857"/>
                          <a:pt x="37147" y="8572"/>
                        </a:cubicBezTo>
                        <a:lnTo>
                          <a:pt x="0" y="45720"/>
                        </a:lnTo>
                        <a:lnTo>
                          <a:pt x="190500" y="236220"/>
                        </a:lnTo>
                        <a:lnTo>
                          <a:pt x="227648" y="199072"/>
                        </a:ln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81" name="Figura a mano libera: forma 80">
                    <a:extLst>
                      <a:ext uri="{FF2B5EF4-FFF2-40B4-BE49-F238E27FC236}">
                        <a16:creationId xmlns:a16="http://schemas.microsoft.com/office/drawing/2014/main" id="{666C3091-2FC2-918A-5904-98C5FF374CA4}"/>
                      </a:ext>
                    </a:extLst>
                  </p:cNvPr>
                  <p:cNvSpPr/>
                  <p:nvPr/>
                </p:nvSpPr>
                <p:spPr>
                  <a:xfrm>
                    <a:off x="8531711" y="3998333"/>
                    <a:ext cx="236219" cy="236219"/>
                  </a:xfrm>
                  <a:custGeom>
                    <a:avLst/>
                    <a:gdLst>
                      <a:gd name="csX0" fmla="*/ 159068 w 236219"/>
                      <a:gd name="csY0" fmla="*/ 227648 h 236219"/>
                      <a:gd name="csX1" fmla="*/ 199072 w 236219"/>
                      <a:gd name="csY1" fmla="*/ 227648 h 236219"/>
                      <a:gd name="csX2" fmla="*/ 236220 w 236219"/>
                      <a:gd name="csY2" fmla="*/ 190500 h 236219"/>
                      <a:gd name="csX3" fmla="*/ 45720 w 236219"/>
                      <a:gd name="csY3" fmla="*/ 0 h 236219"/>
                      <a:gd name="csX4" fmla="*/ 8572 w 236219"/>
                      <a:gd name="csY4" fmla="*/ 37147 h 236219"/>
                      <a:gd name="csX5" fmla="*/ 8572 w 236219"/>
                      <a:gd name="csY5" fmla="*/ 77153 h 236219"/>
                      <a:gd name="csX6" fmla="*/ 159068 w 236219"/>
                      <a:gd name="csY6" fmla="*/ 227648 h 2362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</a:cxnLst>
                    <a:rect l="l" t="t" r="r" b="b"/>
                    <a:pathLst>
                      <a:path w="236219" h="236219">
                        <a:moveTo>
                          <a:pt x="159068" y="227648"/>
                        </a:moveTo>
                        <a:cubicBezTo>
                          <a:pt x="170497" y="239077"/>
                          <a:pt x="188595" y="239077"/>
                          <a:pt x="199072" y="227648"/>
                        </a:cubicBezTo>
                        <a:lnTo>
                          <a:pt x="236220" y="190500"/>
                        </a:lnTo>
                        <a:lnTo>
                          <a:pt x="45720" y="0"/>
                        </a:lnTo>
                        <a:lnTo>
                          <a:pt x="8572" y="37147"/>
                        </a:lnTo>
                        <a:cubicBezTo>
                          <a:pt x="-2857" y="48578"/>
                          <a:pt x="-2857" y="66675"/>
                          <a:pt x="8572" y="77153"/>
                        </a:cubicBezTo>
                        <a:lnTo>
                          <a:pt x="159068" y="227648"/>
                        </a:ln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82" name="Figura a mano libera: forma 81">
                    <a:extLst>
                      <a:ext uri="{FF2B5EF4-FFF2-40B4-BE49-F238E27FC236}">
                        <a16:creationId xmlns:a16="http://schemas.microsoft.com/office/drawing/2014/main" id="{F23E69F7-7C77-4031-30DD-1DB6E1521D90}"/>
                      </a:ext>
                    </a:extLst>
                  </p:cNvPr>
                  <p:cNvSpPr/>
                  <p:nvPr/>
                </p:nvSpPr>
                <p:spPr>
                  <a:xfrm>
                    <a:off x="8329781" y="4093583"/>
                    <a:ext cx="555069" cy="536019"/>
                  </a:xfrm>
                  <a:custGeom>
                    <a:avLst/>
                    <a:gdLst>
                      <a:gd name="csX0" fmla="*/ 542925 w 555069"/>
                      <a:gd name="csY0" fmla="*/ 466725 h 536019"/>
                      <a:gd name="csX1" fmla="*/ 285750 w 555069"/>
                      <a:gd name="csY1" fmla="*/ 209550 h 536019"/>
                      <a:gd name="csX2" fmla="*/ 342900 w 555069"/>
                      <a:gd name="csY2" fmla="*/ 152400 h 536019"/>
                      <a:gd name="csX3" fmla="*/ 190500 w 555069"/>
                      <a:gd name="csY3" fmla="*/ 0 h 536019"/>
                      <a:gd name="csX4" fmla="*/ 0 w 555069"/>
                      <a:gd name="csY4" fmla="*/ 190500 h 536019"/>
                      <a:gd name="csX5" fmla="*/ 152400 w 555069"/>
                      <a:gd name="csY5" fmla="*/ 342900 h 536019"/>
                      <a:gd name="csX6" fmla="*/ 228600 w 555069"/>
                      <a:gd name="csY6" fmla="*/ 266700 h 536019"/>
                      <a:gd name="csX7" fmla="*/ 485775 w 555069"/>
                      <a:gd name="csY7" fmla="*/ 523875 h 536019"/>
                      <a:gd name="csX8" fmla="*/ 542925 w 555069"/>
                      <a:gd name="csY8" fmla="*/ 523875 h 536019"/>
                      <a:gd name="csX9" fmla="*/ 542925 w 555069"/>
                      <a:gd name="csY9" fmla="*/ 466725 h 53601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555069" h="536019">
                        <a:moveTo>
                          <a:pt x="542925" y="466725"/>
                        </a:moveTo>
                        <a:lnTo>
                          <a:pt x="285750" y="209550"/>
                        </a:lnTo>
                        <a:lnTo>
                          <a:pt x="342900" y="152400"/>
                        </a:lnTo>
                        <a:lnTo>
                          <a:pt x="190500" y="0"/>
                        </a:lnTo>
                        <a:lnTo>
                          <a:pt x="0" y="190500"/>
                        </a:lnTo>
                        <a:lnTo>
                          <a:pt x="152400" y="342900"/>
                        </a:lnTo>
                        <a:lnTo>
                          <a:pt x="228600" y="266700"/>
                        </a:lnTo>
                        <a:lnTo>
                          <a:pt x="485775" y="523875"/>
                        </a:lnTo>
                        <a:cubicBezTo>
                          <a:pt x="501967" y="540068"/>
                          <a:pt x="526733" y="540068"/>
                          <a:pt x="542925" y="523875"/>
                        </a:cubicBezTo>
                        <a:cubicBezTo>
                          <a:pt x="559118" y="507683"/>
                          <a:pt x="559118" y="482917"/>
                          <a:pt x="542925" y="466725"/>
                        </a:cubicBez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grpSp>
            <p:nvGrpSpPr>
              <p:cNvPr id="89" name="Gruppo 88">
                <a:extLst>
                  <a:ext uri="{FF2B5EF4-FFF2-40B4-BE49-F238E27FC236}">
                    <a16:creationId xmlns:a16="http://schemas.microsoft.com/office/drawing/2014/main" id="{40086D34-619E-30DD-D16F-1B1B4F2AC1E8}"/>
                  </a:ext>
                </a:extLst>
              </p:cNvPr>
              <p:cNvGrpSpPr/>
              <p:nvPr/>
            </p:nvGrpSpPr>
            <p:grpSpPr>
              <a:xfrm>
                <a:off x="7003798" y="4678721"/>
                <a:ext cx="720000" cy="720000"/>
                <a:chOff x="7915324" y="4970241"/>
                <a:chExt cx="540000" cy="540000"/>
              </a:xfrm>
            </p:grpSpPr>
            <p:sp>
              <p:nvSpPr>
                <p:cNvPr id="86" name="Ovale 85">
                  <a:extLst>
                    <a:ext uri="{FF2B5EF4-FFF2-40B4-BE49-F238E27FC236}">
                      <a16:creationId xmlns:a16="http://schemas.microsoft.com/office/drawing/2014/main" id="{81A175E2-C127-6061-2CD9-D9DFBFDF561A}"/>
                    </a:ext>
                  </a:extLst>
                </p:cNvPr>
                <p:cNvSpPr/>
                <p:nvPr/>
              </p:nvSpPr>
              <p:spPr>
                <a:xfrm>
                  <a:off x="7915324" y="4970241"/>
                  <a:ext cx="540000" cy="540000"/>
                </a:xfrm>
                <a:prstGeom prst="ellipse">
                  <a:avLst/>
                </a:prstGeom>
                <a:solidFill>
                  <a:srgbClr val="887FA3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 sz="2800"/>
                </a:p>
              </p:txBody>
            </p:sp>
            <p:grpSp>
              <p:nvGrpSpPr>
                <p:cNvPr id="76" name="Gruppo 75">
                  <a:extLst>
                    <a:ext uri="{FF2B5EF4-FFF2-40B4-BE49-F238E27FC236}">
                      <a16:creationId xmlns:a16="http://schemas.microsoft.com/office/drawing/2014/main" id="{9DD490C2-0FC6-AE45-2A4E-C67CE2894BB8}"/>
                    </a:ext>
                  </a:extLst>
                </p:cNvPr>
                <p:cNvGrpSpPr/>
                <p:nvPr/>
              </p:nvGrpSpPr>
              <p:grpSpPr>
                <a:xfrm>
                  <a:off x="7976074" y="5095513"/>
                  <a:ext cx="418500" cy="289456"/>
                  <a:chOff x="6950136" y="4271065"/>
                  <a:chExt cx="876300" cy="533400"/>
                </a:xfrm>
              </p:grpSpPr>
              <p:sp>
                <p:nvSpPr>
                  <p:cNvPr id="74" name="Figura a mano libera: forma 73">
                    <a:extLst>
                      <a:ext uri="{FF2B5EF4-FFF2-40B4-BE49-F238E27FC236}">
                        <a16:creationId xmlns:a16="http://schemas.microsoft.com/office/drawing/2014/main" id="{71C34BDF-922C-667D-B164-C61CAFCA487E}"/>
                      </a:ext>
                    </a:extLst>
                  </p:cNvPr>
                  <p:cNvSpPr/>
                  <p:nvPr/>
                </p:nvSpPr>
                <p:spPr>
                  <a:xfrm>
                    <a:off x="7064436" y="4271065"/>
                    <a:ext cx="647700" cy="438150"/>
                  </a:xfrm>
                  <a:custGeom>
                    <a:avLst/>
                    <a:gdLst>
                      <a:gd name="csX0" fmla="*/ 590550 w 647700"/>
                      <a:gd name="csY0" fmla="*/ 381000 h 438150"/>
                      <a:gd name="csX1" fmla="*/ 57150 w 647700"/>
                      <a:gd name="csY1" fmla="*/ 381000 h 438150"/>
                      <a:gd name="csX2" fmla="*/ 57150 w 647700"/>
                      <a:gd name="csY2" fmla="*/ 57150 h 438150"/>
                      <a:gd name="csX3" fmla="*/ 590550 w 647700"/>
                      <a:gd name="csY3" fmla="*/ 57150 h 438150"/>
                      <a:gd name="csX4" fmla="*/ 590550 w 647700"/>
                      <a:gd name="csY4" fmla="*/ 381000 h 438150"/>
                      <a:gd name="csX5" fmla="*/ 647700 w 647700"/>
                      <a:gd name="csY5" fmla="*/ 38100 h 438150"/>
                      <a:gd name="csX6" fmla="*/ 609600 w 647700"/>
                      <a:gd name="csY6" fmla="*/ 0 h 438150"/>
                      <a:gd name="csX7" fmla="*/ 38100 w 647700"/>
                      <a:gd name="csY7" fmla="*/ 0 h 438150"/>
                      <a:gd name="csX8" fmla="*/ 0 w 647700"/>
                      <a:gd name="csY8" fmla="*/ 38100 h 438150"/>
                      <a:gd name="csX9" fmla="*/ 0 w 647700"/>
                      <a:gd name="csY9" fmla="*/ 438150 h 438150"/>
                      <a:gd name="csX10" fmla="*/ 647700 w 647700"/>
                      <a:gd name="csY10" fmla="*/ 438150 h 438150"/>
                      <a:gd name="csX11" fmla="*/ 647700 w 647700"/>
                      <a:gd name="csY11" fmla="*/ 38100 h 438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</a:cxnLst>
                    <a:rect l="l" t="t" r="r" b="b"/>
                    <a:pathLst>
                      <a:path w="647700" h="438150">
                        <a:moveTo>
                          <a:pt x="590550" y="381000"/>
                        </a:moveTo>
                        <a:lnTo>
                          <a:pt x="57150" y="381000"/>
                        </a:lnTo>
                        <a:lnTo>
                          <a:pt x="57150" y="57150"/>
                        </a:lnTo>
                        <a:lnTo>
                          <a:pt x="590550" y="57150"/>
                        </a:lnTo>
                        <a:lnTo>
                          <a:pt x="590550" y="381000"/>
                        </a:lnTo>
                        <a:close/>
                        <a:moveTo>
                          <a:pt x="647700" y="38100"/>
                        </a:moveTo>
                        <a:cubicBezTo>
                          <a:pt x="647700" y="17145"/>
                          <a:pt x="630555" y="0"/>
                          <a:pt x="609600" y="0"/>
                        </a:cubicBezTo>
                        <a:lnTo>
                          <a:pt x="38100" y="0"/>
                        </a:lnTo>
                        <a:cubicBezTo>
                          <a:pt x="17145" y="0"/>
                          <a:pt x="0" y="17145"/>
                          <a:pt x="0" y="38100"/>
                        </a:cubicBezTo>
                        <a:lnTo>
                          <a:pt x="0" y="438150"/>
                        </a:lnTo>
                        <a:lnTo>
                          <a:pt x="647700" y="438150"/>
                        </a:lnTo>
                        <a:lnTo>
                          <a:pt x="647700" y="38100"/>
                        </a:ln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  <p:sp>
                <p:nvSpPr>
                  <p:cNvPr id="75" name="Figura a mano libera: forma 74">
                    <a:extLst>
                      <a:ext uri="{FF2B5EF4-FFF2-40B4-BE49-F238E27FC236}">
                        <a16:creationId xmlns:a16="http://schemas.microsoft.com/office/drawing/2014/main" id="{4D3D0249-38C5-2733-D397-65206EEA4D9F}"/>
                      </a:ext>
                    </a:extLst>
                  </p:cNvPr>
                  <p:cNvSpPr/>
                  <p:nvPr/>
                </p:nvSpPr>
                <p:spPr>
                  <a:xfrm>
                    <a:off x="6950136" y="4747315"/>
                    <a:ext cx="876300" cy="57150"/>
                  </a:xfrm>
                  <a:custGeom>
                    <a:avLst/>
                    <a:gdLst>
                      <a:gd name="csX0" fmla="*/ 495300 w 876300"/>
                      <a:gd name="csY0" fmla="*/ 0 h 57150"/>
                      <a:gd name="csX1" fmla="*/ 495300 w 876300"/>
                      <a:gd name="csY1" fmla="*/ 9525 h 57150"/>
                      <a:gd name="csX2" fmla="*/ 485775 w 876300"/>
                      <a:gd name="csY2" fmla="*/ 19050 h 57150"/>
                      <a:gd name="csX3" fmla="*/ 390525 w 876300"/>
                      <a:gd name="csY3" fmla="*/ 19050 h 57150"/>
                      <a:gd name="csX4" fmla="*/ 381000 w 876300"/>
                      <a:gd name="csY4" fmla="*/ 9525 h 57150"/>
                      <a:gd name="csX5" fmla="*/ 381000 w 876300"/>
                      <a:gd name="csY5" fmla="*/ 0 h 57150"/>
                      <a:gd name="csX6" fmla="*/ 0 w 876300"/>
                      <a:gd name="csY6" fmla="*/ 0 h 57150"/>
                      <a:gd name="csX7" fmla="*/ 0 w 876300"/>
                      <a:gd name="csY7" fmla="*/ 19050 h 57150"/>
                      <a:gd name="csX8" fmla="*/ 38100 w 876300"/>
                      <a:gd name="csY8" fmla="*/ 57150 h 57150"/>
                      <a:gd name="csX9" fmla="*/ 838200 w 876300"/>
                      <a:gd name="csY9" fmla="*/ 57150 h 57150"/>
                      <a:gd name="csX10" fmla="*/ 876300 w 876300"/>
                      <a:gd name="csY10" fmla="*/ 19050 h 57150"/>
                      <a:gd name="csX11" fmla="*/ 876300 w 876300"/>
                      <a:gd name="csY11" fmla="*/ 0 h 57150"/>
                      <a:gd name="csX12" fmla="*/ 495300 w 876300"/>
                      <a:gd name="csY12" fmla="*/ 0 h 5715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</a:cxnLst>
                    <a:rect l="l" t="t" r="r" b="b"/>
                    <a:pathLst>
                      <a:path w="876300" h="57150">
                        <a:moveTo>
                          <a:pt x="495300" y="0"/>
                        </a:moveTo>
                        <a:lnTo>
                          <a:pt x="495300" y="9525"/>
                        </a:lnTo>
                        <a:cubicBezTo>
                          <a:pt x="495300" y="15240"/>
                          <a:pt x="491490" y="19050"/>
                          <a:pt x="485775" y="19050"/>
                        </a:cubicBezTo>
                        <a:lnTo>
                          <a:pt x="390525" y="19050"/>
                        </a:lnTo>
                        <a:cubicBezTo>
                          <a:pt x="384810" y="19050"/>
                          <a:pt x="381000" y="15240"/>
                          <a:pt x="381000" y="9525"/>
                        </a:cubicBezTo>
                        <a:lnTo>
                          <a:pt x="381000" y="0"/>
                        </a:lnTo>
                        <a:lnTo>
                          <a:pt x="0" y="0"/>
                        </a:lnTo>
                        <a:lnTo>
                          <a:pt x="0" y="19050"/>
                        </a:lnTo>
                        <a:cubicBezTo>
                          <a:pt x="0" y="40005"/>
                          <a:pt x="17145" y="57150"/>
                          <a:pt x="38100" y="57150"/>
                        </a:cubicBezTo>
                        <a:lnTo>
                          <a:pt x="838200" y="57150"/>
                        </a:lnTo>
                        <a:cubicBezTo>
                          <a:pt x="859155" y="57150"/>
                          <a:pt x="876300" y="40005"/>
                          <a:pt x="876300" y="19050"/>
                        </a:cubicBezTo>
                        <a:lnTo>
                          <a:pt x="876300" y="0"/>
                        </a:lnTo>
                        <a:lnTo>
                          <a:pt x="495300" y="0"/>
                        </a:lnTo>
                        <a:close/>
                      </a:path>
                    </a:pathLst>
                  </a:custGeom>
                  <a:solidFill>
                    <a:srgbClr val="887FA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it-IT" sz="280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cxnSp>
            <p:nvCxnSpPr>
              <p:cNvPr id="91" name="Connettore 2 90">
                <a:extLst>
                  <a:ext uri="{FF2B5EF4-FFF2-40B4-BE49-F238E27FC236}">
                    <a16:creationId xmlns:a16="http://schemas.microsoft.com/office/drawing/2014/main" id="{41557000-4330-CCAD-0A55-775DE6BC6767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6112772" y="5038721"/>
                <a:ext cx="891026" cy="0"/>
              </a:xfrm>
              <a:prstGeom prst="straightConnector1">
                <a:avLst/>
              </a:prstGeom>
              <a:solidFill>
                <a:srgbClr val="887FA3"/>
              </a:solidFill>
              <a:ln w="381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" name="Connettore 2 93">
                <a:extLst>
                  <a:ext uri="{FF2B5EF4-FFF2-40B4-BE49-F238E27FC236}">
                    <a16:creationId xmlns:a16="http://schemas.microsoft.com/office/drawing/2014/main" id="{E4AB2392-57E8-0EEC-311A-54EB6A75E939}"/>
                  </a:ext>
                </a:extLst>
              </p:cNvPr>
              <p:cNvCxnSpPr>
                <a:cxnSpLocks/>
                <a:stCxn id="86" idx="6"/>
                <a:endCxn id="87" idx="2"/>
              </p:cNvCxnSpPr>
              <p:nvPr/>
            </p:nvCxnSpPr>
            <p:spPr>
              <a:xfrm>
                <a:off x="7723798" y="5038721"/>
                <a:ext cx="786048" cy="0"/>
              </a:xfrm>
              <a:prstGeom prst="straightConnector1">
                <a:avLst/>
              </a:prstGeom>
              <a:solidFill>
                <a:srgbClr val="887FA3"/>
              </a:solidFill>
              <a:ln w="3810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67" name="Gruppo 66">
              <a:extLst>
                <a:ext uri="{FF2B5EF4-FFF2-40B4-BE49-F238E27FC236}">
                  <a16:creationId xmlns:a16="http://schemas.microsoft.com/office/drawing/2014/main" id="{6BF44731-863D-9568-8840-45BD87DE7077}"/>
                </a:ext>
              </a:extLst>
            </p:cNvPr>
            <p:cNvGrpSpPr/>
            <p:nvPr/>
          </p:nvGrpSpPr>
          <p:grpSpPr>
            <a:xfrm>
              <a:off x="3989497" y="1265564"/>
              <a:ext cx="3837074" cy="540000"/>
              <a:chOff x="5392772" y="1480513"/>
              <a:chExt cx="3837074" cy="540000"/>
            </a:xfrm>
          </p:grpSpPr>
          <p:sp>
            <p:nvSpPr>
              <p:cNvPr id="44" name="Rettangolo 43">
                <a:extLst>
                  <a:ext uri="{FF2B5EF4-FFF2-40B4-BE49-F238E27FC236}">
                    <a16:creationId xmlns:a16="http://schemas.microsoft.com/office/drawing/2014/main" id="{DAAA21AB-3F6A-9BF9-0D25-BE349396AD65}"/>
                  </a:ext>
                </a:extLst>
              </p:cNvPr>
              <p:cNvSpPr/>
              <p:nvPr/>
            </p:nvSpPr>
            <p:spPr>
              <a:xfrm>
                <a:off x="5392772" y="148051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A</a:t>
                </a:r>
              </a:p>
            </p:txBody>
          </p:sp>
          <p:sp>
            <p:nvSpPr>
              <p:cNvPr id="45" name="Rettangolo 44">
                <a:extLst>
                  <a:ext uri="{FF2B5EF4-FFF2-40B4-BE49-F238E27FC236}">
                    <a16:creationId xmlns:a16="http://schemas.microsoft.com/office/drawing/2014/main" id="{C23FEEE1-0935-6A0D-66DD-B36C1621E310}"/>
                  </a:ext>
                </a:extLst>
              </p:cNvPr>
              <p:cNvSpPr/>
              <p:nvPr/>
            </p:nvSpPr>
            <p:spPr>
              <a:xfrm>
                <a:off x="6491797" y="148051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B</a:t>
                </a:r>
              </a:p>
            </p:txBody>
          </p:sp>
          <p:sp>
            <p:nvSpPr>
              <p:cNvPr id="46" name="Rettangolo 45">
                <a:extLst>
                  <a:ext uri="{FF2B5EF4-FFF2-40B4-BE49-F238E27FC236}">
                    <a16:creationId xmlns:a16="http://schemas.microsoft.com/office/drawing/2014/main" id="{F5E240D0-4CD8-5B67-1F44-9DE1C8D7DC2A}"/>
                  </a:ext>
                </a:extLst>
              </p:cNvPr>
              <p:cNvSpPr/>
              <p:nvPr/>
            </p:nvSpPr>
            <p:spPr>
              <a:xfrm>
                <a:off x="7590822" y="148051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C</a:t>
                </a:r>
              </a:p>
            </p:txBody>
          </p:sp>
          <p:sp>
            <p:nvSpPr>
              <p:cNvPr id="47" name="Rettangolo 46">
                <a:extLst>
                  <a:ext uri="{FF2B5EF4-FFF2-40B4-BE49-F238E27FC236}">
                    <a16:creationId xmlns:a16="http://schemas.microsoft.com/office/drawing/2014/main" id="{09CE607A-6D87-5B47-ABCD-534015444804}"/>
                  </a:ext>
                </a:extLst>
              </p:cNvPr>
              <p:cNvSpPr/>
              <p:nvPr/>
            </p:nvSpPr>
            <p:spPr>
              <a:xfrm>
                <a:off x="8689846" y="1480513"/>
                <a:ext cx="540000" cy="540000"/>
              </a:xfrm>
              <a:prstGeom prst="rect">
                <a:avLst/>
              </a:prstGeom>
              <a:solidFill>
                <a:srgbClr val="887FA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800" dirty="0"/>
                  <a:t>D</a:t>
                </a:r>
              </a:p>
            </p:txBody>
          </p:sp>
          <p:cxnSp>
            <p:nvCxnSpPr>
              <p:cNvPr id="48" name="Connettore 2 47">
                <a:extLst>
                  <a:ext uri="{FF2B5EF4-FFF2-40B4-BE49-F238E27FC236}">
                    <a16:creationId xmlns:a16="http://schemas.microsoft.com/office/drawing/2014/main" id="{C1CE4120-15B2-E4CA-AB18-A07AC43DF3AA}"/>
                  </a:ext>
                </a:extLst>
              </p:cNvPr>
              <p:cNvCxnSpPr>
                <a:stCxn id="44" idx="3"/>
                <a:endCxn id="45" idx="1"/>
              </p:cNvCxnSpPr>
              <p:nvPr/>
            </p:nvCxnSpPr>
            <p:spPr>
              <a:xfrm>
                <a:off x="5932772" y="1750513"/>
                <a:ext cx="559025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9" name="Connettore 2 48">
                <a:extLst>
                  <a:ext uri="{FF2B5EF4-FFF2-40B4-BE49-F238E27FC236}">
                    <a16:creationId xmlns:a16="http://schemas.microsoft.com/office/drawing/2014/main" id="{2562022E-1B24-1289-352E-A4C43D3C762B}"/>
                  </a:ext>
                </a:extLst>
              </p:cNvPr>
              <p:cNvCxnSpPr>
                <a:stCxn id="45" idx="3"/>
                <a:endCxn id="46" idx="1"/>
              </p:cNvCxnSpPr>
              <p:nvPr/>
            </p:nvCxnSpPr>
            <p:spPr>
              <a:xfrm>
                <a:off x="7031797" y="1750513"/>
                <a:ext cx="559025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0" name="Connettore 2 49">
                <a:extLst>
                  <a:ext uri="{FF2B5EF4-FFF2-40B4-BE49-F238E27FC236}">
                    <a16:creationId xmlns:a16="http://schemas.microsoft.com/office/drawing/2014/main" id="{7264E135-B7B8-5CD6-D36C-70DC66956D95}"/>
                  </a:ext>
                </a:extLst>
              </p:cNvPr>
              <p:cNvCxnSpPr>
                <a:stCxn id="46" idx="3"/>
                <a:endCxn id="47" idx="1"/>
              </p:cNvCxnSpPr>
              <p:nvPr/>
            </p:nvCxnSpPr>
            <p:spPr>
              <a:xfrm>
                <a:off x="8130822" y="1750513"/>
                <a:ext cx="559024" cy="0"/>
              </a:xfrm>
              <a:prstGeom prst="straightConnector1">
                <a:avLst/>
              </a:prstGeom>
              <a:solidFill>
                <a:srgbClr val="887FA3"/>
              </a:solidFill>
              <a:ln w="31750">
                <a:solidFill>
                  <a:srgbClr val="887FA3"/>
                </a:solidFill>
                <a:headEnd w="lg" len="med"/>
                <a:tailEnd type="triangle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pic>
          <p:nvPicPr>
            <p:cNvPr id="84" name="Elemento grafico 83">
              <a:extLst>
                <a:ext uri="{FF2B5EF4-FFF2-40B4-BE49-F238E27FC236}">
                  <a16:creationId xmlns:a16="http://schemas.microsoft.com/office/drawing/2014/main" id="{C75EB2B0-C4CD-BCFF-545B-10DBB00569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39031" y="2562868"/>
              <a:ext cx="1714769" cy="1714769"/>
            </a:xfrm>
            <a:prstGeom prst="rect">
              <a:avLst/>
            </a:prstGeom>
          </p:spPr>
        </p:pic>
        <p:cxnSp>
          <p:nvCxnSpPr>
            <p:cNvPr id="101" name="Connettore a gomito 100">
              <a:extLst>
                <a:ext uri="{FF2B5EF4-FFF2-40B4-BE49-F238E27FC236}">
                  <a16:creationId xmlns:a16="http://schemas.microsoft.com/office/drawing/2014/main" id="{C5721CE2-196E-2014-030F-6A2FF8A7E45E}"/>
                </a:ext>
              </a:extLst>
            </p:cNvPr>
            <p:cNvCxnSpPr>
              <a:cxnSpLocks/>
              <a:stCxn id="47" idx="3"/>
              <a:endCxn id="84" idx="1"/>
            </p:cNvCxnSpPr>
            <p:nvPr/>
          </p:nvCxnSpPr>
          <p:spPr>
            <a:xfrm>
              <a:off x="7826571" y="1535564"/>
              <a:ext cx="1812460" cy="1884689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100000">
                    <a:srgbClr val="9D90A0"/>
                  </a:gs>
                  <a:gs pos="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ttore a gomito 103">
              <a:extLst>
                <a:ext uri="{FF2B5EF4-FFF2-40B4-BE49-F238E27FC236}">
                  <a16:creationId xmlns:a16="http://schemas.microsoft.com/office/drawing/2014/main" id="{0B518E75-8C3D-C381-7064-51C13D60F17C}"/>
                </a:ext>
              </a:extLst>
            </p:cNvPr>
            <p:cNvCxnSpPr>
              <a:cxnSpLocks/>
              <a:stCxn id="54" idx="3"/>
            </p:cNvCxnSpPr>
            <p:nvPr/>
          </p:nvCxnSpPr>
          <p:spPr>
            <a:xfrm>
              <a:off x="7826572" y="2792023"/>
              <a:ext cx="1812453" cy="628229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100000">
                    <a:srgbClr val="9D90A0"/>
                  </a:gs>
                  <a:gs pos="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ttore a gomito 106">
              <a:extLst>
                <a:ext uri="{FF2B5EF4-FFF2-40B4-BE49-F238E27FC236}">
                  <a16:creationId xmlns:a16="http://schemas.microsoft.com/office/drawing/2014/main" id="{B185D8E6-DB66-4A3E-58B1-E6D22E172220}"/>
                </a:ext>
              </a:extLst>
            </p:cNvPr>
            <p:cNvCxnSpPr>
              <a:cxnSpLocks/>
              <a:stCxn id="65" idx="3"/>
              <a:endCxn id="84" idx="1"/>
            </p:cNvCxnSpPr>
            <p:nvPr/>
          </p:nvCxnSpPr>
          <p:spPr>
            <a:xfrm flipV="1">
              <a:off x="7826571" y="3420253"/>
              <a:ext cx="1812460" cy="628229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100000">
                    <a:srgbClr val="9D90A0"/>
                  </a:gs>
                  <a:gs pos="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ttore a gomito 109">
              <a:extLst>
                <a:ext uri="{FF2B5EF4-FFF2-40B4-BE49-F238E27FC236}">
                  <a16:creationId xmlns:a16="http://schemas.microsoft.com/office/drawing/2014/main" id="{017C491B-07A6-9311-8C4B-FB5808210640}"/>
                </a:ext>
              </a:extLst>
            </p:cNvPr>
            <p:cNvCxnSpPr>
              <a:cxnSpLocks/>
              <a:stCxn id="87" idx="6"/>
              <a:endCxn id="84" idx="1"/>
            </p:cNvCxnSpPr>
            <p:nvPr/>
          </p:nvCxnSpPr>
          <p:spPr>
            <a:xfrm flipV="1">
              <a:off x="7826571" y="3420253"/>
              <a:ext cx="1812460" cy="1974688"/>
            </a:xfrm>
            <a:prstGeom prst="bentConnector3">
              <a:avLst>
                <a:gd name="adj1" fmla="val 50000"/>
              </a:avLst>
            </a:prstGeom>
            <a:ln w="76200">
              <a:gradFill flip="none" rotWithShape="1">
                <a:gsLst>
                  <a:gs pos="100000">
                    <a:srgbClr val="9D90A0"/>
                  </a:gs>
                  <a:gs pos="0">
                    <a:srgbClr val="887FA3"/>
                  </a:gs>
                </a:gsLst>
                <a:lin ang="0" scaled="1"/>
                <a:tileRect/>
              </a:gra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CasellaDiTesto 112">
              <a:extLst>
                <a:ext uri="{FF2B5EF4-FFF2-40B4-BE49-F238E27FC236}">
                  <a16:creationId xmlns:a16="http://schemas.microsoft.com/office/drawing/2014/main" id="{94B0FF52-8756-8341-38C5-07AC90B4EB68}"/>
                </a:ext>
              </a:extLst>
            </p:cNvPr>
            <p:cNvSpPr txBox="1"/>
            <p:nvPr/>
          </p:nvSpPr>
          <p:spPr>
            <a:xfrm>
              <a:off x="3989496" y="1794461"/>
              <a:ext cx="383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887FA3"/>
                  </a:solidFill>
                </a:rPr>
                <a:t>Baseline</a:t>
              </a:r>
            </a:p>
          </p:txBody>
        </p:sp>
        <p:sp>
          <p:nvSpPr>
            <p:cNvPr id="114" name="CasellaDiTesto 113">
              <a:extLst>
                <a:ext uri="{FF2B5EF4-FFF2-40B4-BE49-F238E27FC236}">
                  <a16:creationId xmlns:a16="http://schemas.microsoft.com/office/drawing/2014/main" id="{4CF61FB7-4826-63FA-5F77-60B10047D6BD}"/>
                </a:ext>
              </a:extLst>
            </p:cNvPr>
            <p:cNvSpPr txBox="1"/>
            <p:nvPr/>
          </p:nvSpPr>
          <p:spPr>
            <a:xfrm>
              <a:off x="3989496" y="3050920"/>
              <a:ext cx="3837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887FA3"/>
                  </a:solidFill>
                </a:rPr>
                <a:t>Permutazione</a:t>
              </a:r>
            </a:p>
          </p:txBody>
        </p:sp>
        <p:sp>
          <p:nvSpPr>
            <p:cNvPr id="115" name="CasellaDiTesto 114">
              <a:extLst>
                <a:ext uri="{FF2B5EF4-FFF2-40B4-BE49-F238E27FC236}">
                  <a16:creationId xmlns:a16="http://schemas.microsoft.com/office/drawing/2014/main" id="{91FEFE40-7DA0-BC16-236C-B853C617716C}"/>
                </a:ext>
              </a:extLst>
            </p:cNvPr>
            <p:cNvSpPr txBox="1"/>
            <p:nvPr/>
          </p:nvSpPr>
          <p:spPr>
            <a:xfrm>
              <a:off x="3989495" y="4286575"/>
              <a:ext cx="3837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887FA3"/>
                  </a:solidFill>
                </a:rPr>
                <a:t>Duplicazione</a:t>
              </a:r>
            </a:p>
          </p:txBody>
        </p:sp>
        <p:sp>
          <p:nvSpPr>
            <p:cNvPr id="116" name="CasellaDiTesto 115">
              <a:extLst>
                <a:ext uri="{FF2B5EF4-FFF2-40B4-BE49-F238E27FC236}">
                  <a16:creationId xmlns:a16="http://schemas.microsoft.com/office/drawing/2014/main" id="{22B7E1D5-8EE8-1D12-CE08-EE60E22D1033}"/>
                </a:ext>
              </a:extLst>
            </p:cNvPr>
            <p:cNvSpPr txBox="1"/>
            <p:nvPr/>
          </p:nvSpPr>
          <p:spPr>
            <a:xfrm>
              <a:off x="3989494" y="5725507"/>
              <a:ext cx="38370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887FA3"/>
                  </a:solidFill>
                </a:rPr>
                <a:t>Minacce</a:t>
              </a:r>
            </a:p>
          </p:txBody>
        </p:sp>
        <p:sp>
          <p:nvSpPr>
            <p:cNvPr id="118" name="CasellaDiTesto 117">
              <a:extLst>
                <a:ext uri="{FF2B5EF4-FFF2-40B4-BE49-F238E27FC236}">
                  <a16:creationId xmlns:a16="http://schemas.microsoft.com/office/drawing/2014/main" id="{E0C5BED4-2883-BB93-5E6A-1ED95E481450}"/>
                </a:ext>
              </a:extLst>
            </p:cNvPr>
            <p:cNvSpPr txBox="1"/>
            <p:nvPr/>
          </p:nvSpPr>
          <p:spPr>
            <a:xfrm>
              <a:off x="9639024" y="4322126"/>
              <a:ext cx="17147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9D90A0"/>
                  </a:solidFill>
                </a:rPr>
                <a:t>Analisi</a:t>
              </a:r>
            </a:p>
          </p:txBody>
        </p:sp>
        <p:pic>
          <p:nvPicPr>
            <p:cNvPr id="120" name="Elemento grafico 119">
              <a:extLst>
                <a:ext uri="{FF2B5EF4-FFF2-40B4-BE49-F238E27FC236}">
                  <a16:creationId xmlns:a16="http://schemas.microsoft.com/office/drawing/2014/main" id="{11984EAA-EF3B-B287-623F-5D91510DB9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38200" y="2823741"/>
              <a:ext cx="1338836" cy="1193022"/>
            </a:xfrm>
            <a:prstGeom prst="rect">
              <a:avLst/>
            </a:prstGeom>
          </p:spPr>
        </p:pic>
        <p:sp>
          <p:nvSpPr>
            <p:cNvPr id="127" name="CasellaDiTesto 126">
              <a:extLst>
                <a:ext uri="{FF2B5EF4-FFF2-40B4-BE49-F238E27FC236}">
                  <a16:creationId xmlns:a16="http://schemas.microsoft.com/office/drawing/2014/main" id="{9BAF2B73-2FC7-31DB-AD92-83B0C795A186}"/>
                </a:ext>
              </a:extLst>
            </p:cNvPr>
            <p:cNvSpPr txBox="1"/>
            <p:nvPr/>
          </p:nvSpPr>
          <p:spPr>
            <a:xfrm>
              <a:off x="838196" y="4018417"/>
              <a:ext cx="13388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b="1" dirty="0">
                  <a:solidFill>
                    <a:srgbClr val="6D7FA8"/>
                  </a:solidFill>
                </a:rPr>
                <a:t>Prompt iniziale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98720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Blu_rombi">
  <a:themeElements>
    <a:clrScheme name="Blu cal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Garamond-Trebuchet M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u_Vale" id="{7F52776E-D2ED-465F-A619-C621DDFDA7BB}" vid="{CEC17EF4-7317-48AA-9BE8-39AB5772528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Blu_Vale</Template>
  <TotalTime>2399</TotalTime>
  <Words>3597</Words>
  <Application>Microsoft Office PowerPoint</Application>
  <PresentationFormat>Widescreen</PresentationFormat>
  <Paragraphs>886</Paragraphs>
  <Slides>32</Slides>
  <Notes>11</Notes>
  <HiddenSlides>2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32</vt:i4>
      </vt:variant>
    </vt:vector>
  </HeadingPairs>
  <TitlesOfParts>
    <vt:vector size="41" baseType="lpstr">
      <vt:lpstr>Aptos</vt:lpstr>
      <vt:lpstr>Arial</vt:lpstr>
      <vt:lpstr>Book Antiqua</vt:lpstr>
      <vt:lpstr>Cambria Math</vt:lpstr>
      <vt:lpstr>Courier New</vt:lpstr>
      <vt:lpstr>Garamond</vt:lpstr>
      <vt:lpstr>Trebuchet MS</vt:lpstr>
      <vt:lpstr>Wingdings</vt:lpstr>
      <vt:lpstr>Blu_rombi</vt:lpstr>
      <vt:lpstr>Opinioni dei Large Language Model</vt:lpstr>
      <vt:lpstr>Problema</vt:lpstr>
      <vt:lpstr>Modelli utilizzati</vt:lpstr>
      <vt:lpstr>Workflow operativo</vt:lpstr>
      <vt:lpstr>Running example 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Metriche calcolate e analisi dei risultati</vt:lpstr>
      <vt:lpstr>Conclusioni e sviluppi futuri</vt:lpstr>
      <vt:lpstr>Conclusioni e sviluppi futuri</vt:lpstr>
      <vt:lpstr>Presentazione standard di PowerPoint</vt:lpstr>
      <vt:lpstr>Ispirazione e metodologia</vt:lpstr>
      <vt:lpstr>Workflow operativo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Ester Adinolfi</dc:creator>
  <cp:lastModifiedBy>Ester Adinolfi</cp:lastModifiedBy>
  <cp:revision>38</cp:revision>
  <dcterms:created xsi:type="dcterms:W3CDTF">2026-05-11T20:55:48Z</dcterms:created>
  <dcterms:modified xsi:type="dcterms:W3CDTF">2026-07-21T20:37:08Z</dcterms:modified>
</cp:coreProperties>
</file>